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21"/>
  </p:notesMasterIdLst>
  <p:sldIdLst>
    <p:sldId id="374" r:id="rId6"/>
    <p:sldId id="335" r:id="rId7"/>
    <p:sldId id="397" r:id="rId8"/>
    <p:sldId id="447" r:id="rId9"/>
    <p:sldId id="448" r:id="rId10"/>
    <p:sldId id="443" r:id="rId11"/>
    <p:sldId id="446" r:id="rId12"/>
    <p:sldId id="398" r:id="rId13"/>
    <p:sldId id="445" r:id="rId14"/>
    <p:sldId id="441" r:id="rId15"/>
    <p:sldId id="440" r:id="rId16"/>
    <p:sldId id="418" r:id="rId17"/>
    <p:sldId id="408" r:id="rId18"/>
    <p:sldId id="417" r:id="rId19"/>
    <p:sldId id="29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2692B0-CC8A-4FC6-83F9-87DE6DE37E52}">
          <p14:sldIdLst>
            <p14:sldId id="374"/>
            <p14:sldId id="335"/>
            <p14:sldId id="397"/>
            <p14:sldId id="447"/>
            <p14:sldId id="448"/>
            <p14:sldId id="443"/>
            <p14:sldId id="446"/>
            <p14:sldId id="398"/>
            <p14:sldId id="445"/>
            <p14:sldId id="441"/>
            <p14:sldId id="440"/>
            <p14:sldId id="418"/>
            <p14:sldId id="408"/>
            <p14:sldId id="417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.S.U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39D"/>
    <a:srgbClr val="07A398"/>
    <a:srgbClr val="011312"/>
    <a:srgbClr val="1453EF"/>
    <a:srgbClr val="F7AC3B"/>
    <a:srgbClr val="0680C3"/>
    <a:srgbClr val="000000"/>
    <a:srgbClr val="03524C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65" autoAdjust="0"/>
  </p:normalViewPr>
  <p:slideViewPr>
    <p:cSldViewPr snapToGrid="0">
      <p:cViewPr varScale="1">
        <p:scale>
          <a:sx n="85" d="100"/>
          <a:sy n="85" d="100"/>
        </p:scale>
        <p:origin x="562" y="53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98642-435B-4588-8933-2F1002623B06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51F93-0A33-497F-93BB-F6C23E1D2E9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664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438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9510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663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A67D43C3-3A2D-82F3-C64E-09CC3287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EF6E8A0-62B2-C7E6-C8D9-F16C3B592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15642096-3C22-5F46-1F99-96BED73A5B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2826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2D916D10-ECF1-3BED-BBC9-60FD8B5B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F7185735-4F65-0EFF-2598-7A49900ED5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01C90AC6-5FB7-9C3E-EACF-552787D3A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3750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197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40D31E88-4684-7B52-B503-430E8872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8111C68-BE4D-AFAC-35E1-BECE35EA7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727BC05C-ADF3-62E4-3E4C-7C8CC1234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9670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01B06FB0-D9BB-3E6E-7298-BE97FEF7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C466621-3254-D845-22DD-E273E8E97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ADF01486-B0E0-3081-6E99-907E4519E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7342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DEE13971-C554-7631-DFA8-F7129EF0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0CB89A4-E1E7-67B2-2587-8F95C436C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C180819F-F989-CE86-DFA7-AB1E573E1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2997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B98721F6-721B-8E1A-592B-81FC1CFF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3C8D0CAB-4243-3B8F-C98A-12C821C32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E3090AC5-1D40-3501-2AE2-9A4B4878F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8566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6450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16BCD09D-FFC0-0F7A-F59D-B83FC18A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9C7A01DA-F3DE-22E2-A2BA-99503371C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2A0A258A-ADC5-6845-A65D-3572B31AB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5552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3" name="자유형: 도형 71"/>
          <p:cNvSpPr/>
          <p:nvPr userDrawn="1"/>
        </p:nvSpPr>
        <p:spPr>
          <a:xfrm flipH="1">
            <a:off x="11070076" y="5934426"/>
            <a:ext cx="768849" cy="681342"/>
          </a:xfrm>
          <a:custGeom>
            <a:avLst/>
            <a:gdLst>
              <a:gd name="connsiteX0" fmla="*/ 1290726 w 1677791"/>
              <a:gd name="connsiteY0" fmla="*/ 1211742 h 1486830"/>
              <a:gd name="connsiteX1" fmla="*/ 1212213 w 1677791"/>
              <a:gd name="connsiteY1" fmla="*/ 1263785 h 1486830"/>
              <a:gd name="connsiteX2" fmla="*/ 1210535 w 1677791"/>
              <a:gd name="connsiteY2" fmla="*/ 1272092 h 1486830"/>
              <a:gd name="connsiteX3" fmla="*/ 1210535 w 1677791"/>
              <a:gd name="connsiteY3" fmla="*/ 1321812 h 1486830"/>
              <a:gd name="connsiteX4" fmla="*/ 1212213 w 1677791"/>
              <a:gd name="connsiteY4" fmla="*/ 1330120 h 1486830"/>
              <a:gd name="connsiteX5" fmla="*/ 1290726 w 1677791"/>
              <a:gd name="connsiteY5" fmla="*/ 1382162 h 1486830"/>
              <a:gd name="connsiteX6" fmla="*/ 1375936 w 1677791"/>
              <a:gd name="connsiteY6" fmla="*/ 1296952 h 1486830"/>
              <a:gd name="connsiteX7" fmla="*/ 1290726 w 1677791"/>
              <a:gd name="connsiteY7" fmla="*/ 1211742 h 1486830"/>
              <a:gd name="connsiteX8" fmla="*/ 682149 w 1677791"/>
              <a:gd name="connsiteY8" fmla="*/ 1211742 h 1486830"/>
              <a:gd name="connsiteX9" fmla="*/ 596939 w 1677791"/>
              <a:gd name="connsiteY9" fmla="*/ 1296952 h 1486830"/>
              <a:gd name="connsiteX10" fmla="*/ 682149 w 1677791"/>
              <a:gd name="connsiteY10" fmla="*/ 1382162 h 1486830"/>
              <a:gd name="connsiteX11" fmla="*/ 767359 w 1677791"/>
              <a:gd name="connsiteY11" fmla="*/ 1296952 h 1486830"/>
              <a:gd name="connsiteX12" fmla="*/ 682149 w 1677791"/>
              <a:gd name="connsiteY12" fmla="*/ 1211742 h 1486830"/>
              <a:gd name="connsiteX13" fmla="*/ 1392841 w 1677791"/>
              <a:gd name="connsiteY13" fmla="*/ 640871 h 1486830"/>
              <a:gd name="connsiteX14" fmla="*/ 1360870 w 1677791"/>
              <a:gd name="connsiteY14" fmla="*/ 788070 h 1486830"/>
              <a:gd name="connsiteX15" fmla="*/ 625002 w 1677791"/>
              <a:gd name="connsiteY15" fmla="*/ 791267 h 1486830"/>
              <a:gd name="connsiteX16" fmla="*/ 577044 w 1677791"/>
              <a:gd name="connsiteY16" fmla="*/ 650464 h 1486830"/>
              <a:gd name="connsiteX17" fmla="*/ 1444679 w 1677791"/>
              <a:gd name="connsiteY17" fmla="*/ 433897 h 1486830"/>
              <a:gd name="connsiteX18" fmla="*/ 1406313 w 1677791"/>
              <a:gd name="connsiteY18" fmla="*/ 574698 h 1486830"/>
              <a:gd name="connsiteX19" fmla="*/ 543426 w 1677791"/>
              <a:gd name="connsiteY19" fmla="*/ 584292 h 1486830"/>
              <a:gd name="connsiteX20" fmla="*/ 492271 w 1677791"/>
              <a:gd name="connsiteY20" fmla="*/ 437094 h 1486830"/>
              <a:gd name="connsiteX21" fmla="*/ 393221 w 1677791"/>
              <a:gd name="connsiteY21" fmla="*/ 348324 h 1486830"/>
              <a:gd name="connsiteX22" fmla="*/ 580583 w 1677791"/>
              <a:gd name="connsiteY22" fmla="*/ 864764 h 1486830"/>
              <a:gd name="connsiteX23" fmla="*/ 1407174 w 1677791"/>
              <a:gd name="connsiteY23" fmla="*/ 864764 h 1486830"/>
              <a:gd name="connsiteX24" fmla="*/ 1508184 w 1677791"/>
              <a:gd name="connsiteY24" fmla="*/ 348324 h 1486830"/>
              <a:gd name="connsiteX25" fmla="*/ 34808 w 1677791"/>
              <a:gd name="connsiteY25" fmla="*/ 0 h 1486830"/>
              <a:gd name="connsiteX26" fmla="*/ 294110 w 1677791"/>
              <a:gd name="connsiteY26" fmla="*/ 64594 h 1486830"/>
              <a:gd name="connsiteX27" fmla="*/ 292553 w 1677791"/>
              <a:gd name="connsiteY27" fmla="*/ 70844 h 1486830"/>
              <a:gd name="connsiteX28" fmla="*/ 340979 w 1677791"/>
              <a:gd name="connsiteY28" fmla="*/ 204324 h 1486830"/>
              <a:gd name="connsiteX29" fmla="*/ 1536349 w 1677791"/>
              <a:gd name="connsiteY29" fmla="*/ 204324 h 1486830"/>
              <a:gd name="connsiteX30" fmla="*/ 1536474 w 1677791"/>
              <a:gd name="connsiteY30" fmla="*/ 203688 h 1486830"/>
              <a:gd name="connsiteX31" fmla="*/ 1579508 w 1677791"/>
              <a:gd name="connsiteY31" fmla="*/ 204324 h 1486830"/>
              <a:gd name="connsiteX32" fmla="*/ 1631907 w 1677791"/>
              <a:gd name="connsiteY32" fmla="*/ 204324 h 1486830"/>
              <a:gd name="connsiteX33" fmla="*/ 1631907 w 1677791"/>
              <a:gd name="connsiteY33" fmla="*/ 205098 h 1486830"/>
              <a:gd name="connsiteX34" fmla="*/ 1677791 w 1677791"/>
              <a:gd name="connsiteY34" fmla="*/ 205776 h 1486830"/>
              <a:gd name="connsiteX35" fmla="*/ 1525738 w 1677791"/>
              <a:gd name="connsiteY35" fmla="*/ 1008764 h 1486830"/>
              <a:gd name="connsiteX36" fmla="*/ 1518818 w 1677791"/>
              <a:gd name="connsiteY36" fmla="*/ 1007409 h 1486830"/>
              <a:gd name="connsiteX37" fmla="*/ 1518818 w 1677791"/>
              <a:gd name="connsiteY37" fmla="*/ 1008764 h 1486830"/>
              <a:gd name="connsiteX38" fmla="*/ 632825 w 1677791"/>
              <a:gd name="connsiteY38" fmla="*/ 1008764 h 1486830"/>
              <a:gd name="connsiteX39" fmla="*/ 668973 w 1677791"/>
              <a:gd name="connsiteY39" fmla="*/ 1108403 h 1486830"/>
              <a:gd name="connsiteX40" fmla="*/ 682149 w 1677791"/>
              <a:gd name="connsiteY40" fmla="*/ 1107074 h 1486830"/>
              <a:gd name="connsiteX41" fmla="*/ 816413 w 1677791"/>
              <a:gd name="connsiteY41" fmla="*/ 1162688 h 1486830"/>
              <a:gd name="connsiteX42" fmla="*/ 853014 w 1677791"/>
              <a:gd name="connsiteY42" fmla="*/ 1216974 h 1486830"/>
              <a:gd name="connsiteX43" fmla="*/ 1119861 w 1677791"/>
              <a:gd name="connsiteY43" fmla="*/ 1216974 h 1486830"/>
              <a:gd name="connsiteX44" fmla="*/ 1156462 w 1677791"/>
              <a:gd name="connsiteY44" fmla="*/ 1162688 h 1486830"/>
              <a:gd name="connsiteX45" fmla="*/ 1290726 w 1677791"/>
              <a:gd name="connsiteY45" fmla="*/ 1107074 h 1486830"/>
              <a:gd name="connsiteX46" fmla="*/ 1480604 w 1677791"/>
              <a:gd name="connsiteY46" fmla="*/ 1296952 h 1486830"/>
              <a:gd name="connsiteX47" fmla="*/ 1290726 w 1677791"/>
              <a:gd name="connsiteY47" fmla="*/ 1486830 h 1486830"/>
              <a:gd name="connsiteX48" fmla="*/ 1115770 w 1677791"/>
              <a:gd name="connsiteY48" fmla="*/ 1370861 h 1486830"/>
              <a:gd name="connsiteX49" fmla="*/ 1113774 w 1677791"/>
              <a:gd name="connsiteY49" fmla="*/ 1360974 h 1486830"/>
              <a:gd name="connsiteX50" fmla="*/ 859102 w 1677791"/>
              <a:gd name="connsiteY50" fmla="*/ 1360974 h 1486830"/>
              <a:gd name="connsiteX51" fmla="*/ 857106 w 1677791"/>
              <a:gd name="connsiteY51" fmla="*/ 1370861 h 1486830"/>
              <a:gd name="connsiteX52" fmla="*/ 682149 w 1677791"/>
              <a:gd name="connsiteY52" fmla="*/ 1486830 h 1486830"/>
              <a:gd name="connsiteX53" fmla="*/ 492271 w 1677791"/>
              <a:gd name="connsiteY53" fmla="*/ 1296952 h 1486830"/>
              <a:gd name="connsiteX54" fmla="*/ 507193 w 1677791"/>
              <a:gd name="connsiteY54" fmla="*/ 1223043 h 1486830"/>
              <a:gd name="connsiteX55" fmla="*/ 539822 w 1677791"/>
              <a:gd name="connsiteY55" fmla="*/ 1174647 h 1486830"/>
              <a:gd name="connsiteX56" fmla="*/ 180691 w 1677791"/>
              <a:gd name="connsiteY56" fmla="*/ 184741 h 1486830"/>
              <a:gd name="connsiteX57" fmla="*/ 0 w 1677791"/>
              <a:gd name="connsiteY57" fmla="*/ 139730 h 1486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677791" h="1486830">
                <a:moveTo>
                  <a:pt x="1290726" y="1211742"/>
                </a:moveTo>
                <a:cubicBezTo>
                  <a:pt x="1255431" y="1211742"/>
                  <a:pt x="1225148" y="1233202"/>
                  <a:pt x="1212213" y="1263785"/>
                </a:cubicBezTo>
                <a:lnTo>
                  <a:pt x="1210535" y="1272092"/>
                </a:lnTo>
                <a:lnTo>
                  <a:pt x="1210535" y="1321812"/>
                </a:lnTo>
                <a:lnTo>
                  <a:pt x="1212213" y="1330120"/>
                </a:lnTo>
                <a:cubicBezTo>
                  <a:pt x="1225148" y="1360703"/>
                  <a:pt x="1255431" y="1382162"/>
                  <a:pt x="1290726" y="1382162"/>
                </a:cubicBezTo>
                <a:cubicBezTo>
                  <a:pt x="1337786" y="1382162"/>
                  <a:pt x="1375936" y="1344012"/>
                  <a:pt x="1375936" y="1296952"/>
                </a:cubicBezTo>
                <a:cubicBezTo>
                  <a:pt x="1375936" y="1249892"/>
                  <a:pt x="1337786" y="1211742"/>
                  <a:pt x="1290726" y="1211742"/>
                </a:cubicBezTo>
                <a:close/>
                <a:moveTo>
                  <a:pt x="682149" y="1211742"/>
                </a:moveTo>
                <a:cubicBezTo>
                  <a:pt x="635089" y="1211742"/>
                  <a:pt x="596939" y="1249892"/>
                  <a:pt x="596939" y="1296952"/>
                </a:cubicBezTo>
                <a:cubicBezTo>
                  <a:pt x="596939" y="1344012"/>
                  <a:pt x="635089" y="1382162"/>
                  <a:pt x="682149" y="1382162"/>
                </a:cubicBezTo>
                <a:cubicBezTo>
                  <a:pt x="729209" y="1382162"/>
                  <a:pt x="767359" y="1344012"/>
                  <a:pt x="767359" y="1296952"/>
                </a:cubicBezTo>
                <a:cubicBezTo>
                  <a:pt x="767359" y="1249892"/>
                  <a:pt x="729209" y="1211742"/>
                  <a:pt x="682149" y="1211742"/>
                </a:cubicBezTo>
                <a:close/>
                <a:moveTo>
                  <a:pt x="1392841" y="640871"/>
                </a:moveTo>
                <a:lnTo>
                  <a:pt x="1360870" y="788070"/>
                </a:lnTo>
                <a:lnTo>
                  <a:pt x="625002" y="791267"/>
                </a:lnTo>
                <a:lnTo>
                  <a:pt x="577044" y="650464"/>
                </a:lnTo>
                <a:close/>
                <a:moveTo>
                  <a:pt x="1444679" y="433897"/>
                </a:moveTo>
                <a:lnTo>
                  <a:pt x="1406313" y="574698"/>
                </a:lnTo>
                <a:lnTo>
                  <a:pt x="543426" y="584292"/>
                </a:lnTo>
                <a:lnTo>
                  <a:pt x="492271" y="437094"/>
                </a:lnTo>
                <a:close/>
                <a:moveTo>
                  <a:pt x="393221" y="348324"/>
                </a:moveTo>
                <a:lnTo>
                  <a:pt x="580583" y="864764"/>
                </a:lnTo>
                <a:lnTo>
                  <a:pt x="1407174" y="864764"/>
                </a:lnTo>
                <a:lnTo>
                  <a:pt x="1508184" y="348324"/>
                </a:lnTo>
                <a:close/>
                <a:moveTo>
                  <a:pt x="34808" y="0"/>
                </a:moveTo>
                <a:lnTo>
                  <a:pt x="294110" y="64594"/>
                </a:lnTo>
                <a:lnTo>
                  <a:pt x="292553" y="70844"/>
                </a:lnTo>
                <a:lnTo>
                  <a:pt x="340979" y="204324"/>
                </a:lnTo>
                <a:lnTo>
                  <a:pt x="1536349" y="204324"/>
                </a:lnTo>
                <a:lnTo>
                  <a:pt x="1536474" y="203688"/>
                </a:lnTo>
                <a:lnTo>
                  <a:pt x="1579508" y="204324"/>
                </a:lnTo>
                <a:lnTo>
                  <a:pt x="1631907" y="204324"/>
                </a:lnTo>
                <a:lnTo>
                  <a:pt x="1631907" y="205098"/>
                </a:lnTo>
                <a:lnTo>
                  <a:pt x="1677791" y="205776"/>
                </a:lnTo>
                <a:lnTo>
                  <a:pt x="1525738" y="1008764"/>
                </a:lnTo>
                <a:lnTo>
                  <a:pt x="1518818" y="1007409"/>
                </a:lnTo>
                <a:lnTo>
                  <a:pt x="1518818" y="1008764"/>
                </a:lnTo>
                <a:lnTo>
                  <a:pt x="632825" y="1008764"/>
                </a:lnTo>
                <a:lnTo>
                  <a:pt x="668973" y="1108403"/>
                </a:lnTo>
                <a:lnTo>
                  <a:pt x="682149" y="1107074"/>
                </a:lnTo>
                <a:cubicBezTo>
                  <a:pt x="734583" y="1107074"/>
                  <a:pt x="782052" y="1128327"/>
                  <a:pt x="816413" y="1162688"/>
                </a:cubicBezTo>
                <a:lnTo>
                  <a:pt x="853014" y="1216974"/>
                </a:lnTo>
                <a:lnTo>
                  <a:pt x="1119861" y="1216974"/>
                </a:lnTo>
                <a:lnTo>
                  <a:pt x="1156462" y="1162688"/>
                </a:lnTo>
                <a:cubicBezTo>
                  <a:pt x="1190823" y="1128327"/>
                  <a:pt x="1238293" y="1107074"/>
                  <a:pt x="1290726" y="1107074"/>
                </a:cubicBezTo>
                <a:cubicBezTo>
                  <a:pt x="1395593" y="1107074"/>
                  <a:pt x="1480604" y="1192085"/>
                  <a:pt x="1480604" y="1296952"/>
                </a:cubicBezTo>
                <a:cubicBezTo>
                  <a:pt x="1480604" y="1401819"/>
                  <a:pt x="1395593" y="1486830"/>
                  <a:pt x="1290726" y="1486830"/>
                </a:cubicBezTo>
                <a:cubicBezTo>
                  <a:pt x="1212076" y="1486830"/>
                  <a:pt x="1144595" y="1439012"/>
                  <a:pt x="1115770" y="1370861"/>
                </a:cubicBezTo>
                <a:lnTo>
                  <a:pt x="1113774" y="1360974"/>
                </a:lnTo>
                <a:lnTo>
                  <a:pt x="859102" y="1360974"/>
                </a:lnTo>
                <a:lnTo>
                  <a:pt x="857106" y="1370861"/>
                </a:lnTo>
                <a:cubicBezTo>
                  <a:pt x="828281" y="1439012"/>
                  <a:pt x="760800" y="1486830"/>
                  <a:pt x="682149" y="1486830"/>
                </a:cubicBezTo>
                <a:cubicBezTo>
                  <a:pt x="577282" y="1486830"/>
                  <a:pt x="492271" y="1401819"/>
                  <a:pt x="492271" y="1296952"/>
                </a:cubicBezTo>
                <a:cubicBezTo>
                  <a:pt x="492271" y="1270736"/>
                  <a:pt x="497584" y="1245760"/>
                  <a:pt x="507193" y="1223043"/>
                </a:cubicBezTo>
                <a:lnTo>
                  <a:pt x="539822" y="1174647"/>
                </a:lnTo>
                <a:lnTo>
                  <a:pt x="180691" y="184741"/>
                </a:lnTo>
                <a:lnTo>
                  <a:pt x="0" y="1397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53074" y="6624536"/>
            <a:ext cx="11485852" cy="972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/>
          <p:cNvSpPr/>
          <p:nvPr userDrawn="1"/>
        </p:nvSpPr>
        <p:spPr>
          <a:xfrm>
            <a:off x="1966786" y="595265"/>
            <a:ext cx="9675969" cy="5667470"/>
          </a:xfrm>
          <a:custGeom>
            <a:avLst/>
            <a:gdLst>
              <a:gd name="connsiteX0" fmla="*/ 0 w 9675969"/>
              <a:gd name="connsiteY0" fmla="*/ 0 h 5667470"/>
              <a:gd name="connsiteX1" fmla="*/ 9675969 w 9675969"/>
              <a:gd name="connsiteY1" fmla="*/ 0 h 5667470"/>
              <a:gd name="connsiteX2" fmla="*/ 9675969 w 9675969"/>
              <a:gd name="connsiteY2" fmla="*/ 5667470 h 5667470"/>
              <a:gd name="connsiteX3" fmla="*/ 97402 w 9675969"/>
              <a:gd name="connsiteY3" fmla="*/ 5667470 h 5667470"/>
              <a:gd name="connsiteX4" fmla="*/ 97402 w 9675969"/>
              <a:gd name="connsiteY4" fmla="*/ 5583705 h 5667470"/>
              <a:gd name="connsiteX5" fmla="*/ 9592204 w 9675969"/>
              <a:gd name="connsiteY5" fmla="*/ 5583705 h 5667470"/>
              <a:gd name="connsiteX6" fmla="*/ 9592204 w 9675969"/>
              <a:gd name="connsiteY6" fmla="*/ 83765 h 5667470"/>
              <a:gd name="connsiteX7" fmla="*/ 83765 w 9675969"/>
              <a:gd name="connsiteY7" fmla="*/ 83765 h 5667470"/>
              <a:gd name="connsiteX8" fmla="*/ 83765 w 9675969"/>
              <a:gd name="connsiteY8" fmla="*/ 3424474 h 5667470"/>
              <a:gd name="connsiteX9" fmla="*/ 0 w 9675969"/>
              <a:gd name="connsiteY9" fmla="*/ 3424474 h 566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75969" h="5667470">
                <a:moveTo>
                  <a:pt x="0" y="0"/>
                </a:moveTo>
                <a:lnTo>
                  <a:pt x="9675969" y="0"/>
                </a:lnTo>
                <a:lnTo>
                  <a:pt x="9675969" y="5667470"/>
                </a:lnTo>
                <a:lnTo>
                  <a:pt x="97402" y="5667470"/>
                </a:lnTo>
                <a:lnTo>
                  <a:pt x="97402" y="5583705"/>
                </a:lnTo>
                <a:lnTo>
                  <a:pt x="9592204" y="5583705"/>
                </a:lnTo>
                <a:lnTo>
                  <a:pt x="9592204" y="83765"/>
                </a:lnTo>
                <a:lnTo>
                  <a:pt x="83765" y="83765"/>
                </a:lnTo>
                <a:lnTo>
                  <a:pt x="83765" y="3424474"/>
                </a:lnTo>
                <a:lnTo>
                  <a:pt x="0" y="342447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" name="Graphic 70"/>
          <p:cNvGrpSpPr/>
          <p:nvPr userDrawn="1"/>
        </p:nvGrpSpPr>
        <p:grpSpPr>
          <a:xfrm flipH="1">
            <a:off x="1966786" y="3881925"/>
            <a:ext cx="2331651" cy="2229298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6" name="Freeform: Shape 5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aphic 25"/>
          <p:cNvGrpSpPr/>
          <p:nvPr userDrawn="1"/>
        </p:nvGrpSpPr>
        <p:grpSpPr>
          <a:xfrm>
            <a:off x="342288" y="5278574"/>
            <a:ext cx="1920177" cy="1275995"/>
            <a:chOff x="342288" y="5278574"/>
            <a:chExt cx="1920177" cy="1275995"/>
          </a:xfrm>
        </p:grpSpPr>
        <p:sp>
          <p:nvSpPr>
            <p:cNvPr id="10" name="Freeform: Shape 9"/>
            <p:cNvSpPr/>
            <p:nvPr/>
          </p:nvSpPr>
          <p:spPr>
            <a:xfrm>
              <a:off x="342288" y="5278574"/>
              <a:ext cx="1920177" cy="1275995"/>
            </a:xfrm>
            <a:custGeom>
              <a:avLst/>
              <a:gdLst>
                <a:gd name="connsiteX0" fmla="*/ 1895460 w 1920176"/>
                <a:gd name="connsiteY0" fmla="*/ 616030 h 1274796"/>
                <a:gd name="connsiteX1" fmla="*/ 1829939 w 1920176"/>
                <a:gd name="connsiteY1" fmla="*/ 539306 h 1274796"/>
                <a:gd name="connsiteX2" fmla="*/ 1633135 w 1920176"/>
                <a:gd name="connsiteY2" fmla="*/ 367101 h 1274796"/>
                <a:gd name="connsiteX3" fmla="*/ 1431946 w 1920176"/>
                <a:gd name="connsiteY3" fmla="*/ 220229 h 1274796"/>
                <a:gd name="connsiteX4" fmla="*/ 1122124 w 1920176"/>
                <a:gd name="connsiteY4" fmla="*/ 73112 h 1274796"/>
                <a:gd name="connsiteX5" fmla="*/ 816931 w 1920176"/>
                <a:gd name="connsiteY5" fmla="*/ 2964 h 1274796"/>
                <a:gd name="connsiteX6" fmla="*/ 573360 w 1920176"/>
                <a:gd name="connsiteY6" fmla="*/ 15630 h 1274796"/>
                <a:gd name="connsiteX7" fmla="*/ 289114 w 1920176"/>
                <a:gd name="connsiteY7" fmla="*/ 113058 h 1274796"/>
                <a:gd name="connsiteX8" fmla="*/ 102052 w 1920176"/>
                <a:gd name="connsiteY8" fmla="*/ 262123 h 1274796"/>
                <a:gd name="connsiteX9" fmla="*/ 56991 w 1920176"/>
                <a:gd name="connsiteY9" fmla="*/ 711266 h 1274796"/>
                <a:gd name="connsiteX10" fmla="*/ 258180 w 1920176"/>
                <a:gd name="connsiteY10" fmla="*/ 899302 h 1274796"/>
                <a:gd name="connsiteX11" fmla="*/ 549977 w 1920176"/>
                <a:gd name="connsiteY11" fmla="*/ 1050316 h 1274796"/>
                <a:gd name="connsiteX12" fmla="*/ 879772 w 1920176"/>
                <a:gd name="connsiteY12" fmla="*/ 1181844 h 1274796"/>
                <a:gd name="connsiteX13" fmla="*/ 1159634 w 1920176"/>
                <a:gd name="connsiteY13" fmla="*/ 1270503 h 1274796"/>
                <a:gd name="connsiteX14" fmla="*/ 1272163 w 1920176"/>
                <a:gd name="connsiteY14" fmla="*/ 1270503 h 1274796"/>
                <a:gd name="connsiteX15" fmla="*/ 1408076 w 1920176"/>
                <a:gd name="connsiteY15" fmla="*/ 1214239 h 1274796"/>
                <a:gd name="connsiteX16" fmla="*/ 1738844 w 1920176"/>
                <a:gd name="connsiteY16" fmla="*/ 964579 h 1274796"/>
                <a:gd name="connsiteX17" fmla="*/ 1786584 w 1920176"/>
                <a:gd name="connsiteY17" fmla="*/ 967258 h 1274796"/>
                <a:gd name="connsiteX18" fmla="*/ 1807775 w 1920176"/>
                <a:gd name="connsiteY18" fmla="*/ 927069 h 1274796"/>
                <a:gd name="connsiteX19" fmla="*/ 1784879 w 1920176"/>
                <a:gd name="connsiteY19" fmla="*/ 918301 h 1274796"/>
                <a:gd name="connsiteX20" fmla="*/ 1836029 w 1920176"/>
                <a:gd name="connsiteY20" fmla="*/ 859600 h 1274796"/>
                <a:gd name="connsiteX21" fmla="*/ 1910805 w 1920176"/>
                <a:gd name="connsiteY21" fmla="*/ 735136 h 1274796"/>
                <a:gd name="connsiteX22" fmla="*/ 1895460 w 1920176"/>
                <a:gd name="connsiteY22" fmla="*/ 616030 h 1274796"/>
                <a:gd name="connsiteX0-1" fmla="*/ 1895460 w 1920177"/>
                <a:gd name="connsiteY0-2" fmla="*/ 616030 h 1274796"/>
                <a:gd name="connsiteX1-3" fmla="*/ 1829939 w 1920177"/>
                <a:gd name="connsiteY1-4" fmla="*/ 539306 h 1274796"/>
                <a:gd name="connsiteX2-5" fmla="*/ 1633135 w 1920177"/>
                <a:gd name="connsiteY2-6" fmla="*/ 367101 h 1274796"/>
                <a:gd name="connsiteX3-7" fmla="*/ 1431946 w 1920177"/>
                <a:gd name="connsiteY3-8" fmla="*/ 220229 h 1274796"/>
                <a:gd name="connsiteX4-9" fmla="*/ 1122124 w 1920177"/>
                <a:gd name="connsiteY4-10" fmla="*/ 73112 h 1274796"/>
                <a:gd name="connsiteX5-11" fmla="*/ 816931 w 1920177"/>
                <a:gd name="connsiteY5-12" fmla="*/ 2964 h 1274796"/>
                <a:gd name="connsiteX6-13" fmla="*/ 573360 w 1920177"/>
                <a:gd name="connsiteY6-14" fmla="*/ 15630 h 1274796"/>
                <a:gd name="connsiteX7-15" fmla="*/ 289114 w 1920177"/>
                <a:gd name="connsiteY7-16" fmla="*/ 113058 h 1274796"/>
                <a:gd name="connsiteX8-17" fmla="*/ 102052 w 1920177"/>
                <a:gd name="connsiteY8-18" fmla="*/ 262123 h 1274796"/>
                <a:gd name="connsiteX9-19" fmla="*/ 56991 w 1920177"/>
                <a:gd name="connsiteY9-20" fmla="*/ 711266 h 1274796"/>
                <a:gd name="connsiteX10-21" fmla="*/ 258180 w 1920177"/>
                <a:gd name="connsiteY10-22" fmla="*/ 899302 h 1274796"/>
                <a:gd name="connsiteX11-23" fmla="*/ 549977 w 1920177"/>
                <a:gd name="connsiteY11-24" fmla="*/ 1050316 h 1274796"/>
                <a:gd name="connsiteX12-25" fmla="*/ 879772 w 1920177"/>
                <a:gd name="connsiteY12-26" fmla="*/ 1181844 h 1274796"/>
                <a:gd name="connsiteX13-27" fmla="*/ 1159634 w 1920177"/>
                <a:gd name="connsiteY13-28" fmla="*/ 1270503 h 1274796"/>
                <a:gd name="connsiteX14-29" fmla="*/ 1272163 w 1920177"/>
                <a:gd name="connsiteY14-30" fmla="*/ 1270503 h 1274796"/>
                <a:gd name="connsiteX15-31" fmla="*/ 1408076 w 1920177"/>
                <a:gd name="connsiteY15-32" fmla="*/ 1214239 h 1274796"/>
                <a:gd name="connsiteX16-33" fmla="*/ 1738844 w 1920177"/>
                <a:gd name="connsiteY16-34" fmla="*/ 964579 h 1274796"/>
                <a:gd name="connsiteX17-35" fmla="*/ 1807775 w 1920177"/>
                <a:gd name="connsiteY17-36" fmla="*/ 927069 h 1274796"/>
                <a:gd name="connsiteX18-37" fmla="*/ 1784879 w 1920177"/>
                <a:gd name="connsiteY18-38" fmla="*/ 918301 h 1274796"/>
                <a:gd name="connsiteX19-39" fmla="*/ 1836029 w 1920177"/>
                <a:gd name="connsiteY19-40" fmla="*/ 859600 h 1274796"/>
                <a:gd name="connsiteX20-41" fmla="*/ 1910805 w 1920177"/>
                <a:gd name="connsiteY20-42" fmla="*/ 735136 h 1274796"/>
                <a:gd name="connsiteX21-43" fmla="*/ 1895460 w 1920177"/>
                <a:gd name="connsiteY21-44" fmla="*/ 616030 h 1274796"/>
                <a:gd name="connsiteX0-45" fmla="*/ 1895460 w 1920177"/>
                <a:gd name="connsiteY0-46" fmla="*/ 616030 h 1274796"/>
                <a:gd name="connsiteX1-47" fmla="*/ 1829939 w 1920177"/>
                <a:gd name="connsiteY1-48" fmla="*/ 539306 h 1274796"/>
                <a:gd name="connsiteX2-49" fmla="*/ 1633135 w 1920177"/>
                <a:gd name="connsiteY2-50" fmla="*/ 367101 h 1274796"/>
                <a:gd name="connsiteX3-51" fmla="*/ 1431946 w 1920177"/>
                <a:gd name="connsiteY3-52" fmla="*/ 220229 h 1274796"/>
                <a:gd name="connsiteX4-53" fmla="*/ 1122124 w 1920177"/>
                <a:gd name="connsiteY4-54" fmla="*/ 73112 h 1274796"/>
                <a:gd name="connsiteX5-55" fmla="*/ 816931 w 1920177"/>
                <a:gd name="connsiteY5-56" fmla="*/ 2964 h 1274796"/>
                <a:gd name="connsiteX6-57" fmla="*/ 573360 w 1920177"/>
                <a:gd name="connsiteY6-58" fmla="*/ 15630 h 1274796"/>
                <a:gd name="connsiteX7-59" fmla="*/ 289114 w 1920177"/>
                <a:gd name="connsiteY7-60" fmla="*/ 113058 h 1274796"/>
                <a:gd name="connsiteX8-61" fmla="*/ 102052 w 1920177"/>
                <a:gd name="connsiteY8-62" fmla="*/ 262123 h 1274796"/>
                <a:gd name="connsiteX9-63" fmla="*/ 56991 w 1920177"/>
                <a:gd name="connsiteY9-64" fmla="*/ 711266 h 1274796"/>
                <a:gd name="connsiteX10-65" fmla="*/ 258180 w 1920177"/>
                <a:gd name="connsiteY10-66" fmla="*/ 899302 h 1274796"/>
                <a:gd name="connsiteX11-67" fmla="*/ 549977 w 1920177"/>
                <a:gd name="connsiteY11-68" fmla="*/ 1050316 h 1274796"/>
                <a:gd name="connsiteX12-69" fmla="*/ 879772 w 1920177"/>
                <a:gd name="connsiteY12-70" fmla="*/ 1181844 h 1274796"/>
                <a:gd name="connsiteX13-71" fmla="*/ 1159634 w 1920177"/>
                <a:gd name="connsiteY13-72" fmla="*/ 1270503 h 1274796"/>
                <a:gd name="connsiteX14-73" fmla="*/ 1272163 w 1920177"/>
                <a:gd name="connsiteY14-74" fmla="*/ 1270503 h 1274796"/>
                <a:gd name="connsiteX15-75" fmla="*/ 1408076 w 1920177"/>
                <a:gd name="connsiteY15-76" fmla="*/ 1214239 h 1274796"/>
                <a:gd name="connsiteX16-77" fmla="*/ 1738844 w 1920177"/>
                <a:gd name="connsiteY16-78" fmla="*/ 964579 h 1274796"/>
                <a:gd name="connsiteX17-79" fmla="*/ 1784879 w 1920177"/>
                <a:gd name="connsiteY17-80" fmla="*/ 918301 h 1274796"/>
                <a:gd name="connsiteX18-81" fmla="*/ 1836029 w 1920177"/>
                <a:gd name="connsiteY18-82" fmla="*/ 859600 h 1274796"/>
                <a:gd name="connsiteX19-83" fmla="*/ 1910805 w 1920177"/>
                <a:gd name="connsiteY19-84" fmla="*/ 735136 h 1274796"/>
                <a:gd name="connsiteX20-85" fmla="*/ 1895460 w 1920177"/>
                <a:gd name="connsiteY20-86" fmla="*/ 616030 h 1274796"/>
                <a:gd name="connsiteX0-87" fmla="*/ 1895460 w 1920177"/>
                <a:gd name="connsiteY0-88" fmla="*/ 616030 h 1274796"/>
                <a:gd name="connsiteX1-89" fmla="*/ 1829939 w 1920177"/>
                <a:gd name="connsiteY1-90" fmla="*/ 539306 h 1274796"/>
                <a:gd name="connsiteX2-91" fmla="*/ 1633135 w 1920177"/>
                <a:gd name="connsiteY2-92" fmla="*/ 367101 h 1274796"/>
                <a:gd name="connsiteX3-93" fmla="*/ 1431946 w 1920177"/>
                <a:gd name="connsiteY3-94" fmla="*/ 220229 h 1274796"/>
                <a:gd name="connsiteX4-95" fmla="*/ 1122124 w 1920177"/>
                <a:gd name="connsiteY4-96" fmla="*/ 73112 h 1274796"/>
                <a:gd name="connsiteX5-97" fmla="*/ 816931 w 1920177"/>
                <a:gd name="connsiteY5-98" fmla="*/ 2964 h 1274796"/>
                <a:gd name="connsiteX6-99" fmla="*/ 573360 w 1920177"/>
                <a:gd name="connsiteY6-100" fmla="*/ 15630 h 1274796"/>
                <a:gd name="connsiteX7-101" fmla="*/ 289114 w 1920177"/>
                <a:gd name="connsiteY7-102" fmla="*/ 113058 h 1274796"/>
                <a:gd name="connsiteX8-103" fmla="*/ 102052 w 1920177"/>
                <a:gd name="connsiteY8-104" fmla="*/ 262123 h 1274796"/>
                <a:gd name="connsiteX9-105" fmla="*/ 56991 w 1920177"/>
                <a:gd name="connsiteY9-106" fmla="*/ 711266 h 1274796"/>
                <a:gd name="connsiteX10-107" fmla="*/ 258180 w 1920177"/>
                <a:gd name="connsiteY10-108" fmla="*/ 899302 h 1274796"/>
                <a:gd name="connsiteX11-109" fmla="*/ 549977 w 1920177"/>
                <a:gd name="connsiteY11-110" fmla="*/ 1050316 h 1274796"/>
                <a:gd name="connsiteX12-111" fmla="*/ 879772 w 1920177"/>
                <a:gd name="connsiteY12-112" fmla="*/ 1181844 h 1274796"/>
                <a:gd name="connsiteX13-113" fmla="*/ 1159634 w 1920177"/>
                <a:gd name="connsiteY13-114" fmla="*/ 1270503 h 1274796"/>
                <a:gd name="connsiteX14-115" fmla="*/ 1272163 w 1920177"/>
                <a:gd name="connsiteY14-116" fmla="*/ 1270503 h 1274796"/>
                <a:gd name="connsiteX15-117" fmla="*/ 1408076 w 1920177"/>
                <a:gd name="connsiteY15-118" fmla="*/ 1214239 h 1274796"/>
                <a:gd name="connsiteX16-119" fmla="*/ 1738844 w 1920177"/>
                <a:gd name="connsiteY16-120" fmla="*/ 964579 h 1274796"/>
                <a:gd name="connsiteX17-121" fmla="*/ 1836029 w 1920177"/>
                <a:gd name="connsiteY17-122" fmla="*/ 859600 h 1274796"/>
                <a:gd name="connsiteX18-123" fmla="*/ 1910805 w 1920177"/>
                <a:gd name="connsiteY18-124" fmla="*/ 735136 h 1274796"/>
                <a:gd name="connsiteX19-125" fmla="*/ 1895460 w 1920177"/>
                <a:gd name="connsiteY19-126" fmla="*/ 616030 h 1274796"/>
                <a:gd name="connsiteX0-127" fmla="*/ 1895460 w 1920177"/>
                <a:gd name="connsiteY0-128" fmla="*/ 616030 h 1274796"/>
                <a:gd name="connsiteX1-129" fmla="*/ 1829939 w 1920177"/>
                <a:gd name="connsiteY1-130" fmla="*/ 539306 h 1274796"/>
                <a:gd name="connsiteX2-131" fmla="*/ 1633135 w 1920177"/>
                <a:gd name="connsiteY2-132" fmla="*/ 367101 h 1274796"/>
                <a:gd name="connsiteX3-133" fmla="*/ 1431946 w 1920177"/>
                <a:gd name="connsiteY3-134" fmla="*/ 220229 h 1274796"/>
                <a:gd name="connsiteX4-135" fmla="*/ 1122124 w 1920177"/>
                <a:gd name="connsiteY4-136" fmla="*/ 73112 h 1274796"/>
                <a:gd name="connsiteX5-137" fmla="*/ 816931 w 1920177"/>
                <a:gd name="connsiteY5-138" fmla="*/ 2964 h 1274796"/>
                <a:gd name="connsiteX6-139" fmla="*/ 573360 w 1920177"/>
                <a:gd name="connsiteY6-140" fmla="*/ 15630 h 1274796"/>
                <a:gd name="connsiteX7-141" fmla="*/ 289114 w 1920177"/>
                <a:gd name="connsiteY7-142" fmla="*/ 113058 h 1274796"/>
                <a:gd name="connsiteX8-143" fmla="*/ 102052 w 1920177"/>
                <a:gd name="connsiteY8-144" fmla="*/ 262123 h 1274796"/>
                <a:gd name="connsiteX9-145" fmla="*/ 56991 w 1920177"/>
                <a:gd name="connsiteY9-146" fmla="*/ 711266 h 1274796"/>
                <a:gd name="connsiteX10-147" fmla="*/ 258180 w 1920177"/>
                <a:gd name="connsiteY10-148" fmla="*/ 899302 h 1274796"/>
                <a:gd name="connsiteX11-149" fmla="*/ 549977 w 1920177"/>
                <a:gd name="connsiteY11-150" fmla="*/ 1050316 h 1274796"/>
                <a:gd name="connsiteX12-151" fmla="*/ 879772 w 1920177"/>
                <a:gd name="connsiteY12-152" fmla="*/ 1181844 h 1274796"/>
                <a:gd name="connsiteX13-153" fmla="*/ 1159634 w 1920177"/>
                <a:gd name="connsiteY13-154" fmla="*/ 1270503 h 1274796"/>
                <a:gd name="connsiteX14-155" fmla="*/ 1272163 w 1920177"/>
                <a:gd name="connsiteY14-156" fmla="*/ 1270503 h 1274796"/>
                <a:gd name="connsiteX15-157" fmla="*/ 1408076 w 1920177"/>
                <a:gd name="connsiteY15-158" fmla="*/ 1214239 h 1274796"/>
                <a:gd name="connsiteX16-159" fmla="*/ 1738844 w 1920177"/>
                <a:gd name="connsiteY16-160" fmla="*/ 964579 h 1274796"/>
                <a:gd name="connsiteX17-161" fmla="*/ 1836029 w 1920177"/>
                <a:gd name="connsiteY17-162" fmla="*/ 859600 h 1274796"/>
                <a:gd name="connsiteX18-163" fmla="*/ 1910805 w 1920177"/>
                <a:gd name="connsiteY18-164" fmla="*/ 735136 h 1274796"/>
                <a:gd name="connsiteX19-165" fmla="*/ 1895460 w 1920177"/>
                <a:gd name="connsiteY19-166" fmla="*/ 616030 h 1274796"/>
                <a:gd name="connsiteX0-167" fmla="*/ 1895460 w 1920177"/>
                <a:gd name="connsiteY0-168" fmla="*/ 616030 h 1276419"/>
                <a:gd name="connsiteX1-169" fmla="*/ 1829939 w 1920177"/>
                <a:gd name="connsiteY1-170" fmla="*/ 539306 h 1276419"/>
                <a:gd name="connsiteX2-171" fmla="*/ 1633135 w 1920177"/>
                <a:gd name="connsiteY2-172" fmla="*/ 367101 h 1276419"/>
                <a:gd name="connsiteX3-173" fmla="*/ 1431946 w 1920177"/>
                <a:gd name="connsiteY3-174" fmla="*/ 220229 h 1276419"/>
                <a:gd name="connsiteX4-175" fmla="*/ 1122124 w 1920177"/>
                <a:gd name="connsiteY4-176" fmla="*/ 73112 h 1276419"/>
                <a:gd name="connsiteX5-177" fmla="*/ 816931 w 1920177"/>
                <a:gd name="connsiteY5-178" fmla="*/ 2964 h 1276419"/>
                <a:gd name="connsiteX6-179" fmla="*/ 573360 w 1920177"/>
                <a:gd name="connsiteY6-180" fmla="*/ 15630 h 1276419"/>
                <a:gd name="connsiteX7-181" fmla="*/ 289114 w 1920177"/>
                <a:gd name="connsiteY7-182" fmla="*/ 113058 h 1276419"/>
                <a:gd name="connsiteX8-183" fmla="*/ 102052 w 1920177"/>
                <a:gd name="connsiteY8-184" fmla="*/ 262123 h 1276419"/>
                <a:gd name="connsiteX9-185" fmla="*/ 56991 w 1920177"/>
                <a:gd name="connsiteY9-186" fmla="*/ 711266 h 1276419"/>
                <a:gd name="connsiteX10-187" fmla="*/ 258180 w 1920177"/>
                <a:gd name="connsiteY10-188" fmla="*/ 899302 h 1276419"/>
                <a:gd name="connsiteX11-189" fmla="*/ 549977 w 1920177"/>
                <a:gd name="connsiteY11-190" fmla="*/ 1050316 h 1276419"/>
                <a:gd name="connsiteX12-191" fmla="*/ 879772 w 1920177"/>
                <a:gd name="connsiteY12-192" fmla="*/ 1181844 h 1276419"/>
                <a:gd name="connsiteX13-193" fmla="*/ 1159634 w 1920177"/>
                <a:gd name="connsiteY13-194" fmla="*/ 1270503 h 1276419"/>
                <a:gd name="connsiteX14-195" fmla="*/ 1272163 w 1920177"/>
                <a:gd name="connsiteY14-196" fmla="*/ 1270503 h 1276419"/>
                <a:gd name="connsiteX15-197" fmla="*/ 1414234 w 1920177"/>
                <a:gd name="connsiteY15-198" fmla="*/ 1211160 h 1276419"/>
                <a:gd name="connsiteX16-199" fmla="*/ 1738844 w 1920177"/>
                <a:gd name="connsiteY16-200" fmla="*/ 964579 h 1276419"/>
                <a:gd name="connsiteX17-201" fmla="*/ 1836029 w 1920177"/>
                <a:gd name="connsiteY17-202" fmla="*/ 859600 h 1276419"/>
                <a:gd name="connsiteX18-203" fmla="*/ 1910805 w 1920177"/>
                <a:gd name="connsiteY18-204" fmla="*/ 735136 h 1276419"/>
                <a:gd name="connsiteX19-205" fmla="*/ 1895460 w 1920177"/>
                <a:gd name="connsiteY19-206" fmla="*/ 616030 h 1276419"/>
                <a:gd name="connsiteX0-207" fmla="*/ 1895460 w 1920177"/>
                <a:gd name="connsiteY0-208" fmla="*/ 616030 h 1275785"/>
                <a:gd name="connsiteX1-209" fmla="*/ 1829939 w 1920177"/>
                <a:gd name="connsiteY1-210" fmla="*/ 539306 h 1275785"/>
                <a:gd name="connsiteX2-211" fmla="*/ 1633135 w 1920177"/>
                <a:gd name="connsiteY2-212" fmla="*/ 367101 h 1275785"/>
                <a:gd name="connsiteX3-213" fmla="*/ 1431946 w 1920177"/>
                <a:gd name="connsiteY3-214" fmla="*/ 220229 h 1275785"/>
                <a:gd name="connsiteX4-215" fmla="*/ 1122124 w 1920177"/>
                <a:gd name="connsiteY4-216" fmla="*/ 73112 h 1275785"/>
                <a:gd name="connsiteX5-217" fmla="*/ 816931 w 1920177"/>
                <a:gd name="connsiteY5-218" fmla="*/ 2964 h 1275785"/>
                <a:gd name="connsiteX6-219" fmla="*/ 573360 w 1920177"/>
                <a:gd name="connsiteY6-220" fmla="*/ 15630 h 1275785"/>
                <a:gd name="connsiteX7-221" fmla="*/ 289114 w 1920177"/>
                <a:gd name="connsiteY7-222" fmla="*/ 113058 h 1275785"/>
                <a:gd name="connsiteX8-223" fmla="*/ 102052 w 1920177"/>
                <a:gd name="connsiteY8-224" fmla="*/ 262123 h 1275785"/>
                <a:gd name="connsiteX9-225" fmla="*/ 56991 w 1920177"/>
                <a:gd name="connsiteY9-226" fmla="*/ 711266 h 1275785"/>
                <a:gd name="connsiteX10-227" fmla="*/ 258180 w 1920177"/>
                <a:gd name="connsiteY10-228" fmla="*/ 899302 h 1275785"/>
                <a:gd name="connsiteX11-229" fmla="*/ 549977 w 1920177"/>
                <a:gd name="connsiteY11-230" fmla="*/ 1050316 h 1275785"/>
                <a:gd name="connsiteX12-231" fmla="*/ 879772 w 1920177"/>
                <a:gd name="connsiteY12-232" fmla="*/ 1181844 h 1275785"/>
                <a:gd name="connsiteX13-233" fmla="*/ 1159634 w 1920177"/>
                <a:gd name="connsiteY13-234" fmla="*/ 1270503 h 1275785"/>
                <a:gd name="connsiteX14-235" fmla="*/ 1272163 w 1920177"/>
                <a:gd name="connsiteY14-236" fmla="*/ 1270503 h 1275785"/>
                <a:gd name="connsiteX15-237" fmla="*/ 1420392 w 1920177"/>
                <a:gd name="connsiteY15-238" fmla="*/ 1220396 h 1275785"/>
                <a:gd name="connsiteX16-239" fmla="*/ 1738844 w 1920177"/>
                <a:gd name="connsiteY16-240" fmla="*/ 964579 h 1275785"/>
                <a:gd name="connsiteX17-241" fmla="*/ 1836029 w 1920177"/>
                <a:gd name="connsiteY17-242" fmla="*/ 859600 h 1275785"/>
                <a:gd name="connsiteX18-243" fmla="*/ 1910805 w 1920177"/>
                <a:gd name="connsiteY18-244" fmla="*/ 735136 h 1275785"/>
                <a:gd name="connsiteX19-245" fmla="*/ 1895460 w 1920177"/>
                <a:gd name="connsiteY19-246" fmla="*/ 616030 h 1275785"/>
                <a:gd name="connsiteX0-247" fmla="*/ 1895460 w 1920177"/>
                <a:gd name="connsiteY0-248" fmla="*/ 616030 h 1275995"/>
                <a:gd name="connsiteX1-249" fmla="*/ 1829939 w 1920177"/>
                <a:gd name="connsiteY1-250" fmla="*/ 539306 h 1275995"/>
                <a:gd name="connsiteX2-251" fmla="*/ 1633135 w 1920177"/>
                <a:gd name="connsiteY2-252" fmla="*/ 367101 h 1275995"/>
                <a:gd name="connsiteX3-253" fmla="*/ 1431946 w 1920177"/>
                <a:gd name="connsiteY3-254" fmla="*/ 220229 h 1275995"/>
                <a:gd name="connsiteX4-255" fmla="*/ 1122124 w 1920177"/>
                <a:gd name="connsiteY4-256" fmla="*/ 73112 h 1275995"/>
                <a:gd name="connsiteX5-257" fmla="*/ 816931 w 1920177"/>
                <a:gd name="connsiteY5-258" fmla="*/ 2964 h 1275995"/>
                <a:gd name="connsiteX6-259" fmla="*/ 573360 w 1920177"/>
                <a:gd name="connsiteY6-260" fmla="*/ 15630 h 1275995"/>
                <a:gd name="connsiteX7-261" fmla="*/ 289114 w 1920177"/>
                <a:gd name="connsiteY7-262" fmla="*/ 113058 h 1275995"/>
                <a:gd name="connsiteX8-263" fmla="*/ 102052 w 1920177"/>
                <a:gd name="connsiteY8-264" fmla="*/ 262123 h 1275995"/>
                <a:gd name="connsiteX9-265" fmla="*/ 56991 w 1920177"/>
                <a:gd name="connsiteY9-266" fmla="*/ 711266 h 1275995"/>
                <a:gd name="connsiteX10-267" fmla="*/ 258180 w 1920177"/>
                <a:gd name="connsiteY10-268" fmla="*/ 899302 h 1275995"/>
                <a:gd name="connsiteX11-269" fmla="*/ 549977 w 1920177"/>
                <a:gd name="connsiteY11-270" fmla="*/ 1050316 h 1275995"/>
                <a:gd name="connsiteX12-271" fmla="*/ 879772 w 1920177"/>
                <a:gd name="connsiteY12-272" fmla="*/ 1181844 h 1275995"/>
                <a:gd name="connsiteX13-273" fmla="*/ 1159634 w 1920177"/>
                <a:gd name="connsiteY13-274" fmla="*/ 1270503 h 1275995"/>
                <a:gd name="connsiteX14-275" fmla="*/ 1272163 w 1920177"/>
                <a:gd name="connsiteY14-276" fmla="*/ 1270503 h 1275995"/>
                <a:gd name="connsiteX15-277" fmla="*/ 1417313 w 1920177"/>
                <a:gd name="connsiteY15-278" fmla="*/ 1217317 h 1275995"/>
                <a:gd name="connsiteX16-279" fmla="*/ 1738844 w 1920177"/>
                <a:gd name="connsiteY16-280" fmla="*/ 964579 h 1275995"/>
                <a:gd name="connsiteX17-281" fmla="*/ 1836029 w 1920177"/>
                <a:gd name="connsiteY17-282" fmla="*/ 859600 h 1275995"/>
                <a:gd name="connsiteX18-283" fmla="*/ 1910805 w 1920177"/>
                <a:gd name="connsiteY18-284" fmla="*/ 735136 h 1275995"/>
                <a:gd name="connsiteX19-285" fmla="*/ 1895460 w 1920177"/>
                <a:gd name="connsiteY19-286" fmla="*/ 616030 h 127599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</a:cxnLst>
              <a:rect l="l" t="t" r="r" b="b"/>
              <a:pathLst>
                <a:path w="1920177" h="1275995">
                  <a:moveTo>
                    <a:pt x="1895460" y="616030"/>
                  </a:moveTo>
                  <a:cubicBezTo>
                    <a:pt x="1875244" y="588994"/>
                    <a:pt x="1853809" y="563175"/>
                    <a:pt x="1829939" y="539306"/>
                  </a:cubicBezTo>
                  <a:cubicBezTo>
                    <a:pt x="1768560" y="476952"/>
                    <a:pt x="1701822" y="420930"/>
                    <a:pt x="1633135" y="367101"/>
                  </a:cubicBezTo>
                  <a:cubicBezTo>
                    <a:pt x="1567614" y="315952"/>
                    <a:pt x="1502094" y="264558"/>
                    <a:pt x="1431946" y="220229"/>
                  </a:cubicBezTo>
                  <a:cubicBezTo>
                    <a:pt x="1334518" y="158605"/>
                    <a:pt x="1230513" y="111353"/>
                    <a:pt x="1122124" y="73112"/>
                  </a:cubicBezTo>
                  <a:cubicBezTo>
                    <a:pt x="1022991" y="38038"/>
                    <a:pt x="921909" y="12220"/>
                    <a:pt x="816931" y="2964"/>
                  </a:cubicBezTo>
                  <a:cubicBezTo>
                    <a:pt x="735334" y="-4100"/>
                    <a:pt x="653982" y="1990"/>
                    <a:pt x="573360" y="15630"/>
                  </a:cubicBezTo>
                  <a:cubicBezTo>
                    <a:pt x="473496" y="32680"/>
                    <a:pt x="378017" y="63369"/>
                    <a:pt x="289114" y="113058"/>
                  </a:cubicBezTo>
                  <a:cubicBezTo>
                    <a:pt x="218478" y="152516"/>
                    <a:pt x="153201" y="198551"/>
                    <a:pt x="102052" y="262123"/>
                  </a:cubicBezTo>
                  <a:cubicBezTo>
                    <a:pt x="-4389" y="394381"/>
                    <a:pt x="-40681" y="562932"/>
                    <a:pt x="56991" y="711266"/>
                  </a:cubicBezTo>
                  <a:cubicBezTo>
                    <a:pt x="108872" y="789939"/>
                    <a:pt x="180238" y="848396"/>
                    <a:pt x="258180" y="899302"/>
                  </a:cubicBezTo>
                  <a:cubicBezTo>
                    <a:pt x="350250" y="959464"/>
                    <a:pt x="448896" y="1007204"/>
                    <a:pt x="549977" y="1050316"/>
                  </a:cubicBezTo>
                  <a:cubicBezTo>
                    <a:pt x="658853" y="1096594"/>
                    <a:pt x="769921" y="1137758"/>
                    <a:pt x="879772" y="1181844"/>
                  </a:cubicBezTo>
                  <a:cubicBezTo>
                    <a:pt x="970867" y="1218379"/>
                    <a:pt x="1061719" y="1255645"/>
                    <a:pt x="1159634" y="1270503"/>
                  </a:cubicBezTo>
                  <a:cubicBezTo>
                    <a:pt x="1197144" y="1276105"/>
                    <a:pt x="1229217" y="1279367"/>
                    <a:pt x="1272163" y="1270503"/>
                  </a:cubicBezTo>
                  <a:cubicBezTo>
                    <a:pt x="1315109" y="1261639"/>
                    <a:pt x="1374444" y="1241674"/>
                    <a:pt x="1417313" y="1217317"/>
                  </a:cubicBezTo>
                  <a:cubicBezTo>
                    <a:pt x="1538367" y="1148630"/>
                    <a:pt x="1669058" y="1024199"/>
                    <a:pt x="1738844" y="964579"/>
                  </a:cubicBezTo>
                  <a:cubicBezTo>
                    <a:pt x="1808630" y="904960"/>
                    <a:pt x="1807369" y="897840"/>
                    <a:pt x="1836029" y="859600"/>
                  </a:cubicBezTo>
                  <a:cubicBezTo>
                    <a:pt x="1865988" y="821116"/>
                    <a:pt x="1893268" y="781414"/>
                    <a:pt x="1910805" y="735136"/>
                  </a:cubicBezTo>
                  <a:cubicBezTo>
                    <a:pt x="1926637" y="692268"/>
                    <a:pt x="1922983" y="653053"/>
                    <a:pt x="1895460" y="616030"/>
                  </a:cubicBezTo>
                  <a:close/>
                </a:path>
              </a:pathLst>
            </a:custGeom>
            <a:solidFill>
              <a:schemeClr val="accent6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388529" y="5703379"/>
              <a:ext cx="1373967" cy="810074"/>
            </a:xfrm>
            <a:custGeom>
              <a:avLst/>
              <a:gdLst>
                <a:gd name="connsiteX0" fmla="*/ 1373526 w 1373967"/>
                <a:gd name="connsiteY0" fmla="*/ 753142 h 810074"/>
                <a:gd name="connsiteX1" fmla="*/ 1205950 w 1373967"/>
                <a:gd name="connsiteY1" fmla="*/ 809894 h 810074"/>
                <a:gd name="connsiteX2" fmla="*/ 1036425 w 1373967"/>
                <a:gd name="connsiteY2" fmla="*/ 784319 h 810074"/>
                <a:gd name="connsiteX3" fmla="*/ 640623 w 1373967"/>
                <a:gd name="connsiteY3" fmla="*/ 639395 h 810074"/>
                <a:gd name="connsiteX4" fmla="*/ 279896 w 1373967"/>
                <a:gd name="connsiteY4" fmla="*/ 474741 h 810074"/>
                <a:gd name="connsiteX5" fmla="*/ 44119 w 1373967"/>
                <a:gd name="connsiteY5" fmla="*/ 277449 h 810074"/>
                <a:gd name="connsiteX6" fmla="*/ 33 w 1373967"/>
                <a:gd name="connsiteY6" fmla="*/ 87465 h 810074"/>
                <a:gd name="connsiteX7" fmla="*/ 66041 w 1373967"/>
                <a:gd name="connsiteY7" fmla="*/ 10740 h 810074"/>
                <a:gd name="connsiteX8" fmla="*/ 368068 w 1373967"/>
                <a:gd name="connsiteY8" fmla="*/ 85516 h 810074"/>
                <a:gd name="connsiteX9" fmla="*/ 587038 w 1373967"/>
                <a:gd name="connsiteY9" fmla="*/ 267707 h 810074"/>
                <a:gd name="connsiteX10" fmla="*/ 935100 w 1373967"/>
                <a:gd name="connsiteY10" fmla="*/ 548056 h 810074"/>
                <a:gd name="connsiteX11" fmla="*/ 1215693 w 1373967"/>
                <a:gd name="connsiteY11" fmla="*/ 704672 h 810074"/>
                <a:gd name="connsiteX12" fmla="*/ 1373526 w 1373967"/>
                <a:gd name="connsiteY12" fmla="*/ 753142 h 81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3967" h="810074">
                  <a:moveTo>
                    <a:pt x="1373526" y="753142"/>
                  </a:moveTo>
                  <a:cubicBezTo>
                    <a:pt x="1382051" y="766295"/>
                    <a:pt x="1264894" y="805997"/>
                    <a:pt x="1205950" y="809894"/>
                  </a:cubicBezTo>
                  <a:cubicBezTo>
                    <a:pt x="1156992" y="811843"/>
                    <a:pt x="1086600" y="797715"/>
                    <a:pt x="1036425" y="784319"/>
                  </a:cubicBezTo>
                  <a:cubicBezTo>
                    <a:pt x="976507" y="768487"/>
                    <a:pt x="728065" y="674956"/>
                    <a:pt x="640623" y="639395"/>
                  </a:cubicBezTo>
                  <a:cubicBezTo>
                    <a:pt x="561463" y="606269"/>
                    <a:pt x="375132" y="539531"/>
                    <a:pt x="279896" y="474741"/>
                  </a:cubicBezTo>
                  <a:cubicBezTo>
                    <a:pt x="192941" y="420425"/>
                    <a:pt x="82847" y="336150"/>
                    <a:pt x="44119" y="277449"/>
                  </a:cubicBezTo>
                  <a:cubicBezTo>
                    <a:pt x="10507" y="218506"/>
                    <a:pt x="-697" y="176368"/>
                    <a:pt x="33" y="87465"/>
                  </a:cubicBezTo>
                  <a:cubicBezTo>
                    <a:pt x="5148" y="47519"/>
                    <a:pt x="30480" y="24624"/>
                    <a:pt x="66041" y="10740"/>
                  </a:cubicBezTo>
                  <a:cubicBezTo>
                    <a:pt x="126446" y="-13130"/>
                    <a:pt x="242142" y="-951"/>
                    <a:pt x="368068" y="85516"/>
                  </a:cubicBezTo>
                  <a:cubicBezTo>
                    <a:pt x="428717" y="134961"/>
                    <a:pt x="500083" y="190982"/>
                    <a:pt x="587038" y="267707"/>
                  </a:cubicBezTo>
                  <a:cubicBezTo>
                    <a:pt x="730988" y="386082"/>
                    <a:pt x="911717" y="531493"/>
                    <a:pt x="935100" y="548056"/>
                  </a:cubicBezTo>
                  <a:cubicBezTo>
                    <a:pt x="1020593" y="608218"/>
                    <a:pt x="1117777" y="665700"/>
                    <a:pt x="1215693" y="704672"/>
                  </a:cubicBezTo>
                  <a:cubicBezTo>
                    <a:pt x="1313852" y="755334"/>
                    <a:pt x="1357694" y="735849"/>
                    <a:pt x="1373526" y="75314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419739" y="5303974"/>
              <a:ext cx="1825422" cy="1109932"/>
            </a:xfrm>
            <a:custGeom>
              <a:avLst/>
              <a:gdLst>
                <a:gd name="connsiteX0" fmla="*/ 1831405 w 1831613"/>
                <a:gd name="connsiteY0" fmla="*/ 677342 h 1104823"/>
                <a:gd name="connsiteX1" fmla="*/ 1831162 w 1831613"/>
                <a:gd name="connsiteY1" fmla="*/ 653716 h 1104823"/>
                <a:gd name="connsiteX2" fmla="*/ 1824098 w 1831613"/>
                <a:gd name="connsiteY2" fmla="*/ 635692 h 1104823"/>
                <a:gd name="connsiteX3" fmla="*/ 1747617 w 1831613"/>
                <a:gd name="connsiteY3" fmla="*/ 538507 h 1104823"/>
                <a:gd name="connsiteX4" fmla="*/ 1524994 w 1831613"/>
                <a:gd name="connsiteY4" fmla="*/ 346087 h 1104823"/>
                <a:gd name="connsiteX5" fmla="*/ 1378121 w 1831613"/>
                <a:gd name="connsiteY5" fmla="*/ 237942 h 1104823"/>
                <a:gd name="connsiteX6" fmla="*/ 945053 w 1831613"/>
                <a:gd name="connsiteY6" fmla="*/ 43086 h 1104823"/>
                <a:gd name="connsiteX7" fmla="*/ 720481 w 1831613"/>
                <a:gd name="connsiteY7" fmla="*/ 3384 h 1104823"/>
                <a:gd name="connsiteX8" fmla="*/ 583594 w 1831613"/>
                <a:gd name="connsiteY8" fmla="*/ 5576 h 1104823"/>
                <a:gd name="connsiteX9" fmla="*/ 245519 w 1831613"/>
                <a:gd name="connsiteY9" fmla="*/ 96428 h 1104823"/>
                <a:gd name="connsiteX10" fmla="*/ 26549 w 1831613"/>
                <a:gd name="connsiteY10" fmla="*/ 262786 h 1104823"/>
                <a:gd name="connsiteX11" fmla="*/ 0 w 1831613"/>
                <a:gd name="connsiteY11" fmla="*/ 301757 h 1104823"/>
                <a:gd name="connsiteX12" fmla="*/ 104492 w 1831613"/>
                <a:gd name="connsiteY12" fmla="*/ 282759 h 1104823"/>
                <a:gd name="connsiteX13" fmla="*/ 252826 w 1831613"/>
                <a:gd name="connsiteY13" fmla="*/ 318807 h 1104823"/>
                <a:gd name="connsiteX14" fmla="*/ 388982 w 1831613"/>
                <a:gd name="connsiteY14" fmla="*/ 386276 h 1104823"/>
                <a:gd name="connsiteX15" fmla="*/ 549738 w 1831613"/>
                <a:gd name="connsiteY15" fmla="*/ 495639 h 1104823"/>
                <a:gd name="connsiteX16" fmla="*/ 739236 w 1831613"/>
                <a:gd name="connsiteY16" fmla="*/ 655421 h 1104823"/>
                <a:gd name="connsiteX17" fmla="*/ 739236 w 1831613"/>
                <a:gd name="connsiteY17" fmla="*/ 655421 h 1104823"/>
                <a:gd name="connsiteX18" fmla="*/ 968192 w 1831613"/>
                <a:gd name="connsiteY18" fmla="*/ 833471 h 1104823"/>
                <a:gd name="connsiteX19" fmla="*/ 968192 w 1831613"/>
                <a:gd name="connsiteY19" fmla="*/ 833471 h 1104823"/>
                <a:gd name="connsiteX20" fmla="*/ 1216390 w 1831613"/>
                <a:gd name="connsiteY20" fmla="*/ 1002996 h 1104823"/>
                <a:gd name="connsiteX21" fmla="*/ 1343047 w 1831613"/>
                <a:gd name="connsiteY21" fmla="*/ 1085810 h 1104823"/>
                <a:gd name="connsiteX22" fmla="*/ 1386646 w 1831613"/>
                <a:gd name="connsiteY22" fmla="*/ 1104808 h 1104823"/>
                <a:gd name="connsiteX23" fmla="*/ 1441449 w 1831613"/>
                <a:gd name="connsiteY23" fmla="*/ 1076310 h 1104823"/>
                <a:gd name="connsiteX24" fmla="*/ 1791460 w 1831613"/>
                <a:gd name="connsiteY24" fmla="*/ 766733 h 1104823"/>
                <a:gd name="connsiteX25" fmla="*/ 1831405 w 1831613"/>
                <a:gd name="connsiteY25" fmla="*/ 677342 h 1104823"/>
                <a:gd name="connsiteX26" fmla="*/ 840318 w 1831613"/>
                <a:gd name="connsiteY26" fmla="*/ 736286 h 1104823"/>
                <a:gd name="connsiteX27" fmla="*/ 841779 w 1831613"/>
                <a:gd name="connsiteY27" fmla="*/ 738235 h 1104823"/>
                <a:gd name="connsiteX28" fmla="*/ 840318 w 1831613"/>
                <a:gd name="connsiteY28" fmla="*/ 736286 h 1104823"/>
                <a:gd name="connsiteX29" fmla="*/ 1254631 w 1831613"/>
                <a:gd name="connsiteY29" fmla="*/ 1026135 h 1104823"/>
                <a:gd name="connsiteX30" fmla="*/ 1254631 w 1831613"/>
                <a:gd name="connsiteY30" fmla="*/ 1026135 h 1104823"/>
                <a:gd name="connsiteX31" fmla="*/ 1256092 w 1831613"/>
                <a:gd name="connsiteY31" fmla="*/ 1028083 h 1104823"/>
                <a:gd name="connsiteX32" fmla="*/ 1254631 w 1831613"/>
                <a:gd name="connsiteY32" fmla="*/ 1026135 h 1104823"/>
                <a:gd name="connsiteX0-1" fmla="*/ 1791460 w 1833764"/>
                <a:gd name="connsiteY0-2" fmla="*/ 766733 h 1104823"/>
                <a:gd name="connsiteX1-3" fmla="*/ 1831162 w 1833764"/>
                <a:gd name="connsiteY1-4" fmla="*/ 653716 h 1104823"/>
                <a:gd name="connsiteX2-5" fmla="*/ 1824098 w 1833764"/>
                <a:gd name="connsiteY2-6" fmla="*/ 635692 h 1104823"/>
                <a:gd name="connsiteX3-7" fmla="*/ 1747617 w 1833764"/>
                <a:gd name="connsiteY3-8" fmla="*/ 538507 h 1104823"/>
                <a:gd name="connsiteX4-9" fmla="*/ 1524994 w 1833764"/>
                <a:gd name="connsiteY4-10" fmla="*/ 346087 h 1104823"/>
                <a:gd name="connsiteX5-11" fmla="*/ 1378121 w 1833764"/>
                <a:gd name="connsiteY5-12" fmla="*/ 237942 h 1104823"/>
                <a:gd name="connsiteX6-13" fmla="*/ 945053 w 1833764"/>
                <a:gd name="connsiteY6-14" fmla="*/ 43086 h 1104823"/>
                <a:gd name="connsiteX7-15" fmla="*/ 720481 w 1833764"/>
                <a:gd name="connsiteY7-16" fmla="*/ 3384 h 1104823"/>
                <a:gd name="connsiteX8-17" fmla="*/ 583594 w 1833764"/>
                <a:gd name="connsiteY8-18" fmla="*/ 5576 h 1104823"/>
                <a:gd name="connsiteX9-19" fmla="*/ 245519 w 1833764"/>
                <a:gd name="connsiteY9-20" fmla="*/ 96428 h 1104823"/>
                <a:gd name="connsiteX10-21" fmla="*/ 26549 w 1833764"/>
                <a:gd name="connsiteY10-22" fmla="*/ 262786 h 1104823"/>
                <a:gd name="connsiteX11-23" fmla="*/ 0 w 1833764"/>
                <a:gd name="connsiteY11-24" fmla="*/ 301757 h 1104823"/>
                <a:gd name="connsiteX12-25" fmla="*/ 104492 w 1833764"/>
                <a:gd name="connsiteY12-26" fmla="*/ 282759 h 1104823"/>
                <a:gd name="connsiteX13-27" fmla="*/ 252826 w 1833764"/>
                <a:gd name="connsiteY13-28" fmla="*/ 318807 h 1104823"/>
                <a:gd name="connsiteX14-29" fmla="*/ 388982 w 1833764"/>
                <a:gd name="connsiteY14-30" fmla="*/ 386276 h 1104823"/>
                <a:gd name="connsiteX15-31" fmla="*/ 549738 w 1833764"/>
                <a:gd name="connsiteY15-32" fmla="*/ 495639 h 1104823"/>
                <a:gd name="connsiteX16-33" fmla="*/ 739236 w 1833764"/>
                <a:gd name="connsiteY16-34" fmla="*/ 655421 h 1104823"/>
                <a:gd name="connsiteX17-35" fmla="*/ 739236 w 1833764"/>
                <a:gd name="connsiteY17-36" fmla="*/ 655421 h 1104823"/>
                <a:gd name="connsiteX18-37" fmla="*/ 968192 w 1833764"/>
                <a:gd name="connsiteY18-38" fmla="*/ 833471 h 1104823"/>
                <a:gd name="connsiteX19-39" fmla="*/ 968192 w 1833764"/>
                <a:gd name="connsiteY19-40" fmla="*/ 833471 h 1104823"/>
                <a:gd name="connsiteX20-41" fmla="*/ 1216390 w 1833764"/>
                <a:gd name="connsiteY20-42" fmla="*/ 1002996 h 1104823"/>
                <a:gd name="connsiteX21-43" fmla="*/ 1343047 w 1833764"/>
                <a:gd name="connsiteY21-44" fmla="*/ 1085810 h 1104823"/>
                <a:gd name="connsiteX22-45" fmla="*/ 1386646 w 1833764"/>
                <a:gd name="connsiteY22-46" fmla="*/ 1104808 h 1104823"/>
                <a:gd name="connsiteX23-47" fmla="*/ 1441449 w 1833764"/>
                <a:gd name="connsiteY23-48" fmla="*/ 1076310 h 1104823"/>
                <a:gd name="connsiteX24-49" fmla="*/ 1791460 w 1833764"/>
                <a:gd name="connsiteY24-50" fmla="*/ 766733 h 1104823"/>
                <a:gd name="connsiteX25-51" fmla="*/ 840318 w 1833764"/>
                <a:gd name="connsiteY25-52" fmla="*/ 736286 h 1104823"/>
                <a:gd name="connsiteX26-53" fmla="*/ 841779 w 1833764"/>
                <a:gd name="connsiteY26-54" fmla="*/ 738235 h 1104823"/>
                <a:gd name="connsiteX27-55" fmla="*/ 840318 w 1833764"/>
                <a:gd name="connsiteY27-56" fmla="*/ 736286 h 1104823"/>
                <a:gd name="connsiteX28-57" fmla="*/ 1254631 w 1833764"/>
                <a:gd name="connsiteY28-58" fmla="*/ 1026135 h 1104823"/>
                <a:gd name="connsiteX29-59" fmla="*/ 1254631 w 1833764"/>
                <a:gd name="connsiteY29-60" fmla="*/ 1026135 h 1104823"/>
                <a:gd name="connsiteX30-61" fmla="*/ 1256092 w 1833764"/>
                <a:gd name="connsiteY30-62" fmla="*/ 1028083 h 1104823"/>
                <a:gd name="connsiteX31-63" fmla="*/ 1254631 w 1833764"/>
                <a:gd name="connsiteY31-64" fmla="*/ 1026135 h 1104823"/>
                <a:gd name="connsiteX0-65" fmla="*/ 1791460 w 1834540"/>
                <a:gd name="connsiteY0-66" fmla="*/ 766733 h 1104823"/>
                <a:gd name="connsiteX1-67" fmla="*/ 1824098 w 1834540"/>
                <a:gd name="connsiteY1-68" fmla="*/ 635692 h 1104823"/>
                <a:gd name="connsiteX2-69" fmla="*/ 1747617 w 1834540"/>
                <a:gd name="connsiteY2-70" fmla="*/ 538507 h 1104823"/>
                <a:gd name="connsiteX3-71" fmla="*/ 1524994 w 1834540"/>
                <a:gd name="connsiteY3-72" fmla="*/ 346087 h 1104823"/>
                <a:gd name="connsiteX4-73" fmla="*/ 1378121 w 1834540"/>
                <a:gd name="connsiteY4-74" fmla="*/ 237942 h 1104823"/>
                <a:gd name="connsiteX5-75" fmla="*/ 945053 w 1834540"/>
                <a:gd name="connsiteY5-76" fmla="*/ 43086 h 1104823"/>
                <a:gd name="connsiteX6-77" fmla="*/ 720481 w 1834540"/>
                <a:gd name="connsiteY6-78" fmla="*/ 3384 h 1104823"/>
                <a:gd name="connsiteX7-79" fmla="*/ 583594 w 1834540"/>
                <a:gd name="connsiteY7-80" fmla="*/ 5576 h 1104823"/>
                <a:gd name="connsiteX8-81" fmla="*/ 245519 w 1834540"/>
                <a:gd name="connsiteY8-82" fmla="*/ 96428 h 1104823"/>
                <a:gd name="connsiteX9-83" fmla="*/ 26549 w 1834540"/>
                <a:gd name="connsiteY9-84" fmla="*/ 262786 h 1104823"/>
                <a:gd name="connsiteX10-85" fmla="*/ 0 w 1834540"/>
                <a:gd name="connsiteY10-86" fmla="*/ 301757 h 1104823"/>
                <a:gd name="connsiteX11-87" fmla="*/ 104492 w 1834540"/>
                <a:gd name="connsiteY11-88" fmla="*/ 282759 h 1104823"/>
                <a:gd name="connsiteX12-89" fmla="*/ 252826 w 1834540"/>
                <a:gd name="connsiteY12-90" fmla="*/ 318807 h 1104823"/>
                <a:gd name="connsiteX13-91" fmla="*/ 388982 w 1834540"/>
                <a:gd name="connsiteY13-92" fmla="*/ 386276 h 1104823"/>
                <a:gd name="connsiteX14-93" fmla="*/ 549738 w 1834540"/>
                <a:gd name="connsiteY14-94" fmla="*/ 495639 h 1104823"/>
                <a:gd name="connsiteX15-95" fmla="*/ 739236 w 1834540"/>
                <a:gd name="connsiteY15-96" fmla="*/ 655421 h 1104823"/>
                <a:gd name="connsiteX16-97" fmla="*/ 739236 w 1834540"/>
                <a:gd name="connsiteY16-98" fmla="*/ 655421 h 1104823"/>
                <a:gd name="connsiteX17-99" fmla="*/ 968192 w 1834540"/>
                <a:gd name="connsiteY17-100" fmla="*/ 833471 h 1104823"/>
                <a:gd name="connsiteX18-101" fmla="*/ 968192 w 1834540"/>
                <a:gd name="connsiteY18-102" fmla="*/ 833471 h 1104823"/>
                <a:gd name="connsiteX19-103" fmla="*/ 1216390 w 1834540"/>
                <a:gd name="connsiteY19-104" fmla="*/ 1002996 h 1104823"/>
                <a:gd name="connsiteX20-105" fmla="*/ 1343047 w 1834540"/>
                <a:gd name="connsiteY20-106" fmla="*/ 1085810 h 1104823"/>
                <a:gd name="connsiteX21-107" fmla="*/ 1386646 w 1834540"/>
                <a:gd name="connsiteY21-108" fmla="*/ 1104808 h 1104823"/>
                <a:gd name="connsiteX22-109" fmla="*/ 1441449 w 1834540"/>
                <a:gd name="connsiteY22-110" fmla="*/ 1076310 h 1104823"/>
                <a:gd name="connsiteX23-111" fmla="*/ 1791460 w 1834540"/>
                <a:gd name="connsiteY23-112" fmla="*/ 766733 h 1104823"/>
                <a:gd name="connsiteX24-113" fmla="*/ 840318 w 1834540"/>
                <a:gd name="connsiteY24-114" fmla="*/ 736286 h 1104823"/>
                <a:gd name="connsiteX25-115" fmla="*/ 841779 w 1834540"/>
                <a:gd name="connsiteY25-116" fmla="*/ 738235 h 1104823"/>
                <a:gd name="connsiteX26-117" fmla="*/ 840318 w 1834540"/>
                <a:gd name="connsiteY26-118" fmla="*/ 736286 h 1104823"/>
                <a:gd name="connsiteX27-119" fmla="*/ 1254631 w 1834540"/>
                <a:gd name="connsiteY27-120" fmla="*/ 1026135 h 1104823"/>
                <a:gd name="connsiteX28-121" fmla="*/ 1254631 w 1834540"/>
                <a:gd name="connsiteY28-122" fmla="*/ 1026135 h 1104823"/>
                <a:gd name="connsiteX29-123" fmla="*/ 1256092 w 1834540"/>
                <a:gd name="connsiteY29-124" fmla="*/ 1028083 h 1104823"/>
                <a:gd name="connsiteX30-125" fmla="*/ 1254631 w 1834540"/>
                <a:gd name="connsiteY30-126" fmla="*/ 1026135 h 1104823"/>
                <a:gd name="connsiteX0-127" fmla="*/ 1782224 w 1830891"/>
                <a:gd name="connsiteY0-128" fmla="*/ 754418 h 1109932"/>
                <a:gd name="connsiteX1-129" fmla="*/ 1824098 w 1830891"/>
                <a:gd name="connsiteY1-130" fmla="*/ 635692 h 1109932"/>
                <a:gd name="connsiteX2-131" fmla="*/ 1747617 w 1830891"/>
                <a:gd name="connsiteY2-132" fmla="*/ 538507 h 1109932"/>
                <a:gd name="connsiteX3-133" fmla="*/ 1524994 w 1830891"/>
                <a:gd name="connsiteY3-134" fmla="*/ 346087 h 1109932"/>
                <a:gd name="connsiteX4-135" fmla="*/ 1378121 w 1830891"/>
                <a:gd name="connsiteY4-136" fmla="*/ 237942 h 1109932"/>
                <a:gd name="connsiteX5-137" fmla="*/ 945053 w 1830891"/>
                <a:gd name="connsiteY5-138" fmla="*/ 43086 h 1109932"/>
                <a:gd name="connsiteX6-139" fmla="*/ 720481 w 1830891"/>
                <a:gd name="connsiteY6-140" fmla="*/ 3384 h 1109932"/>
                <a:gd name="connsiteX7-141" fmla="*/ 583594 w 1830891"/>
                <a:gd name="connsiteY7-142" fmla="*/ 5576 h 1109932"/>
                <a:gd name="connsiteX8-143" fmla="*/ 245519 w 1830891"/>
                <a:gd name="connsiteY8-144" fmla="*/ 96428 h 1109932"/>
                <a:gd name="connsiteX9-145" fmla="*/ 26549 w 1830891"/>
                <a:gd name="connsiteY9-146" fmla="*/ 262786 h 1109932"/>
                <a:gd name="connsiteX10-147" fmla="*/ 0 w 1830891"/>
                <a:gd name="connsiteY10-148" fmla="*/ 301757 h 1109932"/>
                <a:gd name="connsiteX11-149" fmla="*/ 104492 w 1830891"/>
                <a:gd name="connsiteY11-150" fmla="*/ 282759 h 1109932"/>
                <a:gd name="connsiteX12-151" fmla="*/ 252826 w 1830891"/>
                <a:gd name="connsiteY12-152" fmla="*/ 318807 h 1109932"/>
                <a:gd name="connsiteX13-153" fmla="*/ 388982 w 1830891"/>
                <a:gd name="connsiteY13-154" fmla="*/ 386276 h 1109932"/>
                <a:gd name="connsiteX14-155" fmla="*/ 549738 w 1830891"/>
                <a:gd name="connsiteY14-156" fmla="*/ 495639 h 1109932"/>
                <a:gd name="connsiteX15-157" fmla="*/ 739236 w 1830891"/>
                <a:gd name="connsiteY15-158" fmla="*/ 655421 h 1109932"/>
                <a:gd name="connsiteX16-159" fmla="*/ 739236 w 1830891"/>
                <a:gd name="connsiteY16-160" fmla="*/ 655421 h 1109932"/>
                <a:gd name="connsiteX17-161" fmla="*/ 968192 w 1830891"/>
                <a:gd name="connsiteY17-162" fmla="*/ 833471 h 1109932"/>
                <a:gd name="connsiteX18-163" fmla="*/ 968192 w 1830891"/>
                <a:gd name="connsiteY18-164" fmla="*/ 833471 h 1109932"/>
                <a:gd name="connsiteX19-165" fmla="*/ 1216390 w 1830891"/>
                <a:gd name="connsiteY19-166" fmla="*/ 1002996 h 1109932"/>
                <a:gd name="connsiteX20-167" fmla="*/ 1343047 w 1830891"/>
                <a:gd name="connsiteY20-168" fmla="*/ 1085810 h 1109932"/>
                <a:gd name="connsiteX21-169" fmla="*/ 1386646 w 1830891"/>
                <a:gd name="connsiteY21-170" fmla="*/ 1104808 h 1109932"/>
                <a:gd name="connsiteX22-171" fmla="*/ 1441449 w 1830891"/>
                <a:gd name="connsiteY22-172" fmla="*/ 1076310 h 1109932"/>
                <a:gd name="connsiteX23-173" fmla="*/ 1782224 w 1830891"/>
                <a:gd name="connsiteY23-174" fmla="*/ 754418 h 1109932"/>
                <a:gd name="connsiteX24-175" fmla="*/ 840318 w 1830891"/>
                <a:gd name="connsiteY24-176" fmla="*/ 736286 h 1109932"/>
                <a:gd name="connsiteX25-177" fmla="*/ 841779 w 1830891"/>
                <a:gd name="connsiteY25-178" fmla="*/ 738235 h 1109932"/>
                <a:gd name="connsiteX26-179" fmla="*/ 840318 w 1830891"/>
                <a:gd name="connsiteY26-180" fmla="*/ 736286 h 1109932"/>
                <a:gd name="connsiteX27-181" fmla="*/ 1254631 w 1830891"/>
                <a:gd name="connsiteY27-182" fmla="*/ 1026135 h 1109932"/>
                <a:gd name="connsiteX28-183" fmla="*/ 1254631 w 1830891"/>
                <a:gd name="connsiteY28-184" fmla="*/ 1026135 h 1109932"/>
                <a:gd name="connsiteX29-185" fmla="*/ 1256092 w 1830891"/>
                <a:gd name="connsiteY29-186" fmla="*/ 1028083 h 1109932"/>
                <a:gd name="connsiteX30-187" fmla="*/ 1254631 w 1830891"/>
                <a:gd name="connsiteY30-188" fmla="*/ 1026135 h 1109932"/>
                <a:gd name="connsiteX0-189" fmla="*/ 1782224 w 1830891"/>
                <a:gd name="connsiteY0-190" fmla="*/ 754418 h 1109932"/>
                <a:gd name="connsiteX1-191" fmla="*/ 1824098 w 1830891"/>
                <a:gd name="connsiteY1-192" fmla="*/ 635692 h 1109932"/>
                <a:gd name="connsiteX2-193" fmla="*/ 1747617 w 1830891"/>
                <a:gd name="connsiteY2-194" fmla="*/ 538507 h 1109932"/>
                <a:gd name="connsiteX3-195" fmla="*/ 1524994 w 1830891"/>
                <a:gd name="connsiteY3-196" fmla="*/ 346087 h 1109932"/>
                <a:gd name="connsiteX4-197" fmla="*/ 1378121 w 1830891"/>
                <a:gd name="connsiteY4-198" fmla="*/ 237942 h 1109932"/>
                <a:gd name="connsiteX5-199" fmla="*/ 945053 w 1830891"/>
                <a:gd name="connsiteY5-200" fmla="*/ 43086 h 1109932"/>
                <a:gd name="connsiteX6-201" fmla="*/ 720481 w 1830891"/>
                <a:gd name="connsiteY6-202" fmla="*/ 3384 h 1109932"/>
                <a:gd name="connsiteX7-203" fmla="*/ 583594 w 1830891"/>
                <a:gd name="connsiteY7-204" fmla="*/ 5576 h 1109932"/>
                <a:gd name="connsiteX8-205" fmla="*/ 245519 w 1830891"/>
                <a:gd name="connsiteY8-206" fmla="*/ 96428 h 1109932"/>
                <a:gd name="connsiteX9-207" fmla="*/ 26549 w 1830891"/>
                <a:gd name="connsiteY9-208" fmla="*/ 262786 h 1109932"/>
                <a:gd name="connsiteX10-209" fmla="*/ 0 w 1830891"/>
                <a:gd name="connsiteY10-210" fmla="*/ 301757 h 1109932"/>
                <a:gd name="connsiteX11-211" fmla="*/ 104492 w 1830891"/>
                <a:gd name="connsiteY11-212" fmla="*/ 282759 h 1109932"/>
                <a:gd name="connsiteX12-213" fmla="*/ 252826 w 1830891"/>
                <a:gd name="connsiteY12-214" fmla="*/ 318807 h 1109932"/>
                <a:gd name="connsiteX13-215" fmla="*/ 388982 w 1830891"/>
                <a:gd name="connsiteY13-216" fmla="*/ 386276 h 1109932"/>
                <a:gd name="connsiteX14-217" fmla="*/ 549738 w 1830891"/>
                <a:gd name="connsiteY14-218" fmla="*/ 495639 h 1109932"/>
                <a:gd name="connsiteX15-219" fmla="*/ 739236 w 1830891"/>
                <a:gd name="connsiteY15-220" fmla="*/ 655421 h 1109932"/>
                <a:gd name="connsiteX16-221" fmla="*/ 739236 w 1830891"/>
                <a:gd name="connsiteY16-222" fmla="*/ 655421 h 1109932"/>
                <a:gd name="connsiteX17-223" fmla="*/ 968192 w 1830891"/>
                <a:gd name="connsiteY17-224" fmla="*/ 833471 h 1109932"/>
                <a:gd name="connsiteX18-225" fmla="*/ 968192 w 1830891"/>
                <a:gd name="connsiteY18-226" fmla="*/ 833471 h 1109932"/>
                <a:gd name="connsiteX19-227" fmla="*/ 1216390 w 1830891"/>
                <a:gd name="connsiteY19-228" fmla="*/ 1002996 h 1109932"/>
                <a:gd name="connsiteX20-229" fmla="*/ 1343047 w 1830891"/>
                <a:gd name="connsiteY20-230" fmla="*/ 1085810 h 1109932"/>
                <a:gd name="connsiteX21-231" fmla="*/ 1386646 w 1830891"/>
                <a:gd name="connsiteY21-232" fmla="*/ 1104808 h 1109932"/>
                <a:gd name="connsiteX22-233" fmla="*/ 1441449 w 1830891"/>
                <a:gd name="connsiteY22-234" fmla="*/ 1076310 h 1109932"/>
                <a:gd name="connsiteX23-235" fmla="*/ 1782224 w 1830891"/>
                <a:gd name="connsiteY23-236" fmla="*/ 754418 h 1109932"/>
                <a:gd name="connsiteX24-237" fmla="*/ 840318 w 1830891"/>
                <a:gd name="connsiteY24-238" fmla="*/ 736286 h 1109932"/>
                <a:gd name="connsiteX25-239" fmla="*/ 841779 w 1830891"/>
                <a:gd name="connsiteY25-240" fmla="*/ 738235 h 1109932"/>
                <a:gd name="connsiteX26-241" fmla="*/ 840318 w 1830891"/>
                <a:gd name="connsiteY26-242" fmla="*/ 736286 h 1109932"/>
                <a:gd name="connsiteX27-243" fmla="*/ 1254631 w 1830891"/>
                <a:gd name="connsiteY27-244" fmla="*/ 1026135 h 1109932"/>
                <a:gd name="connsiteX28-245" fmla="*/ 1254631 w 1830891"/>
                <a:gd name="connsiteY28-246" fmla="*/ 1026135 h 1109932"/>
                <a:gd name="connsiteX29-247" fmla="*/ 1256092 w 1830891"/>
                <a:gd name="connsiteY29-248" fmla="*/ 1028083 h 1109932"/>
                <a:gd name="connsiteX30-249" fmla="*/ 1254631 w 1830891"/>
                <a:gd name="connsiteY30-250" fmla="*/ 1026135 h 1109932"/>
                <a:gd name="connsiteX0-251" fmla="*/ 1782224 w 1826625"/>
                <a:gd name="connsiteY0-252" fmla="*/ 754418 h 1109932"/>
                <a:gd name="connsiteX1-253" fmla="*/ 1824098 w 1826625"/>
                <a:gd name="connsiteY1-254" fmla="*/ 635692 h 1109932"/>
                <a:gd name="connsiteX2-255" fmla="*/ 1747617 w 1826625"/>
                <a:gd name="connsiteY2-256" fmla="*/ 538507 h 1109932"/>
                <a:gd name="connsiteX3-257" fmla="*/ 1524994 w 1826625"/>
                <a:gd name="connsiteY3-258" fmla="*/ 346087 h 1109932"/>
                <a:gd name="connsiteX4-259" fmla="*/ 1378121 w 1826625"/>
                <a:gd name="connsiteY4-260" fmla="*/ 237942 h 1109932"/>
                <a:gd name="connsiteX5-261" fmla="*/ 945053 w 1826625"/>
                <a:gd name="connsiteY5-262" fmla="*/ 43086 h 1109932"/>
                <a:gd name="connsiteX6-263" fmla="*/ 720481 w 1826625"/>
                <a:gd name="connsiteY6-264" fmla="*/ 3384 h 1109932"/>
                <a:gd name="connsiteX7-265" fmla="*/ 583594 w 1826625"/>
                <a:gd name="connsiteY7-266" fmla="*/ 5576 h 1109932"/>
                <a:gd name="connsiteX8-267" fmla="*/ 245519 w 1826625"/>
                <a:gd name="connsiteY8-268" fmla="*/ 96428 h 1109932"/>
                <a:gd name="connsiteX9-269" fmla="*/ 26549 w 1826625"/>
                <a:gd name="connsiteY9-270" fmla="*/ 262786 h 1109932"/>
                <a:gd name="connsiteX10-271" fmla="*/ 0 w 1826625"/>
                <a:gd name="connsiteY10-272" fmla="*/ 301757 h 1109932"/>
                <a:gd name="connsiteX11-273" fmla="*/ 104492 w 1826625"/>
                <a:gd name="connsiteY11-274" fmla="*/ 282759 h 1109932"/>
                <a:gd name="connsiteX12-275" fmla="*/ 252826 w 1826625"/>
                <a:gd name="connsiteY12-276" fmla="*/ 318807 h 1109932"/>
                <a:gd name="connsiteX13-277" fmla="*/ 388982 w 1826625"/>
                <a:gd name="connsiteY13-278" fmla="*/ 386276 h 1109932"/>
                <a:gd name="connsiteX14-279" fmla="*/ 549738 w 1826625"/>
                <a:gd name="connsiteY14-280" fmla="*/ 495639 h 1109932"/>
                <a:gd name="connsiteX15-281" fmla="*/ 739236 w 1826625"/>
                <a:gd name="connsiteY15-282" fmla="*/ 655421 h 1109932"/>
                <a:gd name="connsiteX16-283" fmla="*/ 739236 w 1826625"/>
                <a:gd name="connsiteY16-284" fmla="*/ 655421 h 1109932"/>
                <a:gd name="connsiteX17-285" fmla="*/ 968192 w 1826625"/>
                <a:gd name="connsiteY17-286" fmla="*/ 833471 h 1109932"/>
                <a:gd name="connsiteX18-287" fmla="*/ 968192 w 1826625"/>
                <a:gd name="connsiteY18-288" fmla="*/ 833471 h 1109932"/>
                <a:gd name="connsiteX19-289" fmla="*/ 1216390 w 1826625"/>
                <a:gd name="connsiteY19-290" fmla="*/ 1002996 h 1109932"/>
                <a:gd name="connsiteX20-291" fmla="*/ 1343047 w 1826625"/>
                <a:gd name="connsiteY20-292" fmla="*/ 1085810 h 1109932"/>
                <a:gd name="connsiteX21-293" fmla="*/ 1386646 w 1826625"/>
                <a:gd name="connsiteY21-294" fmla="*/ 1104808 h 1109932"/>
                <a:gd name="connsiteX22-295" fmla="*/ 1441449 w 1826625"/>
                <a:gd name="connsiteY22-296" fmla="*/ 1076310 h 1109932"/>
                <a:gd name="connsiteX23-297" fmla="*/ 1782224 w 1826625"/>
                <a:gd name="connsiteY23-298" fmla="*/ 754418 h 1109932"/>
                <a:gd name="connsiteX24-299" fmla="*/ 840318 w 1826625"/>
                <a:gd name="connsiteY24-300" fmla="*/ 736286 h 1109932"/>
                <a:gd name="connsiteX25-301" fmla="*/ 841779 w 1826625"/>
                <a:gd name="connsiteY25-302" fmla="*/ 738235 h 1109932"/>
                <a:gd name="connsiteX26-303" fmla="*/ 840318 w 1826625"/>
                <a:gd name="connsiteY26-304" fmla="*/ 736286 h 1109932"/>
                <a:gd name="connsiteX27-305" fmla="*/ 1254631 w 1826625"/>
                <a:gd name="connsiteY27-306" fmla="*/ 1026135 h 1109932"/>
                <a:gd name="connsiteX28-307" fmla="*/ 1254631 w 1826625"/>
                <a:gd name="connsiteY28-308" fmla="*/ 1026135 h 1109932"/>
                <a:gd name="connsiteX29-309" fmla="*/ 1256092 w 1826625"/>
                <a:gd name="connsiteY29-310" fmla="*/ 1028083 h 1109932"/>
                <a:gd name="connsiteX30-311" fmla="*/ 1254631 w 1826625"/>
                <a:gd name="connsiteY30-312" fmla="*/ 1026135 h 1109932"/>
                <a:gd name="connsiteX0-313" fmla="*/ 1782224 w 1825422"/>
                <a:gd name="connsiteY0-314" fmla="*/ 754418 h 1109932"/>
                <a:gd name="connsiteX1-315" fmla="*/ 1824098 w 1825422"/>
                <a:gd name="connsiteY1-316" fmla="*/ 635692 h 1109932"/>
                <a:gd name="connsiteX2-317" fmla="*/ 1747617 w 1825422"/>
                <a:gd name="connsiteY2-318" fmla="*/ 538507 h 1109932"/>
                <a:gd name="connsiteX3-319" fmla="*/ 1524994 w 1825422"/>
                <a:gd name="connsiteY3-320" fmla="*/ 346087 h 1109932"/>
                <a:gd name="connsiteX4-321" fmla="*/ 1378121 w 1825422"/>
                <a:gd name="connsiteY4-322" fmla="*/ 237942 h 1109932"/>
                <a:gd name="connsiteX5-323" fmla="*/ 945053 w 1825422"/>
                <a:gd name="connsiteY5-324" fmla="*/ 43086 h 1109932"/>
                <a:gd name="connsiteX6-325" fmla="*/ 720481 w 1825422"/>
                <a:gd name="connsiteY6-326" fmla="*/ 3384 h 1109932"/>
                <a:gd name="connsiteX7-327" fmla="*/ 583594 w 1825422"/>
                <a:gd name="connsiteY7-328" fmla="*/ 5576 h 1109932"/>
                <a:gd name="connsiteX8-329" fmla="*/ 245519 w 1825422"/>
                <a:gd name="connsiteY8-330" fmla="*/ 96428 h 1109932"/>
                <a:gd name="connsiteX9-331" fmla="*/ 26549 w 1825422"/>
                <a:gd name="connsiteY9-332" fmla="*/ 262786 h 1109932"/>
                <a:gd name="connsiteX10-333" fmla="*/ 0 w 1825422"/>
                <a:gd name="connsiteY10-334" fmla="*/ 301757 h 1109932"/>
                <a:gd name="connsiteX11-335" fmla="*/ 104492 w 1825422"/>
                <a:gd name="connsiteY11-336" fmla="*/ 282759 h 1109932"/>
                <a:gd name="connsiteX12-337" fmla="*/ 252826 w 1825422"/>
                <a:gd name="connsiteY12-338" fmla="*/ 318807 h 1109932"/>
                <a:gd name="connsiteX13-339" fmla="*/ 388982 w 1825422"/>
                <a:gd name="connsiteY13-340" fmla="*/ 386276 h 1109932"/>
                <a:gd name="connsiteX14-341" fmla="*/ 549738 w 1825422"/>
                <a:gd name="connsiteY14-342" fmla="*/ 495639 h 1109932"/>
                <a:gd name="connsiteX15-343" fmla="*/ 739236 w 1825422"/>
                <a:gd name="connsiteY15-344" fmla="*/ 655421 h 1109932"/>
                <a:gd name="connsiteX16-345" fmla="*/ 739236 w 1825422"/>
                <a:gd name="connsiteY16-346" fmla="*/ 655421 h 1109932"/>
                <a:gd name="connsiteX17-347" fmla="*/ 968192 w 1825422"/>
                <a:gd name="connsiteY17-348" fmla="*/ 833471 h 1109932"/>
                <a:gd name="connsiteX18-349" fmla="*/ 968192 w 1825422"/>
                <a:gd name="connsiteY18-350" fmla="*/ 833471 h 1109932"/>
                <a:gd name="connsiteX19-351" fmla="*/ 1216390 w 1825422"/>
                <a:gd name="connsiteY19-352" fmla="*/ 1002996 h 1109932"/>
                <a:gd name="connsiteX20-353" fmla="*/ 1343047 w 1825422"/>
                <a:gd name="connsiteY20-354" fmla="*/ 1085810 h 1109932"/>
                <a:gd name="connsiteX21-355" fmla="*/ 1386646 w 1825422"/>
                <a:gd name="connsiteY21-356" fmla="*/ 1104808 h 1109932"/>
                <a:gd name="connsiteX22-357" fmla="*/ 1441449 w 1825422"/>
                <a:gd name="connsiteY22-358" fmla="*/ 1076310 h 1109932"/>
                <a:gd name="connsiteX23-359" fmla="*/ 1782224 w 1825422"/>
                <a:gd name="connsiteY23-360" fmla="*/ 754418 h 1109932"/>
                <a:gd name="connsiteX24-361" fmla="*/ 840318 w 1825422"/>
                <a:gd name="connsiteY24-362" fmla="*/ 736286 h 1109932"/>
                <a:gd name="connsiteX25-363" fmla="*/ 841779 w 1825422"/>
                <a:gd name="connsiteY25-364" fmla="*/ 738235 h 1109932"/>
                <a:gd name="connsiteX26-365" fmla="*/ 840318 w 1825422"/>
                <a:gd name="connsiteY26-366" fmla="*/ 736286 h 1109932"/>
                <a:gd name="connsiteX27-367" fmla="*/ 1254631 w 1825422"/>
                <a:gd name="connsiteY27-368" fmla="*/ 1026135 h 1109932"/>
                <a:gd name="connsiteX28-369" fmla="*/ 1254631 w 1825422"/>
                <a:gd name="connsiteY28-370" fmla="*/ 1026135 h 1109932"/>
                <a:gd name="connsiteX29-371" fmla="*/ 1256092 w 1825422"/>
                <a:gd name="connsiteY29-372" fmla="*/ 1028083 h 1109932"/>
                <a:gd name="connsiteX30-373" fmla="*/ 1254631 w 1825422"/>
                <a:gd name="connsiteY30-374" fmla="*/ 1026135 h 11099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1825422" h="1109932">
                  <a:moveTo>
                    <a:pt x="1782224" y="754418"/>
                  </a:moveTo>
                  <a:cubicBezTo>
                    <a:pt x="1824448" y="705612"/>
                    <a:pt x="1828326" y="661414"/>
                    <a:pt x="1824098" y="635692"/>
                  </a:cubicBezTo>
                  <a:cubicBezTo>
                    <a:pt x="1804612" y="598669"/>
                    <a:pt x="1776358" y="568223"/>
                    <a:pt x="1747617" y="538507"/>
                  </a:cubicBezTo>
                  <a:cubicBezTo>
                    <a:pt x="1678687" y="468359"/>
                    <a:pt x="1602693" y="406249"/>
                    <a:pt x="1524994" y="346087"/>
                  </a:cubicBezTo>
                  <a:cubicBezTo>
                    <a:pt x="1488702" y="318076"/>
                    <a:pt x="1390786" y="245980"/>
                    <a:pt x="1378121" y="237942"/>
                  </a:cubicBezTo>
                  <a:cubicBezTo>
                    <a:pt x="1244401" y="149526"/>
                    <a:pt x="1098746" y="86928"/>
                    <a:pt x="945053" y="43086"/>
                  </a:cubicBezTo>
                  <a:cubicBezTo>
                    <a:pt x="871495" y="22139"/>
                    <a:pt x="796962" y="7768"/>
                    <a:pt x="720481" y="3384"/>
                  </a:cubicBezTo>
                  <a:cubicBezTo>
                    <a:pt x="710982" y="-26"/>
                    <a:pt x="654717" y="-2949"/>
                    <a:pt x="583594" y="5576"/>
                  </a:cubicBezTo>
                  <a:cubicBezTo>
                    <a:pt x="466437" y="19703"/>
                    <a:pt x="352690" y="45765"/>
                    <a:pt x="245519" y="96428"/>
                  </a:cubicBezTo>
                  <a:cubicBezTo>
                    <a:pt x="160756" y="136373"/>
                    <a:pt x="84762" y="187766"/>
                    <a:pt x="26549" y="262786"/>
                  </a:cubicBezTo>
                  <a:cubicBezTo>
                    <a:pt x="17537" y="274477"/>
                    <a:pt x="8525" y="286169"/>
                    <a:pt x="0" y="301757"/>
                  </a:cubicBezTo>
                  <a:cubicBezTo>
                    <a:pt x="35318" y="286169"/>
                    <a:pt x="69418" y="280323"/>
                    <a:pt x="104492" y="282759"/>
                  </a:cubicBezTo>
                  <a:cubicBezTo>
                    <a:pt x="155885" y="286169"/>
                    <a:pt x="205086" y="300052"/>
                    <a:pt x="252826" y="318807"/>
                  </a:cubicBezTo>
                  <a:cubicBezTo>
                    <a:pt x="300079" y="337318"/>
                    <a:pt x="344652" y="361432"/>
                    <a:pt x="388982" y="386276"/>
                  </a:cubicBezTo>
                  <a:cubicBezTo>
                    <a:pt x="408467" y="398455"/>
                    <a:pt x="532688" y="482973"/>
                    <a:pt x="549738" y="495639"/>
                  </a:cubicBezTo>
                  <a:cubicBezTo>
                    <a:pt x="569955" y="511958"/>
                    <a:pt x="718776" y="640320"/>
                    <a:pt x="739236" y="655421"/>
                  </a:cubicBezTo>
                  <a:lnTo>
                    <a:pt x="739236" y="655421"/>
                  </a:lnTo>
                  <a:cubicBezTo>
                    <a:pt x="772118" y="684649"/>
                    <a:pt x="926054" y="803755"/>
                    <a:pt x="968192" y="833471"/>
                  </a:cubicBezTo>
                  <a:lnTo>
                    <a:pt x="968192" y="833471"/>
                  </a:lnTo>
                  <a:lnTo>
                    <a:pt x="1216390" y="1002996"/>
                  </a:lnTo>
                  <a:cubicBezTo>
                    <a:pt x="1228812" y="1012251"/>
                    <a:pt x="1320151" y="1072900"/>
                    <a:pt x="1343047" y="1085810"/>
                  </a:cubicBezTo>
                  <a:cubicBezTo>
                    <a:pt x="1354982" y="1094335"/>
                    <a:pt x="1385184" y="1105295"/>
                    <a:pt x="1386646" y="1104808"/>
                  </a:cubicBezTo>
                  <a:cubicBezTo>
                    <a:pt x="1406131" y="1097745"/>
                    <a:pt x="1375519" y="1134708"/>
                    <a:pt x="1441449" y="1076310"/>
                  </a:cubicBezTo>
                  <a:cubicBezTo>
                    <a:pt x="1507379" y="1017912"/>
                    <a:pt x="1748580" y="799576"/>
                    <a:pt x="1782224" y="754418"/>
                  </a:cubicBezTo>
                  <a:close/>
                  <a:moveTo>
                    <a:pt x="840318" y="736286"/>
                  </a:moveTo>
                  <a:cubicBezTo>
                    <a:pt x="840805" y="736773"/>
                    <a:pt x="841292" y="737504"/>
                    <a:pt x="841779" y="738235"/>
                  </a:cubicBezTo>
                  <a:cubicBezTo>
                    <a:pt x="841292" y="737504"/>
                    <a:pt x="840805" y="736773"/>
                    <a:pt x="840318" y="736286"/>
                  </a:cubicBezTo>
                  <a:close/>
                  <a:moveTo>
                    <a:pt x="1254631" y="1026135"/>
                  </a:moveTo>
                  <a:lnTo>
                    <a:pt x="1254631" y="1026135"/>
                  </a:lnTo>
                  <a:cubicBezTo>
                    <a:pt x="1255361" y="1026378"/>
                    <a:pt x="1255605" y="1027353"/>
                    <a:pt x="1256092" y="1028083"/>
                  </a:cubicBezTo>
                  <a:cubicBezTo>
                    <a:pt x="1255361" y="1027353"/>
                    <a:pt x="1254874" y="1026866"/>
                    <a:pt x="1254631" y="102613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1114199" y="5450886"/>
              <a:ext cx="1037568" cy="782036"/>
            </a:xfrm>
            <a:custGeom>
              <a:avLst/>
              <a:gdLst>
                <a:gd name="connsiteX0" fmla="*/ 1037568 w 1037568"/>
                <a:gd name="connsiteY0" fmla="*/ 662931 h 782036"/>
                <a:gd name="connsiteX1" fmla="*/ 557978 w 1037568"/>
                <a:gd name="connsiteY1" fmla="*/ 235709 h 782036"/>
                <a:gd name="connsiteX2" fmla="*/ 153895 w 1037568"/>
                <a:gd name="connsiteY2" fmla="*/ 3343 h 782036"/>
                <a:gd name="connsiteX3" fmla="*/ 5317 w 1037568"/>
                <a:gd name="connsiteY3" fmla="*/ 31110 h 782036"/>
                <a:gd name="connsiteX4" fmla="*/ 121013 w 1037568"/>
                <a:gd name="connsiteY4" fmla="*/ 127320 h 782036"/>
                <a:gd name="connsiteX5" fmla="*/ 546774 w 1037568"/>
                <a:gd name="connsiteY5" fmla="*/ 450051 h 782036"/>
                <a:gd name="connsiteX6" fmla="*/ 844174 w 1037568"/>
                <a:gd name="connsiteY6" fmla="*/ 691916 h 782036"/>
                <a:gd name="connsiteX7" fmla="*/ 920168 w 1037568"/>
                <a:gd name="connsiteY7" fmla="*/ 782037 h 782036"/>
                <a:gd name="connsiteX8" fmla="*/ 1037568 w 1037568"/>
                <a:gd name="connsiteY8" fmla="*/ 662931 h 78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568" h="782036">
                  <a:moveTo>
                    <a:pt x="1037568" y="662931"/>
                  </a:moveTo>
                  <a:cubicBezTo>
                    <a:pt x="984226" y="646125"/>
                    <a:pt x="783281" y="390863"/>
                    <a:pt x="557978" y="235709"/>
                  </a:cubicBezTo>
                  <a:cubicBezTo>
                    <a:pt x="437168" y="152408"/>
                    <a:pt x="342906" y="54980"/>
                    <a:pt x="153895" y="3343"/>
                  </a:cubicBezTo>
                  <a:cubicBezTo>
                    <a:pt x="118821" y="-6156"/>
                    <a:pt x="40879" y="5048"/>
                    <a:pt x="5317" y="31110"/>
                  </a:cubicBezTo>
                  <a:cubicBezTo>
                    <a:pt x="-19283" y="49134"/>
                    <a:pt x="45263" y="84696"/>
                    <a:pt x="121013" y="127320"/>
                  </a:cubicBezTo>
                  <a:cubicBezTo>
                    <a:pt x="196764" y="169945"/>
                    <a:pt x="460550" y="379659"/>
                    <a:pt x="546774" y="450051"/>
                  </a:cubicBezTo>
                  <a:cubicBezTo>
                    <a:pt x="662226" y="544313"/>
                    <a:pt x="782550" y="629075"/>
                    <a:pt x="844174" y="691916"/>
                  </a:cubicBezTo>
                  <a:cubicBezTo>
                    <a:pt x="899951" y="748668"/>
                    <a:pt x="907989" y="753296"/>
                    <a:pt x="920168" y="782037"/>
                  </a:cubicBezTo>
                  <a:cubicBezTo>
                    <a:pt x="949639" y="749886"/>
                    <a:pt x="1008583" y="702877"/>
                    <a:pt x="1037568" y="66293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1532379" y="5663711"/>
              <a:ext cx="336957" cy="311260"/>
            </a:xfrm>
            <a:custGeom>
              <a:avLst/>
              <a:gdLst>
                <a:gd name="connsiteX0" fmla="*/ 331975 w 336957"/>
                <a:gd name="connsiteY0" fmla="*/ 249648 h 311260"/>
                <a:gd name="connsiteX1" fmla="*/ 284723 w 336957"/>
                <a:gd name="connsiteY1" fmla="*/ 304208 h 311260"/>
                <a:gd name="connsiteX2" fmla="*/ 255738 w 336957"/>
                <a:gd name="connsiteY2" fmla="*/ 306157 h 311260"/>
                <a:gd name="connsiteX3" fmla="*/ 7052 w 336957"/>
                <a:gd name="connsiteY3" fmla="*/ 90597 h 311260"/>
                <a:gd name="connsiteX4" fmla="*/ 5104 w 336957"/>
                <a:gd name="connsiteY4" fmla="*/ 61612 h 311260"/>
                <a:gd name="connsiteX5" fmla="*/ 52356 w 336957"/>
                <a:gd name="connsiteY5" fmla="*/ 7052 h 311260"/>
                <a:gd name="connsiteX6" fmla="*/ 81341 w 336957"/>
                <a:gd name="connsiteY6" fmla="*/ 5104 h 311260"/>
                <a:gd name="connsiteX7" fmla="*/ 329783 w 336957"/>
                <a:gd name="connsiteY7" fmla="*/ 220420 h 311260"/>
                <a:gd name="connsiteX8" fmla="*/ 331975 w 336957"/>
                <a:gd name="connsiteY8" fmla="*/ 249648 h 31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6957" h="311260">
                  <a:moveTo>
                    <a:pt x="331975" y="249648"/>
                  </a:moveTo>
                  <a:lnTo>
                    <a:pt x="284723" y="304208"/>
                  </a:lnTo>
                  <a:cubicBezTo>
                    <a:pt x="277172" y="312733"/>
                    <a:pt x="264263" y="313707"/>
                    <a:pt x="255738" y="306157"/>
                  </a:cubicBezTo>
                  <a:lnTo>
                    <a:pt x="7052" y="90597"/>
                  </a:lnTo>
                  <a:cubicBezTo>
                    <a:pt x="-1473" y="83046"/>
                    <a:pt x="-2447" y="70137"/>
                    <a:pt x="5104" y="61612"/>
                  </a:cubicBezTo>
                  <a:lnTo>
                    <a:pt x="52356" y="7052"/>
                  </a:lnTo>
                  <a:cubicBezTo>
                    <a:pt x="59907" y="-1473"/>
                    <a:pt x="72816" y="-2447"/>
                    <a:pt x="81341" y="5104"/>
                  </a:cubicBezTo>
                  <a:lnTo>
                    <a:pt x="329783" y="220420"/>
                  </a:lnTo>
                  <a:cubicBezTo>
                    <a:pt x="338552" y="227971"/>
                    <a:pt x="339282" y="240880"/>
                    <a:pt x="331975" y="249648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1309685" y="5512626"/>
              <a:ext cx="230116" cy="192783"/>
            </a:xfrm>
            <a:custGeom>
              <a:avLst/>
              <a:gdLst>
                <a:gd name="connsiteX0" fmla="*/ 226337 w 230116"/>
                <a:gd name="connsiteY0" fmla="*/ 145715 h 192783"/>
                <a:gd name="connsiteX1" fmla="*/ 199544 w 230116"/>
                <a:gd name="connsiteY1" fmla="*/ 183955 h 192783"/>
                <a:gd name="connsiteX2" fmla="*/ 170803 w 230116"/>
                <a:gd name="connsiteY2" fmla="*/ 189070 h 192783"/>
                <a:gd name="connsiteX3" fmla="*/ 8828 w 230116"/>
                <a:gd name="connsiteY3" fmla="*/ 75810 h 192783"/>
                <a:gd name="connsiteX4" fmla="*/ 3714 w 230116"/>
                <a:gd name="connsiteY4" fmla="*/ 47069 h 192783"/>
                <a:gd name="connsiteX5" fmla="*/ 30506 w 230116"/>
                <a:gd name="connsiteY5" fmla="*/ 8828 h 192783"/>
                <a:gd name="connsiteX6" fmla="*/ 59248 w 230116"/>
                <a:gd name="connsiteY6" fmla="*/ 3714 h 192783"/>
                <a:gd name="connsiteX7" fmla="*/ 221222 w 230116"/>
                <a:gd name="connsiteY7" fmla="*/ 116974 h 192783"/>
                <a:gd name="connsiteX8" fmla="*/ 226337 w 230116"/>
                <a:gd name="connsiteY8" fmla="*/ 145715 h 1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116" h="192783">
                  <a:moveTo>
                    <a:pt x="226337" y="145715"/>
                  </a:moveTo>
                  <a:lnTo>
                    <a:pt x="199544" y="183955"/>
                  </a:lnTo>
                  <a:cubicBezTo>
                    <a:pt x="192968" y="193211"/>
                    <a:pt x="180302" y="195647"/>
                    <a:pt x="170803" y="189070"/>
                  </a:cubicBezTo>
                  <a:lnTo>
                    <a:pt x="8828" y="75810"/>
                  </a:lnTo>
                  <a:cubicBezTo>
                    <a:pt x="-427" y="69234"/>
                    <a:pt x="-2863" y="56568"/>
                    <a:pt x="3714" y="47069"/>
                  </a:cubicBezTo>
                  <a:lnTo>
                    <a:pt x="30506" y="8828"/>
                  </a:lnTo>
                  <a:cubicBezTo>
                    <a:pt x="37083" y="-427"/>
                    <a:pt x="49748" y="-2863"/>
                    <a:pt x="59248" y="3714"/>
                  </a:cubicBezTo>
                  <a:lnTo>
                    <a:pt x="221222" y="116974"/>
                  </a:lnTo>
                  <a:cubicBezTo>
                    <a:pt x="230721" y="123550"/>
                    <a:pt x="232913" y="136459"/>
                    <a:pt x="226337" y="145715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1538457" y="5683576"/>
              <a:ext cx="331081" cy="283507"/>
            </a:xfrm>
            <a:custGeom>
              <a:avLst/>
              <a:gdLst>
                <a:gd name="connsiteX0" fmla="*/ 0 w 324922"/>
                <a:gd name="connsiteY0" fmla="*/ 51126 h 271069"/>
                <a:gd name="connsiteX1" fmla="*/ 165871 w 324922"/>
                <a:gd name="connsiteY1" fmla="*/ 105198 h 271069"/>
                <a:gd name="connsiteX2" fmla="*/ 275965 w 324922"/>
                <a:gd name="connsiteY2" fmla="*/ 271070 h 271069"/>
                <a:gd name="connsiteX3" fmla="*/ 324923 w 324922"/>
                <a:gd name="connsiteY3" fmla="*/ 220651 h 271069"/>
                <a:gd name="connsiteX4" fmla="*/ 229930 w 324922"/>
                <a:gd name="connsiteY4" fmla="*/ 58433 h 271069"/>
                <a:gd name="connsiteX5" fmla="*/ 66008 w 324922"/>
                <a:gd name="connsiteY5" fmla="*/ 707 h 271069"/>
                <a:gd name="connsiteX6" fmla="*/ 0 w 324922"/>
                <a:gd name="connsiteY6" fmla="*/ 51126 h 271069"/>
                <a:gd name="connsiteX0-1" fmla="*/ 0 w 325671"/>
                <a:gd name="connsiteY0-2" fmla="*/ 51248 h 271192"/>
                <a:gd name="connsiteX1-3" fmla="*/ 165871 w 325671"/>
                <a:gd name="connsiteY1-4" fmla="*/ 105320 h 271192"/>
                <a:gd name="connsiteX2-5" fmla="*/ 275965 w 325671"/>
                <a:gd name="connsiteY2-6" fmla="*/ 271192 h 271192"/>
                <a:gd name="connsiteX3-7" fmla="*/ 324923 w 325671"/>
                <a:gd name="connsiteY3-8" fmla="*/ 220773 h 271192"/>
                <a:gd name="connsiteX4-9" fmla="*/ 239166 w 325671"/>
                <a:gd name="connsiteY4-10" fmla="*/ 55476 h 271192"/>
                <a:gd name="connsiteX5-11" fmla="*/ 66008 w 325671"/>
                <a:gd name="connsiteY5-12" fmla="*/ 829 h 271192"/>
                <a:gd name="connsiteX6-13" fmla="*/ 0 w 325671"/>
                <a:gd name="connsiteY6-14" fmla="*/ 51248 h 271192"/>
                <a:gd name="connsiteX0-15" fmla="*/ 3757 w 329428"/>
                <a:gd name="connsiteY0-16" fmla="*/ 51248 h 271192"/>
                <a:gd name="connsiteX1-17" fmla="*/ 185022 w 329428"/>
                <a:gd name="connsiteY1-18" fmla="*/ 102241 h 271192"/>
                <a:gd name="connsiteX2-19" fmla="*/ 279722 w 329428"/>
                <a:gd name="connsiteY2-20" fmla="*/ 271192 h 271192"/>
                <a:gd name="connsiteX3-21" fmla="*/ 328680 w 329428"/>
                <a:gd name="connsiteY3-22" fmla="*/ 220773 h 271192"/>
                <a:gd name="connsiteX4-23" fmla="*/ 242923 w 329428"/>
                <a:gd name="connsiteY4-24" fmla="*/ 55476 h 271192"/>
                <a:gd name="connsiteX5-25" fmla="*/ 69765 w 329428"/>
                <a:gd name="connsiteY5-26" fmla="*/ 829 h 271192"/>
                <a:gd name="connsiteX6-27" fmla="*/ 3757 w 329428"/>
                <a:gd name="connsiteY6-28" fmla="*/ 51248 h 271192"/>
                <a:gd name="connsiteX0-29" fmla="*/ 3757 w 329827"/>
                <a:gd name="connsiteY0-30" fmla="*/ 51248 h 283507"/>
                <a:gd name="connsiteX1-31" fmla="*/ 185022 w 329827"/>
                <a:gd name="connsiteY1-32" fmla="*/ 102241 h 283507"/>
                <a:gd name="connsiteX2-33" fmla="*/ 285880 w 329827"/>
                <a:gd name="connsiteY2-34" fmla="*/ 283507 h 283507"/>
                <a:gd name="connsiteX3-35" fmla="*/ 328680 w 329827"/>
                <a:gd name="connsiteY3-36" fmla="*/ 220773 h 283507"/>
                <a:gd name="connsiteX4-37" fmla="*/ 242923 w 329827"/>
                <a:gd name="connsiteY4-38" fmla="*/ 55476 h 283507"/>
                <a:gd name="connsiteX5-39" fmla="*/ 69765 w 329827"/>
                <a:gd name="connsiteY5-40" fmla="*/ 829 h 283507"/>
                <a:gd name="connsiteX6-41" fmla="*/ 3757 w 329827"/>
                <a:gd name="connsiteY6-42" fmla="*/ 51248 h 283507"/>
                <a:gd name="connsiteX0-43" fmla="*/ 3757 w 328680"/>
                <a:gd name="connsiteY0-44" fmla="*/ 51248 h 283507"/>
                <a:gd name="connsiteX1-45" fmla="*/ 185022 w 328680"/>
                <a:gd name="connsiteY1-46" fmla="*/ 102241 h 283507"/>
                <a:gd name="connsiteX2-47" fmla="*/ 285880 w 328680"/>
                <a:gd name="connsiteY2-48" fmla="*/ 283507 h 283507"/>
                <a:gd name="connsiteX3-49" fmla="*/ 328680 w 328680"/>
                <a:gd name="connsiteY3-50" fmla="*/ 220773 h 283507"/>
                <a:gd name="connsiteX4-51" fmla="*/ 242923 w 328680"/>
                <a:gd name="connsiteY4-52" fmla="*/ 55476 h 283507"/>
                <a:gd name="connsiteX5-53" fmla="*/ 69765 w 328680"/>
                <a:gd name="connsiteY5-54" fmla="*/ 829 h 283507"/>
                <a:gd name="connsiteX6-55" fmla="*/ 3757 w 328680"/>
                <a:gd name="connsiteY6-56" fmla="*/ 51248 h 283507"/>
                <a:gd name="connsiteX0-57" fmla="*/ 3757 w 334838"/>
                <a:gd name="connsiteY0-58" fmla="*/ 51248 h 283507"/>
                <a:gd name="connsiteX1-59" fmla="*/ 185022 w 334838"/>
                <a:gd name="connsiteY1-60" fmla="*/ 102241 h 283507"/>
                <a:gd name="connsiteX2-61" fmla="*/ 285880 w 334838"/>
                <a:gd name="connsiteY2-62" fmla="*/ 283507 h 283507"/>
                <a:gd name="connsiteX3-63" fmla="*/ 334838 w 334838"/>
                <a:gd name="connsiteY3-64" fmla="*/ 226931 h 283507"/>
                <a:gd name="connsiteX4-65" fmla="*/ 242923 w 334838"/>
                <a:gd name="connsiteY4-66" fmla="*/ 55476 h 283507"/>
                <a:gd name="connsiteX5-67" fmla="*/ 69765 w 334838"/>
                <a:gd name="connsiteY5-68" fmla="*/ 829 h 283507"/>
                <a:gd name="connsiteX6-69" fmla="*/ 3757 w 334838"/>
                <a:gd name="connsiteY6-70" fmla="*/ 51248 h 283507"/>
                <a:gd name="connsiteX0-71" fmla="*/ 0 w 331081"/>
                <a:gd name="connsiteY0-72" fmla="*/ 51248 h 283507"/>
                <a:gd name="connsiteX1-73" fmla="*/ 181265 w 331081"/>
                <a:gd name="connsiteY1-74" fmla="*/ 102241 h 283507"/>
                <a:gd name="connsiteX2-75" fmla="*/ 282123 w 331081"/>
                <a:gd name="connsiteY2-76" fmla="*/ 283507 h 283507"/>
                <a:gd name="connsiteX3-77" fmla="*/ 331081 w 331081"/>
                <a:gd name="connsiteY3-78" fmla="*/ 226931 h 283507"/>
                <a:gd name="connsiteX4-79" fmla="*/ 239166 w 331081"/>
                <a:gd name="connsiteY4-80" fmla="*/ 55476 h 283507"/>
                <a:gd name="connsiteX5-81" fmla="*/ 66008 w 331081"/>
                <a:gd name="connsiteY5-82" fmla="*/ 829 h 283507"/>
                <a:gd name="connsiteX6-83" fmla="*/ 0 w 331081"/>
                <a:gd name="connsiteY6-84" fmla="*/ 51248 h 283507"/>
                <a:gd name="connsiteX0-85" fmla="*/ 0 w 331081"/>
                <a:gd name="connsiteY0-86" fmla="*/ 51248 h 283507"/>
                <a:gd name="connsiteX1-87" fmla="*/ 181265 w 331081"/>
                <a:gd name="connsiteY1-88" fmla="*/ 102241 h 283507"/>
                <a:gd name="connsiteX2-89" fmla="*/ 282123 w 331081"/>
                <a:gd name="connsiteY2-90" fmla="*/ 283507 h 283507"/>
                <a:gd name="connsiteX3-91" fmla="*/ 331081 w 331081"/>
                <a:gd name="connsiteY3-92" fmla="*/ 226931 h 283507"/>
                <a:gd name="connsiteX4-93" fmla="*/ 239166 w 331081"/>
                <a:gd name="connsiteY4-94" fmla="*/ 55476 h 283507"/>
                <a:gd name="connsiteX5-95" fmla="*/ 62929 w 331081"/>
                <a:gd name="connsiteY5-96" fmla="*/ 829 h 283507"/>
                <a:gd name="connsiteX6-97" fmla="*/ 0 w 331081"/>
                <a:gd name="connsiteY6-98" fmla="*/ 51248 h 28350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331081" h="283507">
                  <a:moveTo>
                    <a:pt x="0" y="51248"/>
                  </a:moveTo>
                  <a:cubicBezTo>
                    <a:pt x="19209" y="68150"/>
                    <a:pt x="134245" y="63531"/>
                    <a:pt x="181265" y="102241"/>
                  </a:cubicBezTo>
                  <a:cubicBezTo>
                    <a:pt x="228285" y="140951"/>
                    <a:pt x="274329" y="251112"/>
                    <a:pt x="282123" y="283507"/>
                  </a:cubicBezTo>
                  <a:cubicBezTo>
                    <a:pt x="304288" y="263777"/>
                    <a:pt x="307452" y="249542"/>
                    <a:pt x="331081" y="226931"/>
                  </a:cubicBezTo>
                  <a:cubicBezTo>
                    <a:pt x="323922" y="188926"/>
                    <a:pt x="299328" y="103946"/>
                    <a:pt x="239166" y="55476"/>
                  </a:cubicBezTo>
                  <a:cubicBezTo>
                    <a:pt x="179004" y="7005"/>
                    <a:pt x="136730" y="-3312"/>
                    <a:pt x="62929" y="829"/>
                  </a:cubicBezTo>
                  <a:cubicBezTo>
                    <a:pt x="37110" y="17148"/>
                    <a:pt x="17736" y="28188"/>
                    <a:pt x="0" y="5124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1341105" y="5530894"/>
              <a:ext cx="179387" cy="149428"/>
            </a:xfrm>
            <a:custGeom>
              <a:avLst/>
              <a:gdLst>
                <a:gd name="connsiteX0" fmla="*/ 175674 w 179387"/>
                <a:gd name="connsiteY0" fmla="*/ 118192 h 149428"/>
                <a:gd name="connsiteX1" fmla="*/ 160086 w 179387"/>
                <a:gd name="connsiteY1" fmla="*/ 140600 h 149428"/>
                <a:gd name="connsiteX2" fmla="*/ 131344 w 179387"/>
                <a:gd name="connsiteY2" fmla="*/ 145715 h 149428"/>
                <a:gd name="connsiteX3" fmla="*/ 8829 w 179387"/>
                <a:gd name="connsiteY3" fmla="*/ 59978 h 149428"/>
                <a:gd name="connsiteX4" fmla="*/ 3714 w 179387"/>
                <a:gd name="connsiteY4" fmla="*/ 31237 h 149428"/>
                <a:gd name="connsiteX5" fmla="*/ 19302 w 179387"/>
                <a:gd name="connsiteY5" fmla="*/ 8828 h 149428"/>
                <a:gd name="connsiteX6" fmla="*/ 48043 w 179387"/>
                <a:gd name="connsiteY6" fmla="*/ 3714 h 149428"/>
                <a:gd name="connsiteX7" fmla="*/ 170559 w 179387"/>
                <a:gd name="connsiteY7" fmla="*/ 89450 h 149428"/>
                <a:gd name="connsiteX8" fmla="*/ 175674 w 179387"/>
                <a:gd name="connsiteY8" fmla="*/ 118192 h 14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87" h="149428">
                  <a:moveTo>
                    <a:pt x="175674" y="118192"/>
                  </a:moveTo>
                  <a:lnTo>
                    <a:pt x="160086" y="140600"/>
                  </a:lnTo>
                  <a:cubicBezTo>
                    <a:pt x="153509" y="149856"/>
                    <a:pt x="140844" y="152291"/>
                    <a:pt x="131344" y="145715"/>
                  </a:cubicBezTo>
                  <a:lnTo>
                    <a:pt x="8829" y="59978"/>
                  </a:lnTo>
                  <a:cubicBezTo>
                    <a:pt x="-427" y="53402"/>
                    <a:pt x="-2863" y="40736"/>
                    <a:pt x="3714" y="31237"/>
                  </a:cubicBezTo>
                  <a:lnTo>
                    <a:pt x="19302" y="8828"/>
                  </a:lnTo>
                  <a:cubicBezTo>
                    <a:pt x="25878" y="-427"/>
                    <a:pt x="38544" y="-2863"/>
                    <a:pt x="48043" y="3714"/>
                  </a:cubicBezTo>
                  <a:lnTo>
                    <a:pt x="170559" y="89450"/>
                  </a:lnTo>
                  <a:cubicBezTo>
                    <a:pt x="179815" y="96027"/>
                    <a:pt x="182251" y="108936"/>
                    <a:pt x="175674" y="118192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Our Team LAYOUT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1916832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916832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1724049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3"/>
            <a:ext cx="7219949" cy="6791323"/>
          </a:xfrm>
          <a:custGeom>
            <a:avLst/>
            <a:gdLst>
              <a:gd name="connsiteX0" fmla="*/ 6373343 w 7219949"/>
              <a:gd name="connsiteY0" fmla="*/ 5762674 h 6791323"/>
              <a:gd name="connsiteX1" fmla="*/ 6413754 w 7219949"/>
              <a:gd name="connsiteY1" fmla="*/ 5791064 h 6791323"/>
              <a:gd name="connsiteX2" fmla="*/ 6422746 w 7219949"/>
              <a:gd name="connsiteY2" fmla="*/ 5798985 h 6791323"/>
              <a:gd name="connsiteX3" fmla="*/ 6422797 w 7219949"/>
              <a:gd name="connsiteY3" fmla="*/ 5799972 h 6791323"/>
              <a:gd name="connsiteX4" fmla="*/ 6417097 w 7219949"/>
              <a:gd name="connsiteY4" fmla="*/ 5796731 h 6791323"/>
              <a:gd name="connsiteX5" fmla="*/ 6421197 w 7219949"/>
              <a:gd name="connsiteY5" fmla="*/ 5803224 h 6791323"/>
              <a:gd name="connsiteX6" fmla="*/ 6423069 w 7219949"/>
              <a:gd name="connsiteY6" fmla="*/ 5805289 h 6791323"/>
              <a:gd name="connsiteX7" fmla="*/ 6423280 w 7219949"/>
              <a:gd name="connsiteY7" fmla="*/ 5809382 h 6791323"/>
              <a:gd name="connsiteX8" fmla="*/ 6409944 w 7219949"/>
              <a:gd name="connsiteY8" fmla="*/ 5797636 h 6791323"/>
              <a:gd name="connsiteX9" fmla="*/ 1540022 w 7219949"/>
              <a:gd name="connsiteY9" fmla="*/ 5527312 h 6791323"/>
              <a:gd name="connsiteX10" fmla="*/ 1522578 w 7219949"/>
              <a:gd name="connsiteY10" fmla="*/ 5529871 h 6791323"/>
              <a:gd name="connsiteX11" fmla="*/ 1509084 w 7219949"/>
              <a:gd name="connsiteY11" fmla="*/ 5542239 h 6791323"/>
              <a:gd name="connsiteX12" fmla="*/ 1523166 w 7219949"/>
              <a:gd name="connsiteY12" fmla="*/ 5546372 h 6791323"/>
              <a:gd name="connsiteX13" fmla="*/ 1550935 w 7219949"/>
              <a:gd name="connsiteY13" fmla="*/ 5543314 h 6791323"/>
              <a:gd name="connsiteX14" fmla="*/ 1571395 w 7219949"/>
              <a:gd name="connsiteY14" fmla="*/ 5533722 h 6791323"/>
              <a:gd name="connsiteX15" fmla="*/ 1559206 w 7219949"/>
              <a:gd name="connsiteY15" fmla="*/ 5531447 h 6791323"/>
              <a:gd name="connsiteX16" fmla="*/ 1444220 w 7219949"/>
              <a:gd name="connsiteY16" fmla="*/ 5502038 h 6791323"/>
              <a:gd name="connsiteX17" fmla="*/ 1442366 w 7219949"/>
              <a:gd name="connsiteY17" fmla="*/ 5504927 h 6791323"/>
              <a:gd name="connsiteX18" fmla="*/ 1445716 w 7219949"/>
              <a:gd name="connsiteY18" fmla="*/ 5504667 h 6791323"/>
              <a:gd name="connsiteX19" fmla="*/ 1109001 w 7219949"/>
              <a:gd name="connsiteY19" fmla="*/ 5399894 h 6791323"/>
              <a:gd name="connsiteX20" fmla="*/ 1088139 w 7219949"/>
              <a:gd name="connsiteY20" fmla="*/ 5430615 h 6791323"/>
              <a:gd name="connsiteX21" fmla="*/ 1154903 w 7219949"/>
              <a:gd name="connsiteY21" fmla="*/ 5493637 h 6791323"/>
              <a:gd name="connsiteX22" fmla="*/ 1199413 w 7219949"/>
              <a:gd name="connsiteY22" fmla="*/ 5502038 h 6791323"/>
              <a:gd name="connsiteX23" fmla="*/ 1203154 w 7219949"/>
              <a:gd name="connsiteY23" fmla="*/ 5506753 h 6791323"/>
              <a:gd name="connsiteX24" fmla="*/ 1221483 w 7219949"/>
              <a:gd name="connsiteY24" fmla="*/ 5500369 h 6791323"/>
              <a:gd name="connsiteX25" fmla="*/ 1254063 w 7219949"/>
              <a:gd name="connsiteY25" fmla="*/ 5500404 h 6791323"/>
              <a:gd name="connsiteX26" fmla="*/ 1257548 w 7219949"/>
              <a:gd name="connsiteY26" fmla="*/ 5502518 h 6791323"/>
              <a:gd name="connsiteX27" fmla="*/ 1259224 w 7219949"/>
              <a:gd name="connsiteY27" fmla="*/ 5501513 h 6791323"/>
              <a:gd name="connsiteX28" fmla="*/ 1269888 w 7219949"/>
              <a:gd name="connsiteY28" fmla="*/ 5506239 h 6791323"/>
              <a:gd name="connsiteX29" fmla="*/ 1271060 w 7219949"/>
              <a:gd name="connsiteY29" fmla="*/ 5511704 h 6791323"/>
              <a:gd name="connsiteX30" fmla="*/ 1284187 w 7219949"/>
              <a:gd name="connsiteY30" fmla="*/ 5528103 h 6791323"/>
              <a:gd name="connsiteX31" fmla="*/ 1295893 w 7219949"/>
              <a:gd name="connsiteY31" fmla="*/ 5528899 h 6791323"/>
              <a:gd name="connsiteX32" fmla="*/ 1329134 w 7219949"/>
              <a:gd name="connsiteY32" fmla="*/ 5523362 h 6791323"/>
              <a:gd name="connsiteX33" fmla="*/ 1345023 w 7219949"/>
              <a:gd name="connsiteY33" fmla="*/ 5522735 h 6791323"/>
              <a:gd name="connsiteX34" fmla="*/ 1332945 w 7219949"/>
              <a:gd name="connsiteY34" fmla="*/ 5502038 h 6791323"/>
              <a:gd name="connsiteX35" fmla="*/ 1306980 w 7219949"/>
              <a:gd name="connsiteY35" fmla="*/ 5439018 h 6791323"/>
              <a:gd name="connsiteX36" fmla="*/ 1173450 w 7219949"/>
              <a:gd name="connsiteY36" fmla="*/ 5413812 h 6791323"/>
              <a:gd name="connsiteX37" fmla="*/ 1125229 w 7219949"/>
              <a:gd name="connsiteY37" fmla="*/ 5409611 h 6791323"/>
              <a:gd name="connsiteX38" fmla="*/ 1109001 w 7219949"/>
              <a:gd name="connsiteY38" fmla="*/ 5399894 h 6791323"/>
              <a:gd name="connsiteX39" fmla="*/ 1 w 7219949"/>
              <a:gd name="connsiteY39" fmla="*/ 5033886 h 6791323"/>
              <a:gd name="connsiteX40" fmla="*/ 20697 w 7219949"/>
              <a:gd name="connsiteY40" fmla="*/ 5050987 h 6791323"/>
              <a:gd name="connsiteX41" fmla="*/ 27306 w 7219949"/>
              <a:gd name="connsiteY41" fmla="*/ 5098712 h 6791323"/>
              <a:gd name="connsiteX42" fmla="*/ 75524 w 7219949"/>
              <a:gd name="connsiteY42" fmla="*/ 5149127 h 6791323"/>
              <a:gd name="connsiteX43" fmla="*/ 309203 w 7219949"/>
              <a:gd name="connsiteY43" fmla="*/ 5291971 h 6791323"/>
              <a:gd name="connsiteX44" fmla="*/ 353715 w 7219949"/>
              <a:gd name="connsiteY44" fmla="*/ 5350789 h 6791323"/>
              <a:gd name="connsiteX45" fmla="*/ 223891 w 7219949"/>
              <a:gd name="connsiteY45" fmla="*/ 5333986 h 6791323"/>
              <a:gd name="connsiteX46" fmla="*/ 45852 w 7219949"/>
              <a:gd name="connsiteY46" fmla="*/ 5266763 h 6791323"/>
              <a:gd name="connsiteX47" fmla="*/ 1 w 7219949"/>
              <a:gd name="connsiteY47" fmla="*/ 5245499 h 6791323"/>
              <a:gd name="connsiteX48" fmla="*/ 6018520 w 7219949"/>
              <a:gd name="connsiteY48" fmla="*/ 3828679 h 6791323"/>
              <a:gd name="connsiteX49" fmla="*/ 6061272 w 7219949"/>
              <a:gd name="connsiteY49" fmla="*/ 3852562 h 6791323"/>
              <a:gd name="connsiteX50" fmla="*/ 6123598 w 7219949"/>
              <a:gd name="connsiteY50" fmla="*/ 3899316 h 6791323"/>
              <a:gd name="connsiteX51" fmla="*/ 6135571 w 7219949"/>
              <a:gd name="connsiteY51" fmla="*/ 3918704 h 6791323"/>
              <a:gd name="connsiteX52" fmla="*/ 6095110 w 7219949"/>
              <a:gd name="connsiteY52" fmla="*/ 3884769 h 6791323"/>
              <a:gd name="connsiteX53" fmla="*/ 6067502 w 7219949"/>
              <a:gd name="connsiteY53" fmla="*/ 3862695 h 6791323"/>
              <a:gd name="connsiteX54" fmla="*/ 6058500 w 7219949"/>
              <a:gd name="connsiteY54" fmla="*/ 3857305 h 6791323"/>
              <a:gd name="connsiteX55" fmla="*/ 6028122 w 7219949"/>
              <a:gd name="connsiteY55" fmla="*/ 3839975 h 6791323"/>
              <a:gd name="connsiteX56" fmla="*/ 6018520 w 7219949"/>
              <a:gd name="connsiteY56" fmla="*/ 3828679 h 6791323"/>
              <a:gd name="connsiteX57" fmla="*/ 5917528 w 7219949"/>
              <a:gd name="connsiteY57" fmla="*/ 3369309 h 6791323"/>
              <a:gd name="connsiteX58" fmla="*/ 5932912 w 7219949"/>
              <a:gd name="connsiteY58" fmla="*/ 3381207 h 6791323"/>
              <a:gd name="connsiteX59" fmla="*/ 5934660 w 7219949"/>
              <a:gd name="connsiteY59" fmla="*/ 3383263 h 6791323"/>
              <a:gd name="connsiteX60" fmla="*/ 5930917 w 7219949"/>
              <a:gd name="connsiteY60" fmla="*/ 3380432 h 6791323"/>
              <a:gd name="connsiteX61" fmla="*/ 6015135 w 7219949"/>
              <a:gd name="connsiteY61" fmla="*/ 2860684 h 6791323"/>
              <a:gd name="connsiteX62" fmla="*/ 6020320 w 7219949"/>
              <a:gd name="connsiteY62" fmla="*/ 2864266 h 6791323"/>
              <a:gd name="connsiteX63" fmla="*/ 6021276 w 7219949"/>
              <a:gd name="connsiteY63" fmla="*/ 2864967 h 6791323"/>
              <a:gd name="connsiteX64" fmla="*/ 6021151 w 7219949"/>
              <a:gd name="connsiteY64" fmla="*/ 2865757 h 6791323"/>
              <a:gd name="connsiteX65" fmla="*/ 6017986 w 7219949"/>
              <a:gd name="connsiteY65" fmla="*/ 2863246 h 6791323"/>
              <a:gd name="connsiteX66" fmla="*/ 5801996 w 7219949"/>
              <a:gd name="connsiteY66" fmla="*/ 2690461 h 6791323"/>
              <a:gd name="connsiteX67" fmla="*/ 5803170 w 7219949"/>
              <a:gd name="connsiteY67" fmla="*/ 2691043 h 6791323"/>
              <a:gd name="connsiteX68" fmla="*/ 5805707 w 7219949"/>
              <a:gd name="connsiteY68" fmla="*/ 2693665 h 6791323"/>
              <a:gd name="connsiteX69" fmla="*/ 5803117 w 7219949"/>
              <a:gd name="connsiteY69" fmla="*/ 2692169 h 6791323"/>
              <a:gd name="connsiteX70" fmla="*/ 5802846 w 7219949"/>
              <a:gd name="connsiteY70" fmla="*/ 2691627 h 6791323"/>
              <a:gd name="connsiteX71" fmla="*/ 5801996 w 7219949"/>
              <a:gd name="connsiteY71" fmla="*/ 2690461 h 6791323"/>
              <a:gd name="connsiteX72" fmla="*/ 5712609 w 7219949"/>
              <a:gd name="connsiteY72" fmla="*/ 2643924 h 6791323"/>
              <a:gd name="connsiteX73" fmla="*/ 5716036 w 7219949"/>
              <a:gd name="connsiteY73" fmla="*/ 2646416 h 6791323"/>
              <a:gd name="connsiteX74" fmla="*/ 5712958 w 7219949"/>
              <a:gd name="connsiteY74" fmla="*/ 2644329 h 6791323"/>
              <a:gd name="connsiteX75" fmla="*/ 6874443 w 7219949"/>
              <a:gd name="connsiteY75" fmla="*/ 1314142 h 6791323"/>
              <a:gd name="connsiteX76" fmla="*/ 6887098 w 7219949"/>
              <a:gd name="connsiteY76" fmla="*/ 1320495 h 6791323"/>
              <a:gd name="connsiteX77" fmla="*/ 6911869 w 7219949"/>
              <a:gd name="connsiteY77" fmla="*/ 1346903 h 6791323"/>
              <a:gd name="connsiteX78" fmla="*/ 6919419 w 7219949"/>
              <a:gd name="connsiteY78" fmla="*/ 1354642 h 6791323"/>
              <a:gd name="connsiteX79" fmla="*/ 6947175 w 7219949"/>
              <a:gd name="connsiteY79" fmla="*/ 1376475 h 6791323"/>
              <a:gd name="connsiteX80" fmla="*/ 6995137 w 7219949"/>
              <a:gd name="connsiteY80" fmla="*/ 1412403 h 6791323"/>
              <a:gd name="connsiteX81" fmla="*/ 7014744 w 7219949"/>
              <a:gd name="connsiteY81" fmla="*/ 1427412 h 6791323"/>
              <a:gd name="connsiteX82" fmla="*/ 7045544 w 7219949"/>
              <a:gd name="connsiteY82" fmla="*/ 1457454 h 6791323"/>
              <a:gd name="connsiteX83" fmla="*/ 7061838 w 7219949"/>
              <a:gd name="connsiteY83" fmla="*/ 1471102 h 6791323"/>
              <a:gd name="connsiteX84" fmla="*/ 7091714 w 7219949"/>
              <a:gd name="connsiteY84" fmla="*/ 1496126 h 6791323"/>
              <a:gd name="connsiteX85" fmla="*/ 7114038 w 7219949"/>
              <a:gd name="connsiteY85" fmla="*/ 1513409 h 6791323"/>
              <a:gd name="connsiteX86" fmla="*/ 7140637 w 7219949"/>
              <a:gd name="connsiteY86" fmla="*/ 1528968 h 6791323"/>
              <a:gd name="connsiteX87" fmla="*/ 7141158 w 7219949"/>
              <a:gd name="connsiteY87" fmla="*/ 1529398 h 6791323"/>
              <a:gd name="connsiteX88" fmla="*/ 7138593 w 7219949"/>
              <a:gd name="connsiteY88" fmla="*/ 1533830 h 6791323"/>
              <a:gd name="connsiteX89" fmla="*/ 7124726 w 7219949"/>
              <a:gd name="connsiteY89" fmla="*/ 1544846 h 6791323"/>
              <a:gd name="connsiteX90" fmla="*/ 7099056 w 7219949"/>
              <a:gd name="connsiteY90" fmla="*/ 1523496 h 6791323"/>
              <a:gd name="connsiteX91" fmla="*/ 7096937 w 7219949"/>
              <a:gd name="connsiteY91" fmla="*/ 1520307 h 6791323"/>
              <a:gd name="connsiteX92" fmla="*/ 7108397 w 7219949"/>
              <a:gd name="connsiteY92" fmla="*/ 1528492 h 6791323"/>
              <a:gd name="connsiteX93" fmla="*/ 7111710 w 7219949"/>
              <a:gd name="connsiteY93" fmla="*/ 1529851 h 6791323"/>
              <a:gd name="connsiteX94" fmla="*/ 7110188 w 7219949"/>
              <a:gd name="connsiteY94" fmla="*/ 1525747 h 6791323"/>
              <a:gd name="connsiteX95" fmla="*/ 7103234 w 7219949"/>
              <a:gd name="connsiteY95" fmla="*/ 1517093 h 6791323"/>
              <a:gd name="connsiteX96" fmla="*/ 7058257 w 7219949"/>
              <a:gd name="connsiteY96" fmla="*/ 1476591 h 6791323"/>
              <a:gd name="connsiteX97" fmla="*/ 6908883 w 7219949"/>
              <a:gd name="connsiteY97" fmla="*/ 1351478 h 6791323"/>
              <a:gd name="connsiteX98" fmla="*/ 6874443 w 7219949"/>
              <a:gd name="connsiteY98" fmla="*/ 1314142 h 6791323"/>
              <a:gd name="connsiteX99" fmla="*/ 6661736 w 7219949"/>
              <a:gd name="connsiteY99" fmla="*/ 1273216 h 6791323"/>
              <a:gd name="connsiteX100" fmla="*/ 6671078 w 7219949"/>
              <a:gd name="connsiteY100" fmla="*/ 1278211 h 6791323"/>
              <a:gd name="connsiteX101" fmla="*/ 6695521 w 7219949"/>
              <a:gd name="connsiteY101" fmla="*/ 1298683 h 6791323"/>
              <a:gd name="connsiteX102" fmla="*/ 6734408 w 7219949"/>
              <a:gd name="connsiteY102" fmla="*/ 1322768 h 6791323"/>
              <a:gd name="connsiteX103" fmla="*/ 6750704 w 7219949"/>
              <a:gd name="connsiteY103" fmla="*/ 1336417 h 6791323"/>
              <a:gd name="connsiteX104" fmla="*/ 6833971 w 7219949"/>
              <a:gd name="connsiteY104" fmla="*/ 1401916 h 6791323"/>
              <a:gd name="connsiteX105" fmla="*/ 6846625 w 7219949"/>
              <a:gd name="connsiteY105" fmla="*/ 1408272 h 6791323"/>
              <a:gd name="connsiteX106" fmla="*/ 6801052 w 7219949"/>
              <a:gd name="connsiteY106" fmla="*/ 1368685 h 6791323"/>
              <a:gd name="connsiteX107" fmla="*/ 6801649 w 7219949"/>
              <a:gd name="connsiteY107" fmla="*/ 1367769 h 6791323"/>
              <a:gd name="connsiteX108" fmla="*/ 6847820 w 7219949"/>
              <a:gd name="connsiteY108" fmla="*/ 1406440 h 6791323"/>
              <a:gd name="connsiteX109" fmla="*/ 6874094 w 7219949"/>
              <a:gd name="connsiteY109" fmla="*/ 1428448 h 6791323"/>
              <a:gd name="connsiteX110" fmla="*/ 6875058 w 7219949"/>
              <a:gd name="connsiteY110" fmla="*/ 1439534 h 6791323"/>
              <a:gd name="connsiteX111" fmla="*/ 6875306 w 7219949"/>
              <a:gd name="connsiteY111" fmla="*/ 1440882 h 6791323"/>
              <a:gd name="connsiteX112" fmla="*/ 6872919 w 7219949"/>
              <a:gd name="connsiteY112" fmla="*/ 1438783 h 6791323"/>
              <a:gd name="connsiteX113" fmla="*/ 6867815 w 7219949"/>
              <a:gd name="connsiteY113" fmla="*/ 1440167 h 6791323"/>
              <a:gd name="connsiteX114" fmla="*/ 6863577 w 7219949"/>
              <a:gd name="connsiteY114" fmla="*/ 1433787 h 6791323"/>
              <a:gd name="connsiteX115" fmla="*/ 6847282 w 7219949"/>
              <a:gd name="connsiteY115" fmla="*/ 1420139 h 6791323"/>
              <a:gd name="connsiteX116" fmla="*/ 6842178 w 7219949"/>
              <a:gd name="connsiteY116" fmla="*/ 1421523 h 6791323"/>
              <a:gd name="connsiteX117" fmla="*/ 6837941 w 7219949"/>
              <a:gd name="connsiteY117" fmla="*/ 1415144 h 6791323"/>
              <a:gd name="connsiteX118" fmla="*/ 6824360 w 7219949"/>
              <a:gd name="connsiteY118" fmla="*/ 1403770 h 6791323"/>
              <a:gd name="connsiteX119" fmla="*/ 6817137 w 7219949"/>
              <a:gd name="connsiteY119" fmla="*/ 1401965 h 6791323"/>
              <a:gd name="connsiteX120" fmla="*/ 6806872 w 7219949"/>
              <a:gd name="connsiteY120" fmla="*/ 1391951 h 6791323"/>
              <a:gd name="connsiteX121" fmla="*/ 6787263 w 7219949"/>
              <a:gd name="connsiteY121" fmla="*/ 1376942 h 6791323"/>
              <a:gd name="connsiteX122" fmla="*/ 6768849 w 7219949"/>
              <a:gd name="connsiteY122" fmla="*/ 1360104 h 6791323"/>
              <a:gd name="connsiteX123" fmla="*/ 6755270 w 7219949"/>
              <a:gd name="connsiteY123" fmla="*/ 1348729 h 6791323"/>
              <a:gd name="connsiteX124" fmla="*/ 6722679 w 7219949"/>
              <a:gd name="connsiteY124" fmla="*/ 1321431 h 6791323"/>
              <a:gd name="connsiteX125" fmla="*/ 6694923 w 7219949"/>
              <a:gd name="connsiteY125" fmla="*/ 1299599 h 6791323"/>
              <a:gd name="connsiteX126" fmla="*/ 6681074 w 7219949"/>
              <a:gd name="connsiteY126" fmla="*/ 1295074 h 6791323"/>
              <a:gd name="connsiteX127" fmla="*/ 6662660 w 7219949"/>
              <a:gd name="connsiteY127" fmla="*/ 1278235 h 6791323"/>
              <a:gd name="connsiteX128" fmla="*/ 6661736 w 7219949"/>
              <a:gd name="connsiteY128" fmla="*/ 1273216 h 6791323"/>
              <a:gd name="connsiteX129" fmla="*/ 0 w 7219949"/>
              <a:gd name="connsiteY129" fmla="*/ 0 h 6791323"/>
              <a:gd name="connsiteX130" fmla="*/ 6972406 w 7219949"/>
              <a:gd name="connsiteY130" fmla="*/ 0 h 6791323"/>
              <a:gd name="connsiteX131" fmla="*/ 6976138 w 7219949"/>
              <a:gd name="connsiteY131" fmla="*/ 3025 h 6791323"/>
              <a:gd name="connsiteX132" fmla="*/ 7039194 w 7219949"/>
              <a:gd name="connsiteY132" fmla="*/ 150070 h 6791323"/>
              <a:gd name="connsiteX133" fmla="*/ 6968720 w 7219949"/>
              <a:gd name="connsiteY133" fmla="*/ 225694 h 6791323"/>
              <a:gd name="connsiteX134" fmla="*/ 6927918 w 7219949"/>
              <a:gd name="connsiteY134" fmla="*/ 271907 h 6791323"/>
              <a:gd name="connsiteX135" fmla="*/ 6898245 w 7219949"/>
              <a:gd name="connsiteY135" fmla="*/ 246701 h 6791323"/>
              <a:gd name="connsiteX136" fmla="*/ 6879700 w 7219949"/>
              <a:gd name="connsiteY136" fmla="*/ 234099 h 6791323"/>
              <a:gd name="connsiteX137" fmla="*/ 6819888 w 7219949"/>
              <a:gd name="connsiteY137" fmla="*/ 250377 h 6791323"/>
              <a:gd name="connsiteX138" fmla="*/ 6809591 w 7219949"/>
              <a:gd name="connsiteY138" fmla="*/ 247177 h 6791323"/>
              <a:gd name="connsiteX139" fmla="*/ 6854840 w 7219949"/>
              <a:gd name="connsiteY139" fmla="*/ 305140 h 6791323"/>
              <a:gd name="connsiteX140" fmla="*/ 6996193 w 7219949"/>
              <a:gd name="connsiteY140" fmla="*/ 495970 h 6791323"/>
              <a:gd name="connsiteX141" fmla="*/ 7022160 w 7219949"/>
              <a:gd name="connsiteY141" fmla="*/ 542186 h 6791323"/>
              <a:gd name="connsiteX142" fmla="*/ 6973940 w 7219949"/>
              <a:gd name="connsiteY142" fmla="*/ 579998 h 6791323"/>
              <a:gd name="connsiteX143" fmla="*/ 6858954 w 7219949"/>
              <a:gd name="connsiteY143" fmla="*/ 596802 h 6791323"/>
              <a:gd name="connsiteX144" fmla="*/ 6773643 w 7219949"/>
              <a:gd name="connsiteY144" fmla="*/ 533782 h 6791323"/>
              <a:gd name="connsiteX145" fmla="*/ 6755096 w 7219949"/>
              <a:gd name="connsiteY145" fmla="*/ 500173 h 6791323"/>
              <a:gd name="connsiteX146" fmla="*/ 6706878 w 7219949"/>
              <a:gd name="connsiteY146" fmla="*/ 411945 h 6791323"/>
              <a:gd name="connsiteX147" fmla="*/ 6658658 w 7219949"/>
              <a:gd name="connsiteY147" fmla="*/ 407744 h 6791323"/>
              <a:gd name="connsiteX148" fmla="*/ 6632692 w 7219949"/>
              <a:gd name="connsiteY148" fmla="*/ 411945 h 6791323"/>
              <a:gd name="connsiteX149" fmla="*/ 6636401 w 7219949"/>
              <a:gd name="connsiteY149" fmla="*/ 378334 h 6791323"/>
              <a:gd name="connsiteX150" fmla="*/ 6645211 w 7219949"/>
              <a:gd name="connsiteY150" fmla="*/ 338946 h 6791323"/>
              <a:gd name="connsiteX151" fmla="*/ 6638682 w 7219949"/>
              <a:gd name="connsiteY151" fmla="*/ 330642 h 6791323"/>
              <a:gd name="connsiteX152" fmla="*/ 6629003 w 7219949"/>
              <a:gd name="connsiteY152" fmla="*/ 328429 h 6791323"/>
              <a:gd name="connsiteX153" fmla="*/ 6612637 w 7219949"/>
              <a:gd name="connsiteY153" fmla="*/ 318125 h 6791323"/>
              <a:gd name="connsiteX154" fmla="*/ 6566929 w 7219949"/>
              <a:gd name="connsiteY154" fmla="*/ 282867 h 6791323"/>
              <a:gd name="connsiteX155" fmla="*/ 6521417 w 7219949"/>
              <a:gd name="connsiteY155" fmla="*/ 253869 h 6791323"/>
              <a:gd name="connsiteX156" fmla="*/ 6516468 w 7219949"/>
              <a:gd name="connsiteY156" fmla="*/ 249391 h 6791323"/>
              <a:gd name="connsiteX157" fmla="*/ 6453141 w 7219949"/>
              <a:gd name="connsiteY157" fmla="*/ 217291 h 6791323"/>
              <a:gd name="connsiteX158" fmla="*/ 6412340 w 7219949"/>
              <a:gd name="connsiteY158" fmla="*/ 213092 h 6791323"/>
              <a:gd name="connsiteX159" fmla="*/ 6404667 w 7219949"/>
              <a:gd name="connsiteY159" fmla="*/ 240606 h 6791323"/>
              <a:gd name="connsiteX160" fmla="*/ 6453468 w 7219949"/>
              <a:gd name="connsiteY160" fmla="*/ 321004 h 6791323"/>
              <a:gd name="connsiteX161" fmla="*/ 6475397 w 7219949"/>
              <a:gd name="connsiteY161" fmla="*/ 339129 h 6791323"/>
              <a:gd name="connsiteX162" fmla="*/ 6608927 w 7219949"/>
              <a:gd name="connsiteY162" fmla="*/ 465170 h 6791323"/>
              <a:gd name="connsiteX163" fmla="*/ 6620054 w 7219949"/>
              <a:gd name="connsiteY163" fmla="*/ 477775 h 6791323"/>
              <a:gd name="connsiteX164" fmla="*/ 6694237 w 7219949"/>
              <a:gd name="connsiteY164" fmla="*/ 578607 h 6791323"/>
              <a:gd name="connsiteX165" fmla="*/ 7113377 w 7219949"/>
              <a:gd name="connsiteY165" fmla="*/ 948322 h 6791323"/>
              <a:gd name="connsiteX166" fmla="*/ 7128214 w 7219949"/>
              <a:gd name="connsiteY166" fmla="*/ 994538 h 6791323"/>
              <a:gd name="connsiteX167" fmla="*/ 7091123 w 7219949"/>
              <a:gd name="connsiteY167" fmla="*/ 1007141 h 6791323"/>
              <a:gd name="connsiteX168" fmla="*/ 6987266 w 7219949"/>
              <a:gd name="connsiteY168" fmla="*/ 986133 h 6791323"/>
              <a:gd name="connsiteX169" fmla="*/ 6879700 w 7219949"/>
              <a:gd name="connsiteY169" fmla="*/ 939920 h 6791323"/>
              <a:gd name="connsiteX170" fmla="*/ 6779551 w 7219949"/>
              <a:gd name="connsiteY170" fmla="*/ 881101 h 6791323"/>
              <a:gd name="connsiteX171" fmla="*/ 6730404 w 7219949"/>
              <a:gd name="connsiteY171" fmla="*/ 882676 h 6791323"/>
              <a:gd name="connsiteX172" fmla="*/ 6729427 w 7219949"/>
              <a:gd name="connsiteY172" fmla="*/ 884274 h 6791323"/>
              <a:gd name="connsiteX173" fmla="*/ 6739797 w 7219949"/>
              <a:gd name="connsiteY173" fmla="*/ 897722 h 6791323"/>
              <a:gd name="connsiteX174" fmla="*/ 6844118 w 7219949"/>
              <a:gd name="connsiteY174" fmla="*/ 1012735 h 6791323"/>
              <a:gd name="connsiteX175" fmla="*/ 6973940 w 7219949"/>
              <a:gd name="connsiteY175" fmla="*/ 1189190 h 6791323"/>
              <a:gd name="connsiteX176" fmla="*/ 7018451 w 7219949"/>
              <a:gd name="connsiteY176" fmla="*/ 1222802 h 6791323"/>
              <a:gd name="connsiteX177" fmla="*/ 7055542 w 7219949"/>
              <a:gd name="connsiteY177" fmla="*/ 1285821 h 6791323"/>
              <a:gd name="connsiteX178" fmla="*/ 7070379 w 7219949"/>
              <a:gd name="connsiteY178" fmla="*/ 1311029 h 6791323"/>
              <a:gd name="connsiteX179" fmla="*/ 7159402 w 7219949"/>
              <a:gd name="connsiteY179" fmla="*/ 1365647 h 6791323"/>
              <a:gd name="connsiteX180" fmla="*/ 7207620 w 7219949"/>
              <a:gd name="connsiteY180" fmla="*/ 1428667 h 6791323"/>
              <a:gd name="connsiteX181" fmla="*/ 7181656 w 7219949"/>
              <a:gd name="connsiteY181" fmla="*/ 1491685 h 6791323"/>
              <a:gd name="connsiteX182" fmla="*/ 7155691 w 7219949"/>
              <a:gd name="connsiteY182" fmla="*/ 1504289 h 6791323"/>
              <a:gd name="connsiteX183" fmla="*/ 7146061 w 7219949"/>
              <a:gd name="connsiteY183" fmla="*/ 1520928 h 6791323"/>
              <a:gd name="connsiteX184" fmla="*/ 7139336 w 7219949"/>
              <a:gd name="connsiteY184" fmla="*/ 1515675 h 6791323"/>
              <a:gd name="connsiteX185" fmla="*/ 7121201 w 7219949"/>
              <a:gd name="connsiteY185" fmla="*/ 1502431 h 6791323"/>
              <a:gd name="connsiteX186" fmla="*/ 7091326 w 7219949"/>
              <a:gd name="connsiteY186" fmla="*/ 1477408 h 6791323"/>
              <a:gd name="connsiteX187" fmla="*/ 7085894 w 7219949"/>
              <a:gd name="connsiteY187" fmla="*/ 1472858 h 6791323"/>
              <a:gd name="connsiteX188" fmla="*/ 7046678 w 7219949"/>
              <a:gd name="connsiteY188" fmla="*/ 1442841 h 6791323"/>
              <a:gd name="connsiteX189" fmla="*/ 7016475 w 7219949"/>
              <a:gd name="connsiteY189" fmla="*/ 1411883 h 6791323"/>
              <a:gd name="connsiteX190" fmla="*/ 7010448 w 7219949"/>
              <a:gd name="connsiteY190" fmla="*/ 1408249 h 6791323"/>
              <a:gd name="connsiteX191" fmla="*/ 7001703 w 7219949"/>
              <a:gd name="connsiteY191" fmla="*/ 1402339 h 6791323"/>
              <a:gd name="connsiteX192" fmla="*/ 6919629 w 7219949"/>
              <a:gd name="connsiteY192" fmla="*/ 1335011 h 6791323"/>
              <a:gd name="connsiteX193" fmla="*/ 6893991 w 7219949"/>
              <a:gd name="connsiteY193" fmla="*/ 1316366 h 6791323"/>
              <a:gd name="connsiteX194" fmla="*/ 6866833 w 7219949"/>
              <a:gd name="connsiteY194" fmla="*/ 1293618 h 6791323"/>
              <a:gd name="connsiteX195" fmla="*/ 6823976 w 7219949"/>
              <a:gd name="connsiteY195" fmla="*/ 1256308 h 6791323"/>
              <a:gd name="connsiteX196" fmla="*/ 6813113 w 7219949"/>
              <a:gd name="connsiteY196" fmla="*/ 1247208 h 6791323"/>
              <a:gd name="connsiteX197" fmla="*/ 6804368 w 7219949"/>
              <a:gd name="connsiteY197" fmla="*/ 1241298 h 6791323"/>
              <a:gd name="connsiteX198" fmla="*/ 6808008 w 7219949"/>
              <a:gd name="connsiteY198" fmla="*/ 1248592 h 6791323"/>
              <a:gd name="connsiteX199" fmla="*/ 6832780 w 7219949"/>
              <a:gd name="connsiteY199" fmla="*/ 1275000 h 6791323"/>
              <a:gd name="connsiteX200" fmla="*/ 6841853 w 7219949"/>
              <a:gd name="connsiteY200" fmla="*/ 1286843 h 6791323"/>
              <a:gd name="connsiteX201" fmla="*/ 6798727 w 7219949"/>
              <a:gd name="connsiteY201" fmla="*/ 1256381 h 6791323"/>
              <a:gd name="connsiteX202" fmla="*/ 6766464 w 7219949"/>
              <a:gd name="connsiteY202" fmla="*/ 1235017 h 6791323"/>
              <a:gd name="connsiteX203" fmla="*/ 6758645 w 7219949"/>
              <a:gd name="connsiteY203" fmla="*/ 1234127 h 6791323"/>
              <a:gd name="connsiteX204" fmla="*/ 6768911 w 7219949"/>
              <a:gd name="connsiteY204" fmla="*/ 1244142 h 6791323"/>
              <a:gd name="connsiteX205" fmla="*/ 6823228 w 7219949"/>
              <a:gd name="connsiteY205" fmla="*/ 1289638 h 6791323"/>
              <a:gd name="connsiteX206" fmla="*/ 6912914 w 7219949"/>
              <a:gd name="connsiteY206" fmla="*/ 1377488 h 6791323"/>
              <a:gd name="connsiteX207" fmla="*/ 6946428 w 7219949"/>
              <a:gd name="connsiteY207" fmla="*/ 1409806 h 6791323"/>
              <a:gd name="connsiteX208" fmla="*/ 6985048 w 7219949"/>
              <a:gd name="connsiteY208" fmla="*/ 1440738 h 6791323"/>
              <a:gd name="connsiteX209" fmla="*/ 7027577 w 7219949"/>
              <a:gd name="connsiteY209" fmla="*/ 1472115 h 6791323"/>
              <a:gd name="connsiteX210" fmla="*/ 7091564 w 7219949"/>
              <a:gd name="connsiteY210" fmla="*/ 1528541 h 6791323"/>
              <a:gd name="connsiteX211" fmla="*/ 7099712 w 7219949"/>
              <a:gd name="connsiteY211" fmla="*/ 1535365 h 6791323"/>
              <a:gd name="connsiteX212" fmla="*/ 7117937 w 7219949"/>
              <a:gd name="connsiteY212" fmla="*/ 1550238 h 6791323"/>
              <a:gd name="connsiteX213" fmla="*/ 7116280 w 7219949"/>
              <a:gd name="connsiteY213" fmla="*/ 1551555 h 6791323"/>
              <a:gd name="connsiteX214" fmla="*/ 7062962 w 7219949"/>
              <a:gd name="connsiteY214" fmla="*/ 1542099 h 6791323"/>
              <a:gd name="connsiteX215" fmla="*/ 7015166 w 7219949"/>
              <a:gd name="connsiteY215" fmla="*/ 1506268 h 6791323"/>
              <a:gd name="connsiteX216" fmla="*/ 7004833 w 7219949"/>
              <a:gd name="connsiteY216" fmla="*/ 1494095 h 6791323"/>
              <a:gd name="connsiteX217" fmla="*/ 6995492 w 7219949"/>
              <a:gd name="connsiteY217" fmla="*/ 1489101 h 6791323"/>
              <a:gd name="connsiteX218" fmla="*/ 6993256 w 7219949"/>
              <a:gd name="connsiteY218" fmla="*/ 1489842 h 6791323"/>
              <a:gd name="connsiteX219" fmla="*/ 6965594 w 7219949"/>
              <a:gd name="connsiteY219" fmla="*/ 1469104 h 6791323"/>
              <a:gd name="connsiteX220" fmla="*/ 6884918 w 7219949"/>
              <a:gd name="connsiteY220" fmla="*/ 1374048 h 6791323"/>
              <a:gd name="connsiteX221" fmla="*/ 6879747 w 7219949"/>
              <a:gd name="connsiteY221" fmla="*/ 1365262 h 6791323"/>
              <a:gd name="connsiteX222" fmla="*/ 6876447 w 7219949"/>
              <a:gd name="connsiteY222" fmla="*/ 1375638 h 6791323"/>
              <a:gd name="connsiteX223" fmla="*/ 6874201 w 7219949"/>
              <a:gd name="connsiteY223" fmla="*/ 1388700 h 6791323"/>
              <a:gd name="connsiteX224" fmla="*/ 6860295 w 7219949"/>
              <a:gd name="connsiteY224" fmla="*/ 1374446 h 6791323"/>
              <a:gd name="connsiteX225" fmla="*/ 6836180 w 7219949"/>
              <a:gd name="connsiteY225" fmla="*/ 1359907 h 6791323"/>
              <a:gd name="connsiteX226" fmla="*/ 6793383 w 7219949"/>
              <a:gd name="connsiteY226" fmla="*/ 1335379 h 6791323"/>
              <a:gd name="connsiteX227" fmla="*/ 6775566 w 7219949"/>
              <a:gd name="connsiteY227" fmla="*/ 1317625 h 6791323"/>
              <a:gd name="connsiteX228" fmla="*/ 6756226 w 7219949"/>
              <a:gd name="connsiteY228" fmla="*/ 1295768 h 6791323"/>
              <a:gd name="connsiteX229" fmla="*/ 6725755 w 7219949"/>
              <a:gd name="connsiteY229" fmla="*/ 1271659 h 6791323"/>
              <a:gd name="connsiteX230" fmla="*/ 6718532 w 7219949"/>
              <a:gd name="connsiteY230" fmla="*/ 1269854 h 6791323"/>
              <a:gd name="connsiteX231" fmla="*/ 6675346 w 7219949"/>
              <a:gd name="connsiteY231" fmla="*/ 1226609 h 6791323"/>
              <a:gd name="connsiteX232" fmla="*/ 6645471 w 7219949"/>
              <a:gd name="connsiteY232" fmla="*/ 1201587 h 6791323"/>
              <a:gd name="connsiteX233" fmla="*/ 6578171 w 7219949"/>
              <a:gd name="connsiteY233" fmla="*/ 1143800 h 6791323"/>
              <a:gd name="connsiteX234" fmla="*/ 6559757 w 7219949"/>
              <a:gd name="connsiteY234" fmla="*/ 1126962 h 6791323"/>
              <a:gd name="connsiteX235" fmla="*/ 6537434 w 7219949"/>
              <a:gd name="connsiteY235" fmla="*/ 1109679 h 6791323"/>
              <a:gd name="connsiteX236" fmla="*/ 6512989 w 7219949"/>
              <a:gd name="connsiteY236" fmla="*/ 1089206 h 6791323"/>
              <a:gd name="connsiteX237" fmla="*/ 6506693 w 7219949"/>
              <a:gd name="connsiteY237" fmla="*/ 1092419 h 6791323"/>
              <a:gd name="connsiteX238" fmla="*/ 6472311 w 7219949"/>
              <a:gd name="connsiteY238" fmla="*/ 1067867 h 6791323"/>
              <a:gd name="connsiteX239" fmla="*/ 6464761 w 7219949"/>
              <a:gd name="connsiteY239" fmla="*/ 1060129 h 6791323"/>
              <a:gd name="connsiteX240" fmla="*/ 6457538 w 7219949"/>
              <a:gd name="connsiteY240" fmla="*/ 1058323 h 6791323"/>
              <a:gd name="connsiteX241" fmla="*/ 6461179 w 7219949"/>
              <a:gd name="connsiteY241" fmla="*/ 1065617 h 6791323"/>
              <a:gd name="connsiteX242" fmla="*/ 6483502 w 7219949"/>
              <a:gd name="connsiteY242" fmla="*/ 1082900 h 6791323"/>
              <a:gd name="connsiteX243" fmla="*/ 6506752 w 7219949"/>
              <a:gd name="connsiteY243" fmla="*/ 1105203 h 6791323"/>
              <a:gd name="connsiteX244" fmla="*/ 6511318 w 7219949"/>
              <a:gd name="connsiteY244" fmla="*/ 1117518 h 6791323"/>
              <a:gd name="connsiteX245" fmla="*/ 6523704 w 7219949"/>
              <a:gd name="connsiteY245" fmla="*/ 1130721 h 6791323"/>
              <a:gd name="connsiteX246" fmla="*/ 6558682 w 7219949"/>
              <a:gd name="connsiteY246" fmla="*/ 1154359 h 6791323"/>
              <a:gd name="connsiteX247" fmla="*/ 6572261 w 7219949"/>
              <a:gd name="connsiteY247" fmla="*/ 1165732 h 6791323"/>
              <a:gd name="connsiteX248" fmla="*/ 6575902 w 7219949"/>
              <a:gd name="connsiteY248" fmla="*/ 1173027 h 6791323"/>
              <a:gd name="connsiteX249" fmla="*/ 6570203 w 7219949"/>
              <a:gd name="connsiteY249" fmla="*/ 1175327 h 6791323"/>
              <a:gd name="connsiteX250" fmla="*/ 6551519 w 7219949"/>
              <a:gd name="connsiteY250" fmla="*/ 1165337 h 6791323"/>
              <a:gd name="connsiteX251" fmla="*/ 6547610 w 7219949"/>
              <a:gd name="connsiteY251" fmla="*/ 1164892 h 6791323"/>
              <a:gd name="connsiteX252" fmla="*/ 6552444 w 7219949"/>
              <a:gd name="connsiteY252" fmla="*/ 1170356 h 6791323"/>
              <a:gd name="connsiteX253" fmla="*/ 6580200 w 7219949"/>
              <a:gd name="connsiteY253" fmla="*/ 1192188 h 6791323"/>
              <a:gd name="connsiteX254" fmla="*/ 6582916 w 7219949"/>
              <a:gd name="connsiteY254" fmla="*/ 1194463 h 6791323"/>
              <a:gd name="connsiteX255" fmla="*/ 6581723 w 7219949"/>
              <a:gd name="connsiteY255" fmla="*/ 1196294 h 6791323"/>
              <a:gd name="connsiteX256" fmla="*/ 6582648 w 7219949"/>
              <a:gd name="connsiteY256" fmla="*/ 1201313 h 6791323"/>
              <a:gd name="connsiteX257" fmla="*/ 6601658 w 7219949"/>
              <a:gd name="connsiteY257" fmla="*/ 1217237 h 6791323"/>
              <a:gd name="connsiteX258" fmla="*/ 6575424 w 7219949"/>
              <a:gd name="connsiteY258" fmla="*/ 1199508 h 6791323"/>
              <a:gd name="connsiteX259" fmla="*/ 6570918 w 7219949"/>
              <a:gd name="connsiteY259" fmla="*/ 1199978 h 6791323"/>
              <a:gd name="connsiteX260" fmla="*/ 6559189 w 7219949"/>
              <a:gd name="connsiteY260" fmla="*/ 1198642 h 6791323"/>
              <a:gd name="connsiteX261" fmla="*/ 6548325 w 7219949"/>
              <a:gd name="connsiteY261" fmla="*/ 1189542 h 6791323"/>
              <a:gd name="connsiteX262" fmla="*/ 6547131 w 7219949"/>
              <a:gd name="connsiteY262" fmla="*/ 1191371 h 6791323"/>
              <a:gd name="connsiteX263" fmla="*/ 6546534 w 7219949"/>
              <a:gd name="connsiteY263" fmla="*/ 1192286 h 6791323"/>
              <a:gd name="connsiteX264" fmla="*/ 6595747 w 7219949"/>
              <a:gd name="connsiteY264" fmla="*/ 1239167 h 6791323"/>
              <a:gd name="connsiteX265" fmla="*/ 6625354 w 7219949"/>
              <a:gd name="connsiteY265" fmla="*/ 1271040 h 6791323"/>
              <a:gd name="connsiteX266" fmla="*/ 6629592 w 7219949"/>
              <a:gd name="connsiteY266" fmla="*/ 1277419 h 6791323"/>
              <a:gd name="connsiteX267" fmla="*/ 6620251 w 7219949"/>
              <a:gd name="connsiteY267" fmla="*/ 1272423 h 6791323"/>
              <a:gd name="connsiteX268" fmla="*/ 6595808 w 7219949"/>
              <a:gd name="connsiteY268" fmla="*/ 1251951 h 6791323"/>
              <a:gd name="connsiteX269" fmla="*/ 6589778 w 7219949"/>
              <a:gd name="connsiteY269" fmla="*/ 1248316 h 6791323"/>
              <a:gd name="connsiteX270" fmla="*/ 6591301 w 7219949"/>
              <a:gd name="connsiteY270" fmla="*/ 1252420 h 6791323"/>
              <a:gd name="connsiteX271" fmla="*/ 6606402 w 7219949"/>
              <a:gd name="connsiteY271" fmla="*/ 1267898 h 6791323"/>
              <a:gd name="connsiteX272" fmla="*/ 6630846 w 7219949"/>
              <a:gd name="connsiteY272" fmla="*/ 1288373 h 6791323"/>
              <a:gd name="connsiteX273" fmla="*/ 6631174 w 7219949"/>
              <a:gd name="connsiteY273" fmla="*/ 1294307 h 6791323"/>
              <a:gd name="connsiteX274" fmla="*/ 6629981 w 7219949"/>
              <a:gd name="connsiteY274" fmla="*/ 1296136 h 6791323"/>
              <a:gd name="connsiteX275" fmla="*/ 6585661 w 7219949"/>
              <a:gd name="connsiteY275" fmla="*/ 1267503 h 6791323"/>
              <a:gd name="connsiteX276" fmla="*/ 6491798 w 7219949"/>
              <a:gd name="connsiteY276" fmla="*/ 1186055 h 6791323"/>
              <a:gd name="connsiteX277" fmla="*/ 6477025 w 7219949"/>
              <a:gd name="connsiteY277" fmla="*/ 1176511 h 6791323"/>
              <a:gd name="connsiteX278" fmla="*/ 6489409 w 7219949"/>
              <a:gd name="connsiteY278" fmla="*/ 1189714 h 6791323"/>
              <a:gd name="connsiteX279" fmla="*/ 6520807 w 7219949"/>
              <a:gd name="connsiteY279" fmla="*/ 1218841 h 6791323"/>
              <a:gd name="connsiteX280" fmla="*/ 6556113 w 7219949"/>
              <a:gd name="connsiteY280" fmla="*/ 1248413 h 6791323"/>
              <a:gd name="connsiteX281" fmla="*/ 6609834 w 7219949"/>
              <a:gd name="connsiteY281" fmla="*/ 1294825 h 6791323"/>
              <a:gd name="connsiteX282" fmla="*/ 6694415 w 7219949"/>
              <a:gd name="connsiteY282" fmla="*/ 1384061 h 6791323"/>
              <a:gd name="connsiteX283" fmla="*/ 6725214 w 7219949"/>
              <a:gd name="connsiteY283" fmla="*/ 1414103 h 6791323"/>
              <a:gd name="connsiteX284" fmla="*/ 6735481 w 7219949"/>
              <a:gd name="connsiteY284" fmla="*/ 1424117 h 6791323"/>
              <a:gd name="connsiteX285" fmla="*/ 6723424 w 7219949"/>
              <a:gd name="connsiteY285" fmla="*/ 1416848 h 6791323"/>
              <a:gd name="connsiteX286" fmla="*/ 6582197 w 7219949"/>
              <a:gd name="connsiteY286" fmla="*/ 1298558 h 6791323"/>
              <a:gd name="connsiteX287" fmla="*/ 6535490 w 7219949"/>
              <a:gd name="connsiteY287" fmla="*/ 1273584 h 6791323"/>
              <a:gd name="connsiteX288" fmla="*/ 6534296 w 7219949"/>
              <a:gd name="connsiteY288" fmla="*/ 1275413 h 6791323"/>
              <a:gd name="connsiteX289" fmla="*/ 6540385 w 7219949"/>
              <a:gd name="connsiteY289" fmla="*/ 1291832 h 6791323"/>
              <a:gd name="connsiteX290" fmla="*/ 6553098 w 7219949"/>
              <a:gd name="connsiteY290" fmla="*/ 1310968 h 6791323"/>
              <a:gd name="connsiteX291" fmla="*/ 6570377 w 7219949"/>
              <a:gd name="connsiteY291" fmla="*/ 1342420 h 6791323"/>
              <a:gd name="connsiteX292" fmla="*/ 6590104 w 7219949"/>
              <a:gd name="connsiteY292" fmla="*/ 1382995 h 6791323"/>
              <a:gd name="connsiteX293" fmla="*/ 6600371 w 7219949"/>
              <a:gd name="connsiteY293" fmla="*/ 1393009 h 6791323"/>
              <a:gd name="connsiteX294" fmla="*/ 6629051 w 7219949"/>
              <a:gd name="connsiteY294" fmla="*/ 1419862 h 6791323"/>
              <a:gd name="connsiteX295" fmla="*/ 6639319 w 7219949"/>
              <a:gd name="connsiteY295" fmla="*/ 1429876 h 6791323"/>
              <a:gd name="connsiteX296" fmla="*/ 6661046 w 7219949"/>
              <a:gd name="connsiteY296" fmla="*/ 1448075 h 6791323"/>
              <a:gd name="connsiteX297" fmla="*/ 6700859 w 7219949"/>
              <a:gd name="connsiteY297" fmla="*/ 1477177 h 6791323"/>
              <a:gd name="connsiteX298" fmla="*/ 6727421 w 7219949"/>
              <a:gd name="connsiteY298" fmla="*/ 1500840 h 6791323"/>
              <a:gd name="connsiteX299" fmla="*/ 6769413 w 7219949"/>
              <a:gd name="connsiteY299" fmla="*/ 1545916 h 6791323"/>
              <a:gd name="connsiteX300" fmla="*/ 6821880 w 7219949"/>
              <a:gd name="connsiteY300" fmla="*/ 1581372 h 6791323"/>
              <a:gd name="connsiteX301" fmla="*/ 6849308 w 7219949"/>
              <a:gd name="connsiteY301" fmla="*/ 1597272 h 6791323"/>
              <a:gd name="connsiteX302" fmla="*/ 6871363 w 7219949"/>
              <a:gd name="connsiteY302" fmla="*/ 1621404 h 6791323"/>
              <a:gd name="connsiteX303" fmla="*/ 6872885 w 7219949"/>
              <a:gd name="connsiteY303" fmla="*/ 1625510 h 6791323"/>
              <a:gd name="connsiteX304" fmla="*/ 6910638 w 7219949"/>
              <a:gd name="connsiteY304" fmla="*/ 1664205 h 6791323"/>
              <a:gd name="connsiteX305" fmla="*/ 6930247 w 7219949"/>
              <a:gd name="connsiteY305" fmla="*/ 1679213 h 6791323"/>
              <a:gd name="connsiteX306" fmla="*/ 6961585 w 7219949"/>
              <a:gd name="connsiteY306" fmla="*/ 1695558 h 6791323"/>
              <a:gd name="connsiteX307" fmla="*/ 6971523 w 7219949"/>
              <a:gd name="connsiteY307" fmla="*/ 1699638 h 6791323"/>
              <a:gd name="connsiteX308" fmla="*/ 7006232 w 7219949"/>
              <a:gd name="connsiteY308" fmla="*/ 1730125 h 6791323"/>
              <a:gd name="connsiteX309" fmla="*/ 7015306 w 7219949"/>
              <a:gd name="connsiteY309" fmla="*/ 1741969 h 6791323"/>
              <a:gd name="connsiteX310" fmla="*/ 7016827 w 7219949"/>
              <a:gd name="connsiteY310" fmla="*/ 1746073 h 6791323"/>
              <a:gd name="connsiteX311" fmla="*/ 7032390 w 7219949"/>
              <a:gd name="connsiteY311" fmla="*/ 1760399 h 6791323"/>
              <a:gd name="connsiteX312" fmla="*/ 7035277 w 7219949"/>
              <a:gd name="connsiteY312" fmla="*/ 1765182 h 6791323"/>
              <a:gd name="connsiteX313" fmla="*/ 7050073 w 7219949"/>
              <a:gd name="connsiteY313" fmla="*/ 1794756 h 6791323"/>
              <a:gd name="connsiteX314" fmla="*/ 7047835 w 7219949"/>
              <a:gd name="connsiteY314" fmla="*/ 1793110 h 6791323"/>
              <a:gd name="connsiteX315" fmla="*/ 7026706 w 7219949"/>
              <a:gd name="connsiteY315" fmla="*/ 1773998 h 6791323"/>
              <a:gd name="connsiteX316" fmla="*/ 7019483 w 7219949"/>
              <a:gd name="connsiteY316" fmla="*/ 1772192 h 6791323"/>
              <a:gd name="connsiteX317" fmla="*/ 7023124 w 7219949"/>
              <a:gd name="connsiteY317" fmla="*/ 1779486 h 6791323"/>
              <a:gd name="connsiteX318" fmla="*/ 7031869 w 7219949"/>
              <a:gd name="connsiteY318" fmla="*/ 1785396 h 6791323"/>
              <a:gd name="connsiteX319" fmla="*/ 7058277 w 7219949"/>
              <a:gd name="connsiteY319" fmla="*/ 1811154 h 6791323"/>
              <a:gd name="connsiteX320" fmla="*/ 7061568 w 7219949"/>
              <a:gd name="connsiteY320" fmla="*/ 1817734 h 6791323"/>
              <a:gd name="connsiteX321" fmla="*/ 7061218 w 7219949"/>
              <a:gd name="connsiteY321" fmla="*/ 1818466 h 6791323"/>
              <a:gd name="connsiteX322" fmla="*/ 7061802 w 7219949"/>
              <a:gd name="connsiteY322" fmla="*/ 1823201 h 6791323"/>
              <a:gd name="connsiteX323" fmla="*/ 7066109 w 7219949"/>
              <a:gd name="connsiteY323" fmla="*/ 1826809 h 6791323"/>
              <a:gd name="connsiteX324" fmla="*/ 7073322 w 7219949"/>
              <a:gd name="connsiteY324" fmla="*/ 1841225 h 6791323"/>
              <a:gd name="connsiteX325" fmla="*/ 7096921 w 7219949"/>
              <a:gd name="connsiteY325" fmla="*/ 1928636 h 6791323"/>
              <a:gd name="connsiteX326" fmla="*/ 7113862 w 7219949"/>
              <a:gd name="connsiteY326" fmla="*/ 1949286 h 6791323"/>
              <a:gd name="connsiteX327" fmla="*/ 7118229 w 7219949"/>
              <a:gd name="connsiteY327" fmla="*/ 1996010 h 6791323"/>
              <a:gd name="connsiteX328" fmla="*/ 7087870 w 7219949"/>
              <a:gd name="connsiteY328" fmla="*/ 2027996 h 6791323"/>
              <a:gd name="connsiteX329" fmla="*/ 7110261 w 7219949"/>
              <a:gd name="connsiteY329" fmla="*/ 2024934 h 6791323"/>
              <a:gd name="connsiteX330" fmla="*/ 7167387 w 7219949"/>
              <a:gd name="connsiteY330" fmla="*/ 2036603 h 6791323"/>
              <a:gd name="connsiteX331" fmla="*/ 7116294 w 7219949"/>
              <a:gd name="connsiteY331" fmla="*/ 2093003 h 6791323"/>
              <a:gd name="connsiteX332" fmla="*/ 7066712 w 7219949"/>
              <a:gd name="connsiteY332" fmla="*/ 2065688 h 6791323"/>
              <a:gd name="connsiteX333" fmla="*/ 7030938 w 7219949"/>
              <a:gd name="connsiteY333" fmla="*/ 2046918 h 6791323"/>
              <a:gd name="connsiteX334" fmla="*/ 7018986 w 7219949"/>
              <a:gd name="connsiteY334" fmla="*/ 2090309 h 6791323"/>
              <a:gd name="connsiteX335" fmla="*/ 7023780 w 7219949"/>
              <a:gd name="connsiteY335" fmla="*/ 2123752 h 6791323"/>
              <a:gd name="connsiteX336" fmla="*/ 6987582 w 7219949"/>
              <a:gd name="connsiteY336" fmla="*/ 2118267 h 6791323"/>
              <a:gd name="connsiteX337" fmla="*/ 6794240 w 7219949"/>
              <a:gd name="connsiteY337" fmla="*/ 2073038 h 6791323"/>
              <a:gd name="connsiteX338" fmla="*/ 6936872 w 7219949"/>
              <a:gd name="connsiteY338" fmla="*/ 2235850 h 6791323"/>
              <a:gd name="connsiteX339" fmla="*/ 6934744 w 7219949"/>
              <a:gd name="connsiteY339" fmla="*/ 2302252 h 6791323"/>
              <a:gd name="connsiteX340" fmla="*/ 6870078 w 7219949"/>
              <a:gd name="connsiteY340" fmla="*/ 2306227 h 6791323"/>
              <a:gd name="connsiteX341" fmla="*/ 6737845 w 7219949"/>
              <a:gd name="connsiteY341" fmla="*/ 2258204 h 6791323"/>
              <a:gd name="connsiteX342" fmla="*/ 6545783 w 7219949"/>
              <a:gd name="connsiteY342" fmla="*/ 2173137 h 6791323"/>
              <a:gd name="connsiteX343" fmla="*/ 6500378 w 7219949"/>
              <a:gd name="connsiteY343" fmla="*/ 2161952 h 6791323"/>
              <a:gd name="connsiteX344" fmla="*/ 6307038 w 7219949"/>
              <a:gd name="connsiteY344" fmla="*/ 2116725 h 6791323"/>
              <a:gd name="connsiteX345" fmla="*/ 6210152 w 7219949"/>
              <a:gd name="connsiteY345" fmla="*/ 2057365 h 6791323"/>
              <a:gd name="connsiteX346" fmla="*/ 6189201 w 7219949"/>
              <a:gd name="connsiteY346" fmla="*/ 2046385 h 6791323"/>
              <a:gd name="connsiteX347" fmla="*/ 6175933 w 7219949"/>
              <a:gd name="connsiteY347" fmla="*/ 2043345 h 6791323"/>
              <a:gd name="connsiteX348" fmla="*/ 6194768 w 7219949"/>
              <a:gd name="connsiteY348" fmla="*/ 2080447 h 6791323"/>
              <a:gd name="connsiteX349" fmla="*/ 6228556 w 7219949"/>
              <a:gd name="connsiteY349" fmla="*/ 2123970 h 6791323"/>
              <a:gd name="connsiteX350" fmla="*/ 6213719 w 7219949"/>
              <a:gd name="connsiteY350" fmla="*/ 2186990 h 6791323"/>
              <a:gd name="connsiteX351" fmla="*/ 6072772 w 7219949"/>
              <a:gd name="connsiteY351" fmla="*/ 2233206 h 6791323"/>
              <a:gd name="connsiteX352" fmla="*/ 6056137 w 7219949"/>
              <a:gd name="connsiteY352" fmla="*/ 2234978 h 6791323"/>
              <a:gd name="connsiteX353" fmla="*/ 6045824 w 7219949"/>
              <a:gd name="connsiteY353" fmla="*/ 2240840 h 6791323"/>
              <a:gd name="connsiteX354" fmla="*/ 6048755 w 7219949"/>
              <a:gd name="connsiteY354" fmla="*/ 2243015 h 6791323"/>
              <a:gd name="connsiteX355" fmla="*/ 6095165 w 7219949"/>
              <a:gd name="connsiteY355" fmla="*/ 2283496 h 6791323"/>
              <a:gd name="connsiteX356" fmla="*/ 6276319 w 7219949"/>
              <a:gd name="connsiteY356" fmla="*/ 2415986 h 6791323"/>
              <a:gd name="connsiteX357" fmla="*/ 6418952 w 7219949"/>
              <a:gd name="connsiteY357" fmla="*/ 2578798 h 6791323"/>
              <a:gd name="connsiteX358" fmla="*/ 6413071 w 7219949"/>
              <a:gd name="connsiteY358" fmla="*/ 2615789 h 6791323"/>
              <a:gd name="connsiteX359" fmla="*/ 6416163 w 7219949"/>
              <a:gd name="connsiteY359" fmla="*/ 2702355 h 6791323"/>
              <a:gd name="connsiteX360" fmla="*/ 6441691 w 7219949"/>
              <a:gd name="connsiteY360" fmla="*/ 2711389 h 6791323"/>
              <a:gd name="connsiteX361" fmla="*/ 6474950 w 7219949"/>
              <a:gd name="connsiteY361" fmla="*/ 2735369 h 6791323"/>
              <a:gd name="connsiteX362" fmla="*/ 6432252 w 7219949"/>
              <a:gd name="connsiteY362" fmla="*/ 2749562 h 6791323"/>
              <a:gd name="connsiteX363" fmla="*/ 6336647 w 7219949"/>
              <a:gd name="connsiteY363" fmla="*/ 2693748 h 6791323"/>
              <a:gd name="connsiteX364" fmla="*/ 6294373 w 7219949"/>
              <a:gd name="connsiteY364" fmla="*/ 2694659 h 6791323"/>
              <a:gd name="connsiteX365" fmla="*/ 6297273 w 7219949"/>
              <a:gd name="connsiteY365" fmla="*/ 2750630 h 6791323"/>
              <a:gd name="connsiteX366" fmla="*/ 6490957 w 7219949"/>
              <a:gd name="connsiteY366" fmla="*/ 2931513 h 6791323"/>
              <a:gd name="connsiteX367" fmla="*/ 6529012 w 7219949"/>
              <a:gd name="connsiteY367" fmla="*/ 2988936 h 6791323"/>
              <a:gd name="connsiteX368" fmla="*/ 6463069 w 7219949"/>
              <a:gd name="connsiteY368" fmla="*/ 3032751 h 6791323"/>
              <a:gd name="connsiteX369" fmla="*/ 6445705 w 7219949"/>
              <a:gd name="connsiteY369" fmla="*/ 3025385 h 6791323"/>
              <a:gd name="connsiteX370" fmla="*/ 6399445 w 7219949"/>
              <a:gd name="connsiteY370" fmla="*/ 3040759 h 6791323"/>
              <a:gd name="connsiteX371" fmla="*/ 6348945 w 7219949"/>
              <a:gd name="connsiteY371" fmla="*/ 3069589 h 6791323"/>
              <a:gd name="connsiteX372" fmla="*/ 6336775 w 7219949"/>
              <a:gd name="connsiteY372" fmla="*/ 3067384 h 6791323"/>
              <a:gd name="connsiteX373" fmla="*/ 6328075 w 7219949"/>
              <a:gd name="connsiteY373" fmla="*/ 3061187 h 6791323"/>
              <a:gd name="connsiteX374" fmla="*/ 6318845 w 7219949"/>
              <a:gd name="connsiteY374" fmla="*/ 3056244 h 6791323"/>
              <a:gd name="connsiteX375" fmla="*/ 6318683 w 7219949"/>
              <a:gd name="connsiteY375" fmla="*/ 3056536 h 6791323"/>
              <a:gd name="connsiteX376" fmla="*/ 6301198 w 7219949"/>
              <a:gd name="connsiteY376" fmla="*/ 3044898 h 6791323"/>
              <a:gd name="connsiteX377" fmla="*/ 6293103 w 7219949"/>
              <a:gd name="connsiteY377" fmla="*/ 3037911 h 6791323"/>
              <a:gd name="connsiteX378" fmla="*/ 6276749 w 7219949"/>
              <a:gd name="connsiteY378" fmla="*/ 3024230 h 6791323"/>
              <a:gd name="connsiteX379" fmla="*/ 6271354 w 7219949"/>
              <a:gd name="connsiteY379" fmla="*/ 3019571 h 6791323"/>
              <a:gd name="connsiteX380" fmla="*/ 6272163 w 7219949"/>
              <a:gd name="connsiteY380" fmla="*/ 3018113 h 6791323"/>
              <a:gd name="connsiteX381" fmla="*/ 6240213 w 7219949"/>
              <a:gd name="connsiteY381" fmla="*/ 2996581 h 6791323"/>
              <a:gd name="connsiteX382" fmla="*/ 6228772 w 7219949"/>
              <a:gd name="connsiteY382" fmla="*/ 2988433 h 6791323"/>
              <a:gd name="connsiteX383" fmla="*/ 6194285 w 7219949"/>
              <a:gd name="connsiteY383" fmla="*/ 2964280 h 6791323"/>
              <a:gd name="connsiteX384" fmla="*/ 6173939 w 7219949"/>
              <a:gd name="connsiteY384" fmla="*/ 2950606 h 6791323"/>
              <a:gd name="connsiteX385" fmla="*/ 6157263 w 7219949"/>
              <a:gd name="connsiteY385" fmla="*/ 2937507 h 6791323"/>
              <a:gd name="connsiteX386" fmla="*/ 6132329 w 7219949"/>
              <a:gd name="connsiteY386" fmla="*/ 2917716 h 6791323"/>
              <a:gd name="connsiteX387" fmla="*/ 6126770 w 7219949"/>
              <a:gd name="connsiteY387" fmla="*/ 2913349 h 6791323"/>
              <a:gd name="connsiteX388" fmla="*/ 6112468 w 7219949"/>
              <a:gd name="connsiteY388" fmla="*/ 2903164 h 6791323"/>
              <a:gd name="connsiteX389" fmla="*/ 6098490 w 7219949"/>
              <a:gd name="connsiteY389" fmla="*/ 2892396 h 6791323"/>
              <a:gd name="connsiteX390" fmla="*/ 6107557 w 7219949"/>
              <a:gd name="connsiteY390" fmla="*/ 2897631 h 6791323"/>
              <a:gd name="connsiteX391" fmla="*/ 6113278 w 7219949"/>
              <a:gd name="connsiteY391" fmla="*/ 2901706 h 6791323"/>
              <a:gd name="connsiteX392" fmla="*/ 6116462 w 7219949"/>
              <a:gd name="connsiteY392" fmla="*/ 2903158 h 6791323"/>
              <a:gd name="connsiteX393" fmla="*/ 6110903 w 7219949"/>
              <a:gd name="connsiteY393" fmla="*/ 2898792 h 6791323"/>
              <a:gd name="connsiteX394" fmla="*/ 6088020 w 7219949"/>
              <a:gd name="connsiteY394" fmla="*/ 2882496 h 6791323"/>
              <a:gd name="connsiteX395" fmla="*/ 6073233 w 7219949"/>
              <a:gd name="connsiteY395" fmla="*/ 2873187 h 6791323"/>
              <a:gd name="connsiteX396" fmla="*/ 6067512 w 7219949"/>
              <a:gd name="connsiteY396" fmla="*/ 2869112 h 6791323"/>
              <a:gd name="connsiteX397" fmla="*/ 6050512 w 7219949"/>
              <a:gd name="connsiteY397" fmla="*/ 2856599 h 6791323"/>
              <a:gd name="connsiteX398" fmla="*/ 6047489 w 7219949"/>
              <a:gd name="connsiteY398" fmla="*/ 2854854 h 6791323"/>
              <a:gd name="connsiteX399" fmla="*/ 6032216 w 7219949"/>
              <a:gd name="connsiteY399" fmla="*/ 2846421 h 6791323"/>
              <a:gd name="connsiteX400" fmla="*/ 6017428 w 7219949"/>
              <a:gd name="connsiteY400" fmla="*/ 2837110 h 6791323"/>
              <a:gd name="connsiteX401" fmla="*/ 6022825 w 7219949"/>
              <a:gd name="connsiteY401" fmla="*/ 2841768 h 6791323"/>
              <a:gd name="connsiteX402" fmla="*/ 6036318 w 7219949"/>
              <a:gd name="connsiteY402" fmla="*/ 2853413 h 6791323"/>
              <a:gd name="connsiteX403" fmla="*/ 6040857 w 7219949"/>
              <a:gd name="connsiteY403" fmla="*/ 2857818 h 6791323"/>
              <a:gd name="connsiteX404" fmla="*/ 6042491 w 7219949"/>
              <a:gd name="connsiteY404" fmla="*/ 2859139 h 6791323"/>
              <a:gd name="connsiteX405" fmla="*/ 6040075 w 7219949"/>
              <a:gd name="connsiteY405" fmla="*/ 2858016 h 6791323"/>
              <a:gd name="connsiteX406" fmla="*/ 6037715 w 7219949"/>
              <a:gd name="connsiteY406" fmla="*/ 2858075 h 6791323"/>
              <a:gd name="connsiteX407" fmla="*/ 6031028 w 7219949"/>
              <a:gd name="connsiteY407" fmla="*/ 2853058 h 6791323"/>
              <a:gd name="connsiteX408" fmla="*/ 6026117 w 7219949"/>
              <a:gd name="connsiteY408" fmla="*/ 2850221 h 6791323"/>
              <a:gd name="connsiteX409" fmla="*/ 6014189 w 7219949"/>
              <a:gd name="connsiteY409" fmla="*/ 2842949 h 6791323"/>
              <a:gd name="connsiteX410" fmla="*/ 6000536 w 7219949"/>
              <a:gd name="connsiteY410" fmla="*/ 2831597 h 6791323"/>
              <a:gd name="connsiteX411" fmla="*/ 5983049 w 7219949"/>
              <a:gd name="connsiteY411" fmla="*/ 2819958 h 6791323"/>
              <a:gd name="connsiteX412" fmla="*/ 5977167 w 7219949"/>
              <a:gd name="connsiteY412" fmla="*/ 2816177 h 6791323"/>
              <a:gd name="connsiteX413" fmla="*/ 5963026 w 7219949"/>
              <a:gd name="connsiteY413" fmla="*/ 2805700 h 6791323"/>
              <a:gd name="connsiteX414" fmla="*/ 5943328 w 7219949"/>
              <a:gd name="connsiteY414" fmla="*/ 2790858 h 6791323"/>
              <a:gd name="connsiteX415" fmla="*/ 5914563 w 7219949"/>
              <a:gd name="connsiteY415" fmla="*/ 2770779 h 6791323"/>
              <a:gd name="connsiteX416" fmla="*/ 5905495 w 7219949"/>
              <a:gd name="connsiteY416" fmla="*/ 2765543 h 6791323"/>
              <a:gd name="connsiteX417" fmla="*/ 5896914 w 7219949"/>
              <a:gd name="connsiteY417" fmla="*/ 2759433 h 6791323"/>
              <a:gd name="connsiteX418" fmla="*/ 5897400 w 7219949"/>
              <a:gd name="connsiteY418" fmla="*/ 2758557 h 6791323"/>
              <a:gd name="connsiteX419" fmla="*/ 5909814 w 7219949"/>
              <a:gd name="connsiteY419" fmla="*/ 2764954 h 6791323"/>
              <a:gd name="connsiteX420" fmla="*/ 5918557 w 7219949"/>
              <a:gd name="connsiteY420" fmla="*/ 2770773 h 6791323"/>
              <a:gd name="connsiteX421" fmla="*/ 5918394 w 7219949"/>
              <a:gd name="connsiteY421" fmla="*/ 2771065 h 6791323"/>
              <a:gd name="connsiteX422" fmla="*/ 5926652 w 7219949"/>
              <a:gd name="connsiteY422" fmla="*/ 2777759 h 6791323"/>
              <a:gd name="connsiteX423" fmla="*/ 5932858 w 7219949"/>
              <a:gd name="connsiteY423" fmla="*/ 2780957 h 6791323"/>
              <a:gd name="connsiteX424" fmla="*/ 5939226 w 7219949"/>
              <a:gd name="connsiteY424" fmla="*/ 2783865 h 6791323"/>
              <a:gd name="connsiteX425" fmla="*/ 5931455 w 7219949"/>
              <a:gd name="connsiteY425" fmla="*/ 2776293 h 6791323"/>
              <a:gd name="connsiteX426" fmla="*/ 5911433 w 7219949"/>
              <a:gd name="connsiteY426" fmla="*/ 2762034 h 6791323"/>
              <a:gd name="connsiteX427" fmla="*/ 5899992 w 7219949"/>
              <a:gd name="connsiteY427" fmla="*/ 2753886 h 6791323"/>
              <a:gd name="connsiteX428" fmla="*/ 5888551 w 7219949"/>
              <a:gd name="connsiteY428" fmla="*/ 2745738 h 6791323"/>
              <a:gd name="connsiteX429" fmla="*/ 5857086 w 7219949"/>
              <a:gd name="connsiteY429" fmla="*/ 2723331 h 6791323"/>
              <a:gd name="connsiteX430" fmla="*/ 5842946 w 7219949"/>
              <a:gd name="connsiteY430" fmla="*/ 2712854 h 6791323"/>
              <a:gd name="connsiteX431" fmla="*/ 5819739 w 7219949"/>
              <a:gd name="connsiteY431" fmla="*/ 2697142 h 6791323"/>
              <a:gd name="connsiteX432" fmla="*/ 5813694 w 7219949"/>
              <a:gd name="connsiteY432" fmla="*/ 2693652 h 6791323"/>
              <a:gd name="connsiteX433" fmla="*/ 5802091 w 7219949"/>
              <a:gd name="connsiteY433" fmla="*/ 2685796 h 6791323"/>
              <a:gd name="connsiteX434" fmla="*/ 5785576 w 7219949"/>
              <a:gd name="connsiteY434" fmla="*/ 2672406 h 6791323"/>
              <a:gd name="connsiteX435" fmla="*/ 5777157 w 7219949"/>
              <a:gd name="connsiteY435" fmla="*/ 2666003 h 6791323"/>
              <a:gd name="connsiteX436" fmla="*/ 5745208 w 7219949"/>
              <a:gd name="connsiteY436" fmla="*/ 2644471 h 6791323"/>
              <a:gd name="connsiteX437" fmla="*/ 5736140 w 7219949"/>
              <a:gd name="connsiteY437" fmla="*/ 2639236 h 6791323"/>
              <a:gd name="connsiteX438" fmla="*/ 5718654 w 7219949"/>
              <a:gd name="connsiteY438" fmla="*/ 2627598 h 6791323"/>
              <a:gd name="connsiteX439" fmla="*/ 5735006 w 7219949"/>
              <a:gd name="connsiteY439" fmla="*/ 2641280 h 6791323"/>
              <a:gd name="connsiteX440" fmla="*/ 5748823 w 7219949"/>
              <a:gd name="connsiteY440" fmla="*/ 2652340 h 6791323"/>
              <a:gd name="connsiteX441" fmla="*/ 5754382 w 7219949"/>
              <a:gd name="connsiteY441" fmla="*/ 2656706 h 6791323"/>
              <a:gd name="connsiteX442" fmla="*/ 5769008 w 7219949"/>
              <a:gd name="connsiteY442" fmla="*/ 2666307 h 6791323"/>
              <a:gd name="connsiteX443" fmla="*/ 5772516 w 7219949"/>
              <a:gd name="connsiteY443" fmla="*/ 2667177 h 6791323"/>
              <a:gd name="connsiteX444" fmla="*/ 5775537 w 7219949"/>
              <a:gd name="connsiteY444" fmla="*/ 2668922 h 6791323"/>
              <a:gd name="connsiteX445" fmla="*/ 5774728 w 7219949"/>
              <a:gd name="connsiteY445" fmla="*/ 2670381 h 6791323"/>
              <a:gd name="connsiteX446" fmla="*/ 5780125 w 7219949"/>
              <a:gd name="connsiteY446" fmla="*/ 2675039 h 6791323"/>
              <a:gd name="connsiteX447" fmla="*/ 5802846 w 7219949"/>
              <a:gd name="connsiteY447" fmla="*/ 2691627 h 6791323"/>
              <a:gd name="connsiteX448" fmla="*/ 5801693 w 7219949"/>
              <a:gd name="connsiteY448" fmla="*/ 2691010 h 6791323"/>
              <a:gd name="connsiteX449" fmla="*/ 5802684 w 7219949"/>
              <a:gd name="connsiteY449" fmla="*/ 2691920 h 6791323"/>
              <a:gd name="connsiteX450" fmla="*/ 5803117 w 7219949"/>
              <a:gd name="connsiteY450" fmla="*/ 2692169 h 6791323"/>
              <a:gd name="connsiteX451" fmla="*/ 5804736 w 7219949"/>
              <a:gd name="connsiteY451" fmla="*/ 2695415 h 6791323"/>
              <a:gd name="connsiteX452" fmla="*/ 5815042 w 7219949"/>
              <a:gd name="connsiteY452" fmla="*/ 2705608 h 6791323"/>
              <a:gd name="connsiteX453" fmla="*/ 5789137 w 7219949"/>
              <a:gd name="connsiteY453" fmla="*/ 2687566 h 6791323"/>
              <a:gd name="connsiteX454" fmla="*/ 5763232 w 7219949"/>
              <a:gd name="connsiteY454" fmla="*/ 2669525 h 6791323"/>
              <a:gd name="connsiteX455" fmla="*/ 5731767 w 7219949"/>
              <a:gd name="connsiteY455" fmla="*/ 2647118 h 6791323"/>
              <a:gd name="connsiteX456" fmla="*/ 5723350 w 7219949"/>
              <a:gd name="connsiteY456" fmla="*/ 2640716 h 6791323"/>
              <a:gd name="connsiteX457" fmla="*/ 5689024 w 7219949"/>
              <a:gd name="connsiteY457" fmla="*/ 2616272 h 6791323"/>
              <a:gd name="connsiteX458" fmla="*/ 5683142 w 7219949"/>
              <a:gd name="connsiteY458" fmla="*/ 2612488 h 6791323"/>
              <a:gd name="connsiteX459" fmla="*/ 5657722 w 7219949"/>
              <a:gd name="connsiteY459" fmla="*/ 2593572 h 6791323"/>
              <a:gd name="connsiteX460" fmla="*/ 5606235 w 7219949"/>
              <a:gd name="connsiteY460" fmla="*/ 2556906 h 6791323"/>
              <a:gd name="connsiteX461" fmla="*/ 5591934 w 7219949"/>
              <a:gd name="connsiteY461" fmla="*/ 2546721 h 6791323"/>
              <a:gd name="connsiteX462" fmla="*/ 5574771 w 7219949"/>
              <a:gd name="connsiteY462" fmla="*/ 2534499 h 6791323"/>
              <a:gd name="connsiteX463" fmla="*/ 5543469 w 7219949"/>
              <a:gd name="connsiteY463" fmla="*/ 2511800 h 6791323"/>
              <a:gd name="connsiteX464" fmla="*/ 5517726 w 7219949"/>
              <a:gd name="connsiteY464" fmla="*/ 2493467 h 6791323"/>
              <a:gd name="connsiteX465" fmla="*/ 5491984 w 7219949"/>
              <a:gd name="connsiteY465" fmla="*/ 2475134 h 6791323"/>
              <a:gd name="connsiteX466" fmla="*/ 5483403 w 7219949"/>
              <a:gd name="connsiteY466" fmla="*/ 2469023 h 6791323"/>
              <a:gd name="connsiteX467" fmla="*/ 5440334 w 7219949"/>
              <a:gd name="connsiteY467" fmla="*/ 2438760 h 6791323"/>
              <a:gd name="connsiteX468" fmla="*/ 5431268 w 7219949"/>
              <a:gd name="connsiteY468" fmla="*/ 2433525 h 6791323"/>
              <a:gd name="connsiteX469" fmla="*/ 5427922 w 7219949"/>
              <a:gd name="connsiteY469" fmla="*/ 2432364 h 6791323"/>
              <a:gd name="connsiteX470" fmla="*/ 5395810 w 7219949"/>
              <a:gd name="connsiteY470" fmla="*/ 2411125 h 6791323"/>
              <a:gd name="connsiteX471" fmla="*/ 5373250 w 7219949"/>
              <a:gd name="connsiteY471" fmla="*/ 2394245 h 6791323"/>
              <a:gd name="connsiteX472" fmla="*/ 5370390 w 7219949"/>
              <a:gd name="connsiteY472" fmla="*/ 2392207 h 6791323"/>
              <a:gd name="connsiteX473" fmla="*/ 5350045 w 7219949"/>
              <a:gd name="connsiteY473" fmla="*/ 2378533 h 6791323"/>
              <a:gd name="connsiteX474" fmla="*/ 5318903 w 7219949"/>
              <a:gd name="connsiteY474" fmla="*/ 2355541 h 6791323"/>
              <a:gd name="connsiteX475" fmla="*/ 5313182 w 7219949"/>
              <a:gd name="connsiteY475" fmla="*/ 2351467 h 6791323"/>
              <a:gd name="connsiteX476" fmla="*/ 5292837 w 7219949"/>
              <a:gd name="connsiteY476" fmla="*/ 2337793 h 6791323"/>
              <a:gd name="connsiteX477" fmla="*/ 5284578 w 7219949"/>
              <a:gd name="connsiteY477" fmla="*/ 2331098 h 6791323"/>
              <a:gd name="connsiteX478" fmla="*/ 5293484 w 7219949"/>
              <a:gd name="connsiteY478" fmla="*/ 2336625 h 6791323"/>
              <a:gd name="connsiteX479" fmla="*/ 5313993 w 7219949"/>
              <a:gd name="connsiteY479" fmla="*/ 2350007 h 6791323"/>
              <a:gd name="connsiteX480" fmla="*/ 5305573 w 7219949"/>
              <a:gd name="connsiteY480" fmla="*/ 2343605 h 6791323"/>
              <a:gd name="connsiteX481" fmla="*/ 5311618 w 7219949"/>
              <a:gd name="connsiteY481" fmla="*/ 2347096 h 6791323"/>
              <a:gd name="connsiteX482" fmla="*/ 5320523 w 7219949"/>
              <a:gd name="connsiteY482" fmla="*/ 2352622 h 6791323"/>
              <a:gd name="connsiteX483" fmla="*/ 5320685 w 7219949"/>
              <a:gd name="connsiteY483" fmla="*/ 2352331 h 6791323"/>
              <a:gd name="connsiteX484" fmla="*/ 5317825 w 7219949"/>
              <a:gd name="connsiteY484" fmla="*/ 2350294 h 6791323"/>
              <a:gd name="connsiteX485" fmla="*/ 5283500 w 7219949"/>
              <a:gd name="connsiteY485" fmla="*/ 2325849 h 6791323"/>
              <a:gd name="connsiteX486" fmla="*/ 5255058 w 7219949"/>
              <a:gd name="connsiteY486" fmla="*/ 2305187 h 6791323"/>
              <a:gd name="connsiteX487" fmla="*/ 5226132 w 7219949"/>
              <a:gd name="connsiteY487" fmla="*/ 2285401 h 6791323"/>
              <a:gd name="connsiteX488" fmla="*/ 5200712 w 7219949"/>
              <a:gd name="connsiteY488" fmla="*/ 2266485 h 6791323"/>
              <a:gd name="connsiteX489" fmla="*/ 5197852 w 7219949"/>
              <a:gd name="connsiteY489" fmla="*/ 2264448 h 6791323"/>
              <a:gd name="connsiteX490" fmla="*/ 5194505 w 7219949"/>
              <a:gd name="connsiteY490" fmla="*/ 2263287 h 6791323"/>
              <a:gd name="connsiteX491" fmla="*/ 5189108 w 7219949"/>
              <a:gd name="connsiteY491" fmla="*/ 2258629 h 6791323"/>
              <a:gd name="connsiteX492" fmla="*/ 5177666 w 7219949"/>
              <a:gd name="connsiteY492" fmla="*/ 2250480 h 6791323"/>
              <a:gd name="connsiteX493" fmla="*/ 5172108 w 7219949"/>
              <a:gd name="connsiteY493" fmla="*/ 2246114 h 6791323"/>
              <a:gd name="connsiteX494" fmla="*/ 5148739 w 7219949"/>
              <a:gd name="connsiteY494" fmla="*/ 2230694 h 6791323"/>
              <a:gd name="connsiteX495" fmla="*/ 5145393 w 7219949"/>
              <a:gd name="connsiteY495" fmla="*/ 2229533 h 6791323"/>
              <a:gd name="connsiteX496" fmla="*/ 5133951 w 7219949"/>
              <a:gd name="connsiteY496" fmla="*/ 2221385 h 6791323"/>
              <a:gd name="connsiteX497" fmla="*/ 5132062 w 7219949"/>
              <a:gd name="connsiteY497" fmla="*/ 2217596 h 6791323"/>
              <a:gd name="connsiteX498" fmla="*/ 5126666 w 7219949"/>
              <a:gd name="connsiteY498" fmla="*/ 2212939 h 6791323"/>
              <a:gd name="connsiteX499" fmla="*/ 5115224 w 7219949"/>
              <a:gd name="connsiteY499" fmla="*/ 2204790 h 6791323"/>
              <a:gd name="connsiteX500" fmla="*/ 5103782 w 7219949"/>
              <a:gd name="connsiteY500" fmla="*/ 2196642 h 6791323"/>
              <a:gd name="connsiteX501" fmla="*/ 5098224 w 7219949"/>
              <a:gd name="connsiteY501" fmla="*/ 2192277 h 6791323"/>
              <a:gd name="connsiteX502" fmla="*/ 5081710 w 7219949"/>
              <a:gd name="connsiteY502" fmla="*/ 2178887 h 6791323"/>
              <a:gd name="connsiteX503" fmla="*/ 5076636 w 7219949"/>
              <a:gd name="connsiteY503" fmla="*/ 2173645 h 6791323"/>
              <a:gd name="connsiteX504" fmla="*/ 5056614 w 7219949"/>
              <a:gd name="connsiteY504" fmla="*/ 2159386 h 6791323"/>
              <a:gd name="connsiteX505" fmla="*/ 5049436 w 7219949"/>
              <a:gd name="connsiteY505" fmla="*/ 2157938 h 6791323"/>
              <a:gd name="connsiteX506" fmla="*/ 5046252 w 7219949"/>
              <a:gd name="connsiteY506" fmla="*/ 2156487 h 6791323"/>
              <a:gd name="connsiteX507" fmla="*/ 5006692 w 7219949"/>
              <a:gd name="connsiteY507" fmla="*/ 2127093 h 6791323"/>
              <a:gd name="connsiteX508" fmla="*/ 4986670 w 7219949"/>
              <a:gd name="connsiteY508" fmla="*/ 2112835 h 6791323"/>
              <a:gd name="connsiteX509" fmla="*/ 4983648 w 7219949"/>
              <a:gd name="connsiteY509" fmla="*/ 2111089 h 6791323"/>
              <a:gd name="connsiteX510" fmla="*/ 4964110 w 7219949"/>
              <a:gd name="connsiteY510" fmla="*/ 2095952 h 6791323"/>
              <a:gd name="connsiteX511" fmla="*/ 4937558 w 7219949"/>
              <a:gd name="connsiteY511" fmla="*/ 2079080 h 6791323"/>
              <a:gd name="connsiteX512" fmla="*/ 4931513 w 7219949"/>
              <a:gd name="connsiteY512" fmla="*/ 2075590 h 6791323"/>
              <a:gd name="connsiteX513" fmla="*/ 4925953 w 7219949"/>
              <a:gd name="connsiteY513" fmla="*/ 2071224 h 6791323"/>
              <a:gd name="connsiteX514" fmla="*/ 4899563 w 7219949"/>
              <a:gd name="connsiteY514" fmla="*/ 2054059 h 6791323"/>
              <a:gd name="connsiteX515" fmla="*/ 4890658 w 7219949"/>
              <a:gd name="connsiteY515" fmla="*/ 2048531 h 6791323"/>
              <a:gd name="connsiteX516" fmla="*/ 4856010 w 7219949"/>
              <a:gd name="connsiteY516" fmla="*/ 2024671 h 6791323"/>
              <a:gd name="connsiteX517" fmla="*/ 4852826 w 7219949"/>
              <a:gd name="connsiteY517" fmla="*/ 2023218 h 6791323"/>
              <a:gd name="connsiteX518" fmla="*/ 4855523 w 7219949"/>
              <a:gd name="connsiteY518" fmla="*/ 2025548 h 6791323"/>
              <a:gd name="connsiteX519" fmla="*/ 4866965 w 7219949"/>
              <a:gd name="connsiteY519" fmla="*/ 2033696 h 6791323"/>
              <a:gd name="connsiteX520" fmla="*/ 4875384 w 7219949"/>
              <a:gd name="connsiteY520" fmla="*/ 2040098 h 6791323"/>
              <a:gd name="connsiteX521" fmla="*/ 4894760 w 7219949"/>
              <a:gd name="connsiteY521" fmla="*/ 2055525 h 6791323"/>
              <a:gd name="connsiteX522" fmla="*/ 4914782 w 7219949"/>
              <a:gd name="connsiteY522" fmla="*/ 2069784 h 6791323"/>
              <a:gd name="connsiteX523" fmla="*/ 4926547 w 7219949"/>
              <a:gd name="connsiteY523" fmla="*/ 2077348 h 6791323"/>
              <a:gd name="connsiteX524" fmla="*/ 4980895 w 7219949"/>
              <a:gd name="connsiteY524" fmla="*/ 2116051 h 6791323"/>
              <a:gd name="connsiteX525" fmla="*/ 4986777 w 7219949"/>
              <a:gd name="connsiteY525" fmla="*/ 2119834 h 6791323"/>
              <a:gd name="connsiteX526" fmla="*/ 4989475 w 7219949"/>
              <a:gd name="connsiteY526" fmla="*/ 2122162 h 6791323"/>
              <a:gd name="connsiteX527" fmla="*/ 4988990 w 7219949"/>
              <a:gd name="connsiteY527" fmla="*/ 2123037 h 6791323"/>
              <a:gd name="connsiteX528" fmla="*/ 5054454 w 7219949"/>
              <a:gd name="connsiteY528" fmla="*/ 2170474 h 6791323"/>
              <a:gd name="connsiteX529" fmla="*/ 5071616 w 7219949"/>
              <a:gd name="connsiteY529" fmla="*/ 2182696 h 6791323"/>
              <a:gd name="connsiteX530" fmla="*/ 5143126 w 7219949"/>
              <a:gd name="connsiteY530" fmla="*/ 2233620 h 6791323"/>
              <a:gd name="connsiteX531" fmla="*/ 5143449 w 7219949"/>
              <a:gd name="connsiteY531" fmla="*/ 2233036 h 6791323"/>
              <a:gd name="connsiteX532" fmla="*/ 5180634 w 7219949"/>
              <a:gd name="connsiteY532" fmla="*/ 2259517 h 6791323"/>
              <a:gd name="connsiteX533" fmla="*/ 5183171 w 7219949"/>
              <a:gd name="connsiteY533" fmla="*/ 2262138 h 6791323"/>
              <a:gd name="connsiteX534" fmla="*/ 5194612 w 7219949"/>
              <a:gd name="connsiteY534" fmla="*/ 2270285 h 6791323"/>
              <a:gd name="connsiteX535" fmla="*/ 5205568 w 7219949"/>
              <a:gd name="connsiteY535" fmla="*/ 2279310 h 6791323"/>
              <a:gd name="connsiteX536" fmla="*/ 5237194 w 7219949"/>
              <a:gd name="connsiteY536" fmla="*/ 2301424 h 6791323"/>
              <a:gd name="connsiteX537" fmla="*/ 5248635 w 7219949"/>
              <a:gd name="connsiteY537" fmla="*/ 2309572 h 6791323"/>
              <a:gd name="connsiteX538" fmla="*/ 5274378 w 7219949"/>
              <a:gd name="connsiteY538" fmla="*/ 2327906 h 6791323"/>
              <a:gd name="connsiteX539" fmla="*/ 5291217 w 7219949"/>
              <a:gd name="connsiteY539" fmla="*/ 2340711 h 6791323"/>
              <a:gd name="connsiteX540" fmla="*/ 5328400 w 7219949"/>
              <a:gd name="connsiteY540" fmla="*/ 2367192 h 6791323"/>
              <a:gd name="connsiteX541" fmla="*/ 5365586 w 7219949"/>
              <a:gd name="connsiteY541" fmla="*/ 2393674 h 6791323"/>
              <a:gd name="connsiteX542" fmla="*/ 5399912 w 7219949"/>
              <a:gd name="connsiteY542" fmla="*/ 2418118 h 6791323"/>
              <a:gd name="connsiteX543" fmla="*/ 5408329 w 7219949"/>
              <a:gd name="connsiteY543" fmla="*/ 2424520 h 6791323"/>
              <a:gd name="connsiteX544" fmla="*/ 5431051 w 7219949"/>
              <a:gd name="connsiteY544" fmla="*/ 2441108 h 6791323"/>
              <a:gd name="connsiteX545" fmla="*/ 5468237 w 7219949"/>
              <a:gd name="connsiteY545" fmla="*/ 2467590 h 6791323"/>
              <a:gd name="connsiteX546" fmla="*/ 5496677 w 7219949"/>
              <a:gd name="connsiteY546" fmla="*/ 2488251 h 6791323"/>
              <a:gd name="connsiteX547" fmla="*/ 5522097 w 7219949"/>
              <a:gd name="connsiteY547" fmla="*/ 2507167 h 6791323"/>
              <a:gd name="connsiteX548" fmla="*/ 5587886 w 7219949"/>
              <a:gd name="connsiteY548" fmla="*/ 2554020 h 6791323"/>
              <a:gd name="connsiteX549" fmla="*/ 5613086 w 7219949"/>
              <a:gd name="connsiteY549" fmla="*/ 2572042 h 6791323"/>
              <a:gd name="connsiteX550" fmla="*/ 5605175 w 7219949"/>
              <a:gd name="connsiteY550" fmla="*/ 2567978 h 6791323"/>
              <a:gd name="connsiteX551" fmla="*/ 5596378 w 7219949"/>
              <a:gd name="connsiteY551" fmla="*/ 2562255 h 6791323"/>
              <a:gd name="connsiteX552" fmla="*/ 5584938 w 7219949"/>
              <a:gd name="connsiteY552" fmla="*/ 2554107 h 6791323"/>
              <a:gd name="connsiteX553" fmla="*/ 5581861 w 7219949"/>
              <a:gd name="connsiteY553" fmla="*/ 2552458 h 6791323"/>
              <a:gd name="connsiteX554" fmla="*/ 5584291 w 7219949"/>
              <a:gd name="connsiteY554" fmla="*/ 2555272 h 6791323"/>
              <a:gd name="connsiteX555" fmla="*/ 5618185 w 7219949"/>
              <a:gd name="connsiteY555" fmla="*/ 2580492 h 6791323"/>
              <a:gd name="connsiteX556" fmla="*/ 5626335 w 7219949"/>
              <a:gd name="connsiteY556" fmla="*/ 2587379 h 6791323"/>
              <a:gd name="connsiteX557" fmla="*/ 5651216 w 7219949"/>
              <a:gd name="connsiteY557" fmla="*/ 2607265 h 6791323"/>
              <a:gd name="connsiteX558" fmla="*/ 5657153 w 7219949"/>
              <a:gd name="connsiteY558" fmla="*/ 2610950 h 6791323"/>
              <a:gd name="connsiteX559" fmla="*/ 5662444 w 7219949"/>
              <a:gd name="connsiteY559" fmla="*/ 2615801 h 6791323"/>
              <a:gd name="connsiteX560" fmla="*/ 5687108 w 7219949"/>
              <a:gd name="connsiteY560" fmla="*/ 2636075 h 6791323"/>
              <a:gd name="connsiteX561" fmla="*/ 5707778 w 7219949"/>
              <a:gd name="connsiteY561" fmla="*/ 2649170 h 6791323"/>
              <a:gd name="connsiteX562" fmla="*/ 5710424 w 7219949"/>
              <a:gd name="connsiteY562" fmla="*/ 2651595 h 6791323"/>
              <a:gd name="connsiteX563" fmla="*/ 5730444 w 7219949"/>
              <a:gd name="connsiteY563" fmla="*/ 2665853 h 6791323"/>
              <a:gd name="connsiteX564" fmla="*/ 5771136 w 7219949"/>
              <a:gd name="connsiteY564" fmla="*/ 2693206 h 6791323"/>
              <a:gd name="connsiteX565" fmla="*/ 5773566 w 7219949"/>
              <a:gd name="connsiteY565" fmla="*/ 2696020 h 6791323"/>
              <a:gd name="connsiteX566" fmla="*/ 5777349 w 7219949"/>
              <a:gd name="connsiteY566" fmla="*/ 2703587 h 6791323"/>
              <a:gd name="connsiteX567" fmla="*/ 5797372 w 7219949"/>
              <a:gd name="connsiteY567" fmla="*/ 2717847 h 6791323"/>
              <a:gd name="connsiteX568" fmla="*/ 5803953 w 7219949"/>
              <a:gd name="connsiteY568" fmla="*/ 2720368 h 6791323"/>
              <a:gd name="connsiteX569" fmla="*/ 5821978 w 7219949"/>
              <a:gd name="connsiteY569" fmla="*/ 2731037 h 6791323"/>
              <a:gd name="connsiteX570" fmla="*/ 5827915 w 7219949"/>
              <a:gd name="connsiteY570" fmla="*/ 2734723 h 6791323"/>
              <a:gd name="connsiteX571" fmla="*/ 5839355 w 7219949"/>
              <a:gd name="connsiteY571" fmla="*/ 2742871 h 6791323"/>
              <a:gd name="connsiteX572" fmla="*/ 5850796 w 7219949"/>
              <a:gd name="connsiteY572" fmla="*/ 2751019 h 6791323"/>
              <a:gd name="connsiteX573" fmla="*/ 5856948 w 7219949"/>
              <a:gd name="connsiteY573" fmla="*/ 2754316 h 6791323"/>
              <a:gd name="connsiteX574" fmla="*/ 5861100 w 7219949"/>
              <a:gd name="connsiteY574" fmla="*/ 2754025 h 6791323"/>
              <a:gd name="connsiteX575" fmla="*/ 5872542 w 7219949"/>
              <a:gd name="connsiteY575" fmla="*/ 2762173 h 6791323"/>
              <a:gd name="connsiteX576" fmla="*/ 5874758 w 7219949"/>
              <a:gd name="connsiteY576" fmla="*/ 2765375 h 6791323"/>
              <a:gd name="connsiteX577" fmla="*/ 5896994 w 7219949"/>
              <a:gd name="connsiteY577" fmla="*/ 2782835 h 6791323"/>
              <a:gd name="connsiteX578" fmla="*/ 5902930 w 7219949"/>
              <a:gd name="connsiteY578" fmla="*/ 2786520 h 6791323"/>
              <a:gd name="connsiteX579" fmla="*/ 5914372 w 7219949"/>
              <a:gd name="connsiteY579" fmla="*/ 2794669 h 6791323"/>
              <a:gd name="connsiteX580" fmla="*/ 5920522 w 7219949"/>
              <a:gd name="connsiteY580" fmla="*/ 2797967 h 6791323"/>
              <a:gd name="connsiteX581" fmla="*/ 5922736 w 7219949"/>
              <a:gd name="connsiteY581" fmla="*/ 2801169 h 6791323"/>
              <a:gd name="connsiteX582" fmla="*/ 5925597 w 7219949"/>
              <a:gd name="connsiteY582" fmla="*/ 2803205 h 6791323"/>
              <a:gd name="connsiteX583" fmla="*/ 5951771 w 7219949"/>
              <a:gd name="connsiteY583" fmla="*/ 2820762 h 6791323"/>
              <a:gd name="connsiteX584" fmla="*/ 5979943 w 7219949"/>
              <a:gd name="connsiteY584" fmla="*/ 2841908 h 6791323"/>
              <a:gd name="connsiteX585" fmla="*/ 6008762 w 7219949"/>
              <a:gd name="connsiteY585" fmla="*/ 2861889 h 6791323"/>
              <a:gd name="connsiteX586" fmla="*/ 6020443 w 7219949"/>
              <a:gd name="connsiteY586" fmla="*/ 2870208 h 6791323"/>
              <a:gd name="connsiteX587" fmla="*/ 6019005 w 7219949"/>
              <a:gd name="connsiteY587" fmla="*/ 2879251 h 6791323"/>
              <a:gd name="connsiteX588" fmla="*/ 6026189 w 7219949"/>
              <a:gd name="connsiteY588" fmla="*/ 2897667 h 6791323"/>
              <a:gd name="connsiteX589" fmla="*/ 6068612 w 7219949"/>
              <a:gd name="connsiteY589" fmla="*/ 3001816 h 6791323"/>
              <a:gd name="connsiteX590" fmla="*/ 6090539 w 7219949"/>
              <a:gd name="connsiteY590" fmla="*/ 3086498 h 6791323"/>
              <a:gd name="connsiteX591" fmla="*/ 6087008 w 7219949"/>
              <a:gd name="connsiteY591" fmla="*/ 3106902 h 6791323"/>
              <a:gd name="connsiteX592" fmla="*/ 6083251 w 7219949"/>
              <a:gd name="connsiteY592" fmla="*/ 3113849 h 6791323"/>
              <a:gd name="connsiteX593" fmla="*/ 6085287 w 7219949"/>
              <a:gd name="connsiteY593" fmla="*/ 3116009 h 6791323"/>
              <a:gd name="connsiteX594" fmla="*/ 6172917 w 7219949"/>
              <a:gd name="connsiteY594" fmla="*/ 3249925 h 6791323"/>
              <a:gd name="connsiteX595" fmla="*/ 6198885 w 7219949"/>
              <a:gd name="connsiteY595" fmla="*/ 3296139 h 6791323"/>
              <a:gd name="connsiteX596" fmla="*/ 6150663 w 7219949"/>
              <a:gd name="connsiteY596" fmla="*/ 3333952 h 6791323"/>
              <a:gd name="connsiteX597" fmla="*/ 6098735 w 7219949"/>
              <a:gd name="connsiteY597" fmla="*/ 3367563 h 6791323"/>
              <a:gd name="connsiteX598" fmla="*/ 6067910 w 7219949"/>
              <a:gd name="connsiteY598" fmla="*/ 3365946 h 6791323"/>
              <a:gd name="connsiteX599" fmla="*/ 6075856 w 7219949"/>
              <a:gd name="connsiteY599" fmla="*/ 3388917 h 6791323"/>
              <a:gd name="connsiteX600" fmla="*/ 6100393 w 7219949"/>
              <a:gd name="connsiteY600" fmla="*/ 3437970 h 6791323"/>
              <a:gd name="connsiteX601" fmla="*/ 6102056 w 7219949"/>
              <a:gd name="connsiteY601" fmla="*/ 3459314 h 6791323"/>
              <a:gd name="connsiteX602" fmla="*/ 6099386 w 7219949"/>
              <a:gd name="connsiteY602" fmla="*/ 3460846 h 6791323"/>
              <a:gd name="connsiteX603" fmla="*/ 6079334 w 7219949"/>
              <a:gd name="connsiteY603" fmla="*/ 3445164 h 6791323"/>
              <a:gd name="connsiteX604" fmla="*/ 6050878 w 7219949"/>
              <a:gd name="connsiteY604" fmla="*/ 3421944 h 6791323"/>
              <a:gd name="connsiteX605" fmla="*/ 6026132 w 7219949"/>
              <a:gd name="connsiteY605" fmla="*/ 3408838 h 6791323"/>
              <a:gd name="connsiteX606" fmla="*/ 6024470 w 7219949"/>
              <a:gd name="connsiteY606" fmla="*/ 3411684 h 6791323"/>
              <a:gd name="connsiteX607" fmla="*/ 6031255 w 7219949"/>
              <a:gd name="connsiteY607" fmla="*/ 3420867 h 6791323"/>
              <a:gd name="connsiteX608" fmla="*/ 6022252 w 7219949"/>
              <a:gd name="connsiteY608" fmla="*/ 3415479 h 6791323"/>
              <a:gd name="connsiteX609" fmla="*/ 6010988 w 7219949"/>
              <a:gd name="connsiteY609" fmla="*/ 3407028 h 6791323"/>
              <a:gd name="connsiteX610" fmla="*/ 5996906 w 7219949"/>
              <a:gd name="connsiteY610" fmla="*/ 3396466 h 6791323"/>
              <a:gd name="connsiteX611" fmla="*/ 5995244 w 7219949"/>
              <a:gd name="connsiteY611" fmla="*/ 3399311 h 6791323"/>
              <a:gd name="connsiteX612" fmla="*/ 6006508 w 7219949"/>
              <a:gd name="connsiteY612" fmla="*/ 3407760 h 6791323"/>
              <a:gd name="connsiteX613" fmla="*/ 6012738 w 7219949"/>
              <a:gd name="connsiteY613" fmla="*/ 3417894 h 6791323"/>
              <a:gd name="connsiteX614" fmla="*/ 6031898 w 7219949"/>
              <a:gd name="connsiteY614" fmla="*/ 3433630 h 6791323"/>
              <a:gd name="connsiteX615" fmla="*/ 6049666 w 7219949"/>
              <a:gd name="connsiteY615" fmla="*/ 3448224 h 6791323"/>
              <a:gd name="connsiteX616" fmla="*/ 6037110 w 7219949"/>
              <a:gd name="connsiteY616" fmla="*/ 3442297 h 6791323"/>
              <a:gd name="connsiteX617" fmla="*/ 6032496 w 7219949"/>
              <a:gd name="connsiteY617" fmla="*/ 3439537 h 6791323"/>
              <a:gd name="connsiteX618" fmla="*/ 5978990 w 7219949"/>
              <a:gd name="connsiteY618" fmla="*/ 3399398 h 6791323"/>
              <a:gd name="connsiteX619" fmla="*/ 5946903 w 7219949"/>
              <a:gd name="connsiteY619" fmla="*/ 3378057 h 6791323"/>
              <a:gd name="connsiteX620" fmla="*/ 5941270 w 7219949"/>
              <a:gd name="connsiteY620" fmla="*/ 3373834 h 6791323"/>
              <a:gd name="connsiteX621" fmla="*/ 5899029 w 7219949"/>
              <a:gd name="connsiteY621" fmla="*/ 3342146 h 6791323"/>
              <a:gd name="connsiteX622" fmla="*/ 5856786 w 7219949"/>
              <a:gd name="connsiteY622" fmla="*/ 3310457 h 6791323"/>
              <a:gd name="connsiteX623" fmla="*/ 5731767 w 7219949"/>
              <a:gd name="connsiteY623" fmla="*/ 3219404 h 6791323"/>
              <a:gd name="connsiteX624" fmla="*/ 5729504 w 7219949"/>
              <a:gd name="connsiteY624" fmla="*/ 3216343 h 6791323"/>
              <a:gd name="connsiteX625" fmla="*/ 5741323 w 7219949"/>
              <a:gd name="connsiteY625" fmla="*/ 3223845 h 6791323"/>
              <a:gd name="connsiteX626" fmla="*/ 5744695 w 7219949"/>
              <a:gd name="connsiteY626" fmla="*/ 3225009 h 6791323"/>
              <a:gd name="connsiteX627" fmla="*/ 5742987 w 7219949"/>
              <a:gd name="connsiteY627" fmla="*/ 3220999 h 6791323"/>
              <a:gd name="connsiteX628" fmla="*/ 5735647 w 7219949"/>
              <a:gd name="connsiteY628" fmla="*/ 3212765 h 6791323"/>
              <a:gd name="connsiteX629" fmla="*/ 5688881 w 7219949"/>
              <a:gd name="connsiteY629" fmla="*/ 3174955 h 6791323"/>
              <a:gd name="connsiteX630" fmla="*/ 5533993 w 7219949"/>
              <a:gd name="connsiteY630" fmla="*/ 3058766 h 6791323"/>
              <a:gd name="connsiteX631" fmla="*/ 5497893 w 7219949"/>
              <a:gd name="connsiteY631" fmla="*/ 3023499 h 6791323"/>
              <a:gd name="connsiteX632" fmla="*/ 5510821 w 7219949"/>
              <a:gd name="connsiteY632" fmla="*/ 3029104 h 6791323"/>
              <a:gd name="connsiteX633" fmla="*/ 5536765 w 7219949"/>
              <a:gd name="connsiteY633" fmla="*/ 3054024 h 6791323"/>
              <a:gd name="connsiteX634" fmla="*/ 5544659 w 7219949"/>
              <a:gd name="connsiteY634" fmla="*/ 3061310 h 6791323"/>
              <a:gd name="connsiteX635" fmla="*/ 5573375 w 7219949"/>
              <a:gd name="connsiteY635" fmla="*/ 3081485 h 6791323"/>
              <a:gd name="connsiteX636" fmla="*/ 5622913 w 7219949"/>
              <a:gd name="connsiteY636" fmla="*/ 3114552 h 6791323"/>
              <a:gd name="connsiteX637" fmla="*/ 5643179 w 7219949"/>
              <a:gd name="connsiteY637" fmla="*/ 3128391 h 6791323"/>
              <a:gd name="connsiteX638" fmla="*/ 5675310 w 7219949"/>
              <a:gd name="connsiteY638" fmla="*/ 3156588 h 6791323"/>
              <a:gd name="connsiteX639" fmla="*/ 5692206 w 7219949"/>
              <a:gd name="connsiteY639" fmla="*/ 3169262 h 6791323"/>
              <a:gd name="connsiteX640" fmla="*/ 5723186 w 7219949"/>
              <a:gd name="connsiteY640" fmla="*/ 3192501 h 6791323"/>
              <a:gd name="connsiteX641" fmla="*/ 5746270 w 7219949"/>
              <a:gd name="connsiteY641" fmla="*/ 3208453 h 6791323"/>
              <a:gd name="connsiteX642" fmla="*/ 5802547 w 7219949"/>
              <a:gd name="connsiteY642" fmla="*/ 3243846 h 6791323"/>
              <a:gd name="connsiteX643" fmla="*/ 5815519 w 7219949"/>
              <a:gd name="connsiteY643" fmla="*/ 3256307 h 6791323"/>
              <a:gd name="connsiteX644" fmla="*/ 5854990 w 7219949"/>
              <a:gd name="connsiteY644" fmla="*/ 3292737 h 6791323"/>
              <a:gd name="connsiteX645" fmla="*/ 5900049 w 7219949"/>
              <a:gd name="connsiteY645" fmla="*/ 3326536 h 6791323"/>
              <a:gd name="connsiteX646" fmla="*/ 5955773 w 7219949"/>
              <a:gd name="connsiteY646" fmla="*/ 3362880 h 6791323"/>
              <a:gd name="connsiteX647" fmla="*/ 5969854 w 7219949"/>
              <a:gd name="connsiteY647" fmla="*/ 3373444 h 6791323"/>
              <a:gd name="connsiteX648" fmla="*/ 5985597 w 7219949"/>
              <a:gd name="connsiteY648" fmla="*/ 3381160 h 6791323"/>
              <a:gd name="connsiteX649" fmla="*/ 5936015 w 7219949"/>
              <a:gd name="connsiteY649" fmla="*/ 3341237 h 6791323"/>
              <a:gd name="connsiteX650" fmla="*/ 5873462 w 7219949"/>
              <a:gd name="connsiteY650" fmla="*/ 3288855 h 6791323"/>
              <a:gd name="connsiteX651" fmla="*/ 5832882 w 7219949"/>
              <a:gd name="connsiteY651" fmla="*/ 3254321 h 6791323"/>
              <a:gd name="connsiteX652" fmla="*/ 5787823 w 7219949"/>
              <a:gd name="connsiteY652" fmla="*/ 3220521 h 6791323"/>
              <a:gd name="connsiteX653" fmla="*/ 5752921 w 7219949"/>
              <a:gd name="connsiteY653" fmla="*/ 3197069 h 6791323"/>
              <a:gd name="connsiteX654" fmla="*/ 5721944 w 7219949"/>
              <a:gd name="connsiteY654" fmla="*/ 3173830 h 6791323"/>
              <a:gd name="connsiteX655" fmla="*/ 5716311 w 7219949"/>
              <a:gd name="connsiteY655" fmla="*/ 3169605 h 6791323"/>
              <a:gd name="connsiteX656" fmla="*/ 5675776 w 7219949"/>
              <a:gd name="connsiteY656" fmla="*/ 3141928 h 6791323"/>
              <a:gd name="connsiteX657" fmla="*/ 5644201 w 7219949"/>
              <a:gd name="connsiteY657" fmla="*/ 3112783 h 6791323"/>
              <a:gd name="connsiteX658" fmla="*/ 5638012 w 7219949"/>
              <a:gd name="connsiteY658" fmla="*/ 3109507 h 6791323"/>
              <a:gd name="connsiteX659" fmla="*/ 5629010 w 7219949"/>
              <a:gd name="connsiteY659" fmla="*/ 3104118 h 6791323"/>
              <a:gd name="connsiteX660" fmla="*/ 5543971 w 7219949"/>
              <a:gd name="connsiteY660" fmla="*/ 3041691 h 6791323"/>
              <a:gd name="connsiteX661" fmla="*/ 5517516 w 7219949"/>
              <a:gd name="connsiteY661" fmla="*/ 3024577 h 6791323"/>
              <a:gd name="connsiteX662" fmla="*/ 5489355 w 7219949"/>
              <a:gd name="connsiteY662" fmla="*/ 3003450 h 6791323"/>
              <a:gd name="connsiteX663" fmla="*/ 5444852 w 7219949"/>
              <a:gd name="connsiteY663" fmla="*/ 2968702 h 6791323"/>
              <a:gd name="connsiteX664" fmla="*/ 5433587 w 7219949"/>
              <a:gd name="connsiteY664" fmla="*/ 2960253 h 6791323"/>
              <a:gd name="connsiteX665" fmla="*/ 5424585 w 7219949"/>
              <a:gd name="connsiteY665" fmla="*/ 2954863 h 6791323"/>
              <a:gd name="connsiteX666" fmla="*/ 5428553 w 7219949"/>
              <a:gd name="connsiteY666" fmla="*/ 2961934 h 6791323"/>
              <a:gd name="connsiteX667" fmla="*/ 5454497 w 7219949"/>
              <a:gd name="connsiteY667" fmla="*/ 2986853 h 6791323"/>
              <a:gd name="connsiteX668" fmla="*/ 5464100 w 7219949"/>
              <a:gd name="connsiteY668" fmla="*/ 2998150 h 6791323"/>
              <a:gd name="connsiteX669" fmla="*/ 5419639 w 7219949"/>
              <a:gd name="connsiteY669" fmla="*/ 2970256 h 6791323"/>
              <a:gd name="connsiteX670" fmla="*/ 5386444 w 7219949"/>
              <a:gd name="connsiteY670" fmla="*/ 2950812 h 6791323"/>
              <a:gd name="connsiteX671" fmla="*/ 5378596 w 7219949"/>
              <a:gd name="connsiteY671" fmla="*/ 2950381 h 6791323"/>
              <a:gd name="connsiteX672" fmla="*/ 5389305 w 7219949"/>
              <a:gd name="connsiteY672" fmla="*/ 2959781 h 6791323"/>
              <a:gd name="connsiteX673" fmla="*/ 5445628 w 7219949"/>
              <a:gd name="connsiteY673" fmla="*/ 3002031 h 6791323"/>
              <a:gd name="connsiteX674" fmla="*/ 5539205 w 7219949"/>
              <a:gd name="connsiteY674" fmla="*/ 3084505 h 6791323"/>
              <a:gd name="connsiteX675" fmla="*/ 5574152 w 7219949"/>
              <a:gd name="connsiteY675" fmla="*/ 3114814 h 6791323"/>
              <a:gd name="connsiteX676" fmla="*/ 5614131 w 7219949"/>
              <a:gd name="connsiteY676" fmla="*/ 3143441 h 6791323"/>
              <a:gd name="connsiteX677" fmla="*/ 5658038 w 7219949"/>
              <a:gd name="connsiteY677" fmla="*/ 3172283 h 6791323"/>
              <a:gd name="connsiteX678" fmla="*/ 5724516 w 7219949"/>
              <a:gd name="connsiteY678" fmla="*/ 3224881 h 6791323"/>
              <a:gd name="connsiteX679" fmla="*/ 5732965 w 7219949"/>
              <a:gd name="connsiteY679" fmla="*/ 3231219 h 6791323"/>
              <a:gd name="connsiteX680" fmla="*/ 5801106 w 7219949"/>
              <a:gd name="connsiteY680" fmla="*/ 3280969 h 6791323"/>
              <a:gd name="connsiteX681" fmla="*/ 5874327 w 7219949"/>
              <a:gd name="connsiteY681" fmla="*/ 3335895 h 6791323"/>
              <a:gd name="connsiteX682" fmla="*/ 5896602 w 7219949"/>
              <a:gd name="connsiteY682" fmla="*/ 3353123 h 6791323"/>
              <a:gd name="connsiteX683" fmla="*/ 5869191 w 7219949"/>
              <a:gd name="connsiteY683" fmla="*/ 3338282 h 6791323"/>
              <a:gd name="connsiteX684" fmla="*/ 5802463 w 7219949"/>
              <a:gd name="connsiteY684" fmla="*/ 3320889 h 6791323"/>
              <a:gd name="connsiteX685" fmla="*/ 5797202 w 7219949"/>
              <a:gd name="connsiteY685" fmla="*/ 3320339 h 6791323"/>
              <a:gd name="connsiteX686" fmla="*/ 5761392 w 7219949"/>
              <a:gd name="connsiteY686" fmla="*/ 3293477 h 6791323"/>
              <a:gd name="connsiteX687" fmla="*/ 5773810 w 7219949"/>
              <a:gd name="connsiteY687" fmla="*/ 3306886 h 6791323"/>
              <a:gd name="connsiteX688" fmla="*/ 5790861 w 7219949"/>
              <a:gd name="connsiteY688" fmla="*/ 3319676 h 6791323"/>
              <a:gd name="connsiteX689" fmla="*/ 5758188 w 7219949"/>
              <a:gd name="connsiteY689" fmla="*/ 3316259 h 6791323"/>
              <a:gd name="connsiteX690" fmla="*/ 5759849 w 7219949"/>
              <a:gd name="connsiteY690" fmla="*/ 3321706 h 6791323"/>
              <a:gd name="connsiteX691" fmla="*/ 5749198 w 7219949"/>
              <a:gd name="connsiteY691" fmla="*/ 3314346 h 6791323"/>
              <a:gd name="connsiteX692" fmla="*/ 5735116 w 7219949"/>
              <a:gd name="connsiteY692" fmla="*/ 3303783 h 6791323"/>
              <a:gd name="connsiteX693" fmla="*/ 5724406 w 7219949"/>
              <a:gd name="connsiteY693" fmla="*/ 3294384 h 6791323"/>
              <a:gd name="connsiteX694" fmla="*/ 5715403 w 7219949"/>
              <a:gd name="connsiteY694" fmla="*/ 3288996 h 6791323"/>
              <a:gd name="connsiteX695" fmla="*/ 5722743 w 7219949"/>
              <a:gd name="connsiteY695" fmla="*/ 3297231 h 6791323"/>
              <a:gd name="connsiteX696" fmla="*/ 5745272 w 7219949"/>
              <a:gd name="connsiteY696" fmla="*/ 3314130 h 6791323"/>
              <a:gd name="connsiteX697" fmla="*/ 5750396 w 7219949"/>
              <a:gd name="connsiteY697" fmla="*/ 3326160 h 6791323"/>
              <a:gd name="connsiteX698" fmla="*/ 5749287 w 7219949"/>
              <a:gd name="connsiteY698" fmla="*/ 3328057 h 6791323"/>
              <a:gd name="connsiteX699" fmla="*/ 5714982 w 7219949"/>
              <a:gd name="connsiteY699" fmla="*/ 3310510 h 6791323"/>
              <a:gd name="connsiteX700" fmla="*/ 5712166 w 7219949"/>
              <a:gd name="connsiteY700" fmla="*/ 3308398 h 6791323"/>
              <a:gd name="connsiteX701" fmla="*/ 5686821 w 7219949"/>
              <a:gd name="connsiteY701" fmla="*/ 3289386 h 6791323"/>
              <a:gd name="connsiteX702" fmla="*/ 5672741 w 7219949"/>
              <a:gd name="connsiteY702" fmla="*/ 3278823 h 6791323"/>
              <a:gd name="connsiteX703" fmla="*/ 5662584 w 7219949"/>
              <a:gd name="connsiteY703" fmla="*/ 3268477 h 6791323"/>
              <a:gd name="connsiteX704" fmla="*/ 5642870 w 7219949"/>
              <a:gd name="connsiteY704" fmla="*/ 3253688 h 6791323"/>
              <a:gd name="connsiteX705" fmla="*/ 5616417 w 7219949"/>
              <a:gd name="connsiteY705" fmla="*/ 3236573 h 6791323"/>
              <a:gd name="connsiteX706" fmla="*/ 5591071 w 7219949"/>
              <a:gd name="connsiteY706" fmla="*/ 3217560 h 6791323"/>
              <a:gd name="connsiteX707" fmla="*/ 5566835 w 7219949"/>
              <a:gd name="connsiteY707" fmla="*/ 3196651 h 6791323"/>
              <a:gd name="connsiteX708" fmla="*/ 5556124 w 7219949"/>
              <a:gd name="connsiteY708" fmla="*/ 3187251 h 6791323"/>
              <a:gd name="connsiteX709" fmla="*/ 5547676 w 7219949"/>
              <a:gd name="connsiteY709" fmla="*/ 3180914 h 6791323"/>
              <a:gd name="connsiteX710" fmla="*/ 5502064 w 7219949"/>
              <a:gd name="connsiteY710" fmla="*/ 3148064 h 6791323"/>
              <a:gd name="connsiteX711" fmla="*/ 5497030 w 7219949"/>
              <a:gd name="connsiteY711" fmla="*/ 3149745 h 6791323"/>
              <a:gd name="connsiteX712" fmla="*/ 5492507 w 7219949"/>
              <a:gd name="connsiteY712" fmla="*/ 3143623 h 6791323"/>
              <a:gd name="connsiteX713" fmla="*/ 5475610 w 7219949"/>
              <a:gd name="connsiteY713" fmla="*/ 3130947 h 6791323"/>
              <a:gd name="connsiteX714" fmla="*/ 5470576 w 7219949"/>
              <a:gd name="connsiteY714" fmla="*/ 3132629 h 6791323"/>
              <a:gd name="connsiteX715" fmla="*/ 5466052 w 7219949"/>
              <a:gd name="connsiteY715" fmla="*/ 3126507 h 6791323"/>
              <a:gd name="connsiteX716" fmla="*/ 5451973 w 7219949"/>
              <a:gd name="connsiteY716" fmla="*/ 3115945 h 6791323"/>
              <a:gd name="connsiteX717" fmla="*/ 5444676 w 7219949"/>
              <a:gd name="connsiteY717" fmla="*/ 3114566 h 6791323"/>
              <a:gd name="connsiteX718" fmla="*/ 5433967 w 7219949"/>
              <a:gd name="connsiteY718" fmla="*/ 3105166 h 6791323"/>
              <a:gd name="connsiteX719" fmla="*/ 5413699 w 7219949"/>
              <a:gd name="connsiteY719" fmla="*/ 3091328 h 6791323"/>
              <a:gd name="connsiteX720" fmla="*/ 5394540 w 7219949"/>
              <a:gd name="connsiteY720" fmla="*/ 3075591 h 6791323"/>
              <a:gd name="connsiteX721" fmla="*/ 5380459 w 7219949"/>
              <a:gd name="connsiteY721" fmla="*/ 3065028 h 6791323"/>
              <a:gd name="connsiteX722" fmla="*/ 5346665 w 7219949"/>
              <a:gd name="connsiteY722" fmla="*/ 3039678 h 6791323"/>
              <a:gd name="connsiteX723" fmla="*/ 5317950 w 7219949"/>
              <a:gd name="connsiteY723" fmla="*/ 3019502 h 6791323"/>
              <a:gd name="connsiteX724" fmla="*/ 5303914 w 7219949"/>
              <a:gd name="connsiteY724" fmla="*/ 3015794 h 6791323"/>
              <a:gd name="connsiteX725" fmla="*/ 5284754 w 7219949"/>
              <a:gd name="connsiteY725" fmla="*/ 3000060 h 6791323"/>
              <a:gd name="connsiteX726" fmla="*/ 5283601 w 7219949"/>
              <a:gd name="connsiteY726" fmla="*/ 2995101 h 6791323"/>
              <a:gd name="connsiteX727" fmla="*/ 5293159 w 7219949"/>
              <a:gd name="connsiteY727" fmla="*/ 2999541 h 6791323"/>
              <a:gd name="connsiteX728" fmla="*/ 5318504 w 7219949"/>
              <a:gd name="connsiteY728" fmla="*/ 3018553 h 6791323"/>
              <a:gd name="connsiteX729" fmla="*/ 5358440 w 7219949"/>
              <a:gd name="connsiteY729" fmla="*/ 3040325 h 6791323"/>
              <a:gd name="connsiteX730" fmla="*/ 5375336 w 7219949"/>
              <a:gd name="connsiteY730" fmla="*/ 3052999 h 6791323"/>
              <a:gd name="connsiteX731" fmla="*/ 5461484 w 7219949"/>
              <a:gd name="connsiteY731" fmla="*/ 3113530 h 6791323"/>
              <a:gd name="connsiteX732" fmla="*/ 5474412 w 7219949"/>
              <a:gd name="connsiteY732" fmla="*/ 3119133 h 6791323"/>
              <a:gd name="connsiteX733" fmla="*/ 5427091 w 7219949"/>
              <a:gd name="connsiteY733" fmla="*/ 3082272 h 6791323"/>
              <a:gd name="connsiteX734" fmla="*/ 5427647 w 7219949"/>
              <a:gd name="connsiteY734" fmla="*/ 3081323 h 6791323"/>
              <a:gd name="connsiteX735" fmla="*/ 5475521 w 7219949"/>
              <a:gd name="connsiteY735" fmla="*/ 3117237 h 6791323"/>
              <a:gd name="connsiteX736" fmla="*/ 5520579 w 7219949"/>
              <a:gd name="connsiteY736" fmla="*/ 3151036 h 6791323"/>
              <a:gd name="connsiteX737" fmla="*/ 5532398 w 7219949"/>
              <a:gd name="connsiteY737" fmla="*/ 3158538 h 6791323"/>
              <a:gd name="connsiteX738" fmla="*/ 5549250 w 7219949"/>
              <a:gd name="connsiteY738" fmla="*/ 3164357 h 6791323"/>
              <a:gd name="connsiteX739" fmla="*/ 5572333 w 7219949"/>
              <a:gd name="connsiteY739" fmla="*/ 3180308 h 6791323"/>
              <a:gd name="connsiteX740" fmla="*/ 5591493 w 7219949"/>
              <a:gd name="connsiteY740" fmla="*/ 3196045 h 6791323"/>
              <a:gd name="connsiteX741" fmla="*/ 5602757 w 7219949"/>
              <a:gd name="connsiteY741" fmla="*/ 3204495 h 6791323"/>
              <a:gd name="connsiteX742" fmla="*/ 5596527 w 7219949"/>
              <a:gd name="connsiteY742" fmla="*/ 3194363 h 6791323"/>
              <a:gd name="connsiteX743" fmla="*/ 5604376 w 7219949"/>
              <a:gd name="connsiteY743" fmla="*/ 3194794 h 6791323"/>
              <a:gd name="connsiteX744" fmla="*/ 5620120 w 7219949"/>
              <a:gd name="connsiteY744" fmla="*/ 3202510 h 6791323"/>
              <a:gd name="connsiteX745" fmla="*/ 5629122 w 7219949"/>
              <a:gd name="connsiteY745" fmla="*/ 3207899 h 6791323"/>
              <a:gd name="connsiteX746" fmla="*/ 5669103 w 7219949"/>
              <a:gd name="connsiteY746" fmla="*/ 3236526 h 6791323"/>
              <a:gd name="connsiteX747" fmla="*/ 5675844 w 7219949"/>
              <a:gd name="connsiteY747" fmla="*/ 3238855 h 6791323"/>
              <a:gd name="connsiteX748" fmla="*/ 5671321 w 7219949"/>
              <a:gd name="connsiteY748" fmla="*/ 3232732 h 6791323"/>
              <a:gd name="connsiteX749" fmla="*/ 5636328 w 7219949"/>
              <a:gd name="connsiteY749" fmla="*/ 3195568 h 6791323"/>
              <a:gd name="connsiteX750" fmla="*/ 5626771 w 7219949"/>
              <a:gd name="connsiteY750" fmla="*/ 3191126 h 6791323"/>
              <a:gd name="connsiteX751" fmla="*/ 5611627 w 7219949"/>
              <a:gd name="connsiteY751" fmla="*/ 3189317 h 6791323"/>
              <a:gd name="connsiteX752" fmla="*/ 5602623 w 7219949"/>
              <a:gd name="connsiteY752" fmla="*/ 3183929 h 6791323"/>
              <a:gd name="connsiteX753" fmla="*/ 5573310 w 7219949"/>
              <a:gd name="connsiteY753" fmla="*/ 3157845 h 6791323"/>
              <a:gd name="connsiteX754" fmla="*/ 5554151 w 7219949"/>
              <a:gd name="connsiteY754" fmla="*/ 3142110 h 6791323"/>
              <a:gd name="connsiteX755" fmla="*/ 5540114 w 7219949"/>
              <a:gd name="connsiteY755" fmla="*/ 3138401 h 6791323"/>
              <a:gd name="connsiteX756" fmla="*/ 5517586 w 7219949"/>
              <a:gd name="connsiteY756" fmla="*/ 3121503 h 6791323"/>
              <a:gd name="connsiteX757" fmla="*/ 5514725 w 7219949"/>
              <a:gd name="connsiteY757" fmla="*/ 3112534 h 6791323"/>
              <a:gd name="connsiteX758" fmla="*/ 5502305 w 7219949"/>
              <a:gd name="connsiteY758" fmla="*/ 3099125 h 6791323"/>
              <a:gd name="connsiteX759" fmla="*/ 5486519 w 7219949"/>
              <a:gd name="connsiteY759" fmla="*/ 3084552 h 6791323"/>
              <a:gd name="connsiteX760" fmla="*/ 5461772 w 7219949"/>
              <a:gd name="connsiteY760" fmla="*/ 3071447 h 6791323"/>
              <a:gd name="connsiteX761" fmla="*/ 5417911 w 7219949"/>
              <a:gd name="connsiteY761" fmla="*/ 3049460 h 6791323"/>
              <a:gd name="connsiteX762" fmla="*/ 5399307 w 7219949"/>
              <a:gd name="connsiteY762" fmla="*/ 3032777 h 6791323"/>
              <a:gd name="connsiteX763" fmla="*/ 5378994 w 7219949"/>
              <a:gd name="connsiteY763" fmla="*/ 3012082 h 6791323"/>
              <a:gd name="connsiteX764" fmla="*/ 5347463 w 7219949"/>
              <a:gd name="connsiteY764" fmla="*/ 2989793 h 6791323"/>
              <a:gd name="connsiteX765" fmla="*/ 5340167 w 7219949"/>
              <a:gd name="connsiteY765" fmla="*/ 2988412 h 6791323"/>
              <a:gd name="connsiteX766" fmla="*/ 5295065 w 7219949"/>
              <a:gd name="connsiteY766" fmla="*/ 2947758 h 6791323"/>
              <a:gd name="connsiteX767" fmla="*/ 5264087 w 7219949"/>
              <a:gd name="connsiteY767" fmla="*/ 2924520 h 6791323"/>
              <a:gd name="connsiteX768" fmla="*/ 5194237 w 7219949"/>
              <a:gd name="connsiteY768" fmla="*/ 2870757 h 6791323"/>
              <a:gd name="connsiteX769" fmla="*/ 5175078 w 7219949"/>
              <a:gd name="connsiteY769" fmla="*/ 2855022 h 6791323"/>
              <a:gd name="connsiteX770" fmla="*/ 5151996 w 7219949"/>
              <a:gd name="connsiteY770" fmla="*/ 2839072 h 6791323"/>
              <a:gd name="connsiteX771" fmla="*/ 5126650 w 7219949"/>
              <a:gd name="connsiteY771" fmla="*/ 2820059 h 6791323"/>
              <a:gd name="connsiteX772" fmla="*/ 5120508 w 7219949"/>
              <a:gd name="connsiteY772" fmla="*/ 2823637 h 6791323"/>
              <a:gd name="connsiteX773" fmla="*/ 5085051 w 7219949"/>
              <a:gd name="connsiteY773" fmla="*/ 2801133 h 6791323"/>
              <a:gd name="connsiteX774" fmla="*/ 5077157 w 7219949"/>
              <a:gd name="connsiteY774" fmla="*/ 2793847 h 6791323"/>
              <a:gd name="connsiteX775" fmla="*/ 5069861 w 7219949"/>
              <a:gd name="connsiteY775" fmla="*/ 2792467 h 6791323"/>
              <a:gd name="connsiteX776" fmla="*/ 5073831 w 7219949"/>
              <a:gd name="connsiteY776" fmla="*/ 2799540 h 6791323"/>
              <a:gd name="connsiteX777" fmla="*/ 5096914 w 7219949"/>
              <a:gd name="connsiteY777" fmla="*/ 2815491 h 6791323"/>
              <a:gd name="connsiteX778" fmla="*/ 5121152 w 7219949"/>
              <a:gd name="connsiteY778" fmla="*/ 2836401 h 6791323"/>
              <a:gd name="connsiteX779" fmla="*/ 5126272 w 7219949"/>
              <a:gd name="connsiteY779" fmla="*/ 2848430 h 6791323"/>
              <a:gd name="connsiteX780" fmla="*/ 5139247 w 7219949"/>
              <a:gd name="connsiteY780" fmla="*/ 2860889 h 6791323"/>
              <a:gd name="connsiteX781" fmla="*/ 5175257 w 7219949"/>
              <a:gd name="connsiteY781" fmla="*/ 2882445 h 6791323"/>
              <a:gd name="connsiteX782" fmla="*/ 5189337 w 7219949"/>
              <a:gd name="connsiteY782" fmla="*/ 2893007 h 6791323"/>
              <a:gd name="connsiteX783" fmla="*/ 5193305 w 7219949"/>
              <a:gd name="connsiteY783" fmla="*/ 2900078 h 6791323"/>
              <a:gd name="connsiteX784" fmla="*/ 5187719 w 7219949"/>
              <a:gd name="connsiteY784" fmla="*/ 2902710 h 6791323"/>
              <a:gd name="connsiteX785" fmla="*/ 5168604 w 7219949"/>
              <a:gd name="connsiteY785" fmla="*/ 2893829 h 6791323"/>
              <a:gd name="connsiteX786" fmla="*/ 5164680 w 7219949"/>
              <a:gd name="connsiteY786" fmla="*/ 2893613 h 6791323"/>
              <a:gd name="connsiteX787" fmla="*/ 5169757 w 7219949"/>
              <a:gd name="connsiteY787" fmla="*/ 2898786 h 6791323"/>
              <a:gd name="connsiteX788" fmla="*/ 5198473 w 7219949"/>
              <a:gd name="connsiteY788" fmla="*/ 2918962 h 6791323"/>
              <a:gd name="connsiteX789" fmla="*/ 5201290 w 7219949"/>
              <a:gd name="connsiteY789" fmla="*/ 2921075 h 6791323"/>
              <a:gd name="connsiteX790" fmla="*/ 5200181 w 7219949"/>
              <a:gd name="connsiteY790" fmla="*/ 2922972 h 6791323"/>
              <a:gd name="connsiteX791" fmla="*/ 5201335 w 7219949"/>
              <a:gd name="connsiteY791" fmla="*/ 2927931 h 6791323"/>
              <a:gd name="connsiteX792" fmla="*/ 5221047 w 7219949"/>
              <a:gd name="connsiteY792" fmla="*/ 2942718 h 6791323"/>
              <a:gd name="connsiteX793" fmla="*/ 5194039 w 7219949"/>
              <a:gd name="connsiteY793" fmla="*/ 2926551 h 6791323"/>
              <a:gd name="connsiteX794" fmla="*/ 5189560 w 7219949"/>
              <a:gd name="connsiteY794" fmla="*/ 2927285 h 6791323"/>
              <a:gd name="connsiteX795" fmla="*/ 5177785 w 7219949"/>
              <a:gd name="connsiteY795" fmla="*/ 2926638 h 6791323"/>
              <a:gd name="connsiteX796" fmla="*/ 5166520 w 7219949"/>
              <a:gd name="connsiteY796" fmla="*/ 2918187 h 6791323"/>
              <a:gd name="connsiteX797" fmla="*/ 5165412 w 7219949"/>
              <a:gd name="connsiteY797" fmla="*/ 2920086 h 6791323"/>
              <a:gd name="connsiteX798" fmla="*/ 5164857 w 7219949"/>
              <a:gd name="connsiteY798" fmla="*/ 2921035 h 6791323"/>
              <a:gd name="connsiteX799" fmla="*/ 5216146 w 7219949"/>
              <a:gd name="connsiteY799" fmla="*/ 2964968 h 6791323"/>
              <a:gd name="connsiteX800" fmla="*/ 5247169 w 7219949"/>
              <a:gd name="connsiteY800" fmla="*/ 2995061 h 6791323"/>
              <a:gd name="connsiteX801" fmla="*/ 5251692 w 7219949"/>
              <a:gd name="connsiteY801" fmla="*/ 3001183 h 6791323"/>
              <a:gd name="connsiteX802" fmla="*/ 5242136 w 7219949"/>
              <a:gd name="connsiteY802" fmla="*/ 2996742 h 6791323"/>
              <a:gd name="connsiteX803" fmla="*/ 5216791 w 7219949"/>
              <a:gd name="connsiteY803" fmla="*/ 2977729 h 6791323"/>
              <a:gd name="connsiteX804" fmla="*/ 5210602 w 7219949"/>
              <a:gd name="connsiteY804" fmla="*/ 2974454 h 6791323"/>
              <a:gd name="connsiteX805" fmla="*/ 5212311 w 7219949"/>
              <a:gd name="connsiteY805" fmla="*/ 2978463 h 6791323"/>
              <a:gd name="connsiteX806" fmla="*/ 5228099 w 7219949"/>
              <a:gd name="connsiteY806" fmla="*/ 2993035 h 6791323"/>
              <a:gd name="connsiteX807" fmla="*/ 5253444 w 7219949"/>
              <a:gd name="connsiteY807" fmla="*/ 3012048 h 6791323"/>
              <a:gd name="connsiteX808" fmla="*/ 5254043 w 7219949"/>
              <a:gd name="connsiteY808" fmla="*/ 3017955 h 6791323"/>
              <a:gd name="connsiteX809" fmla="*/ 5252936 w 7219949"/>
              <a:gd name="connsiteY809" fmla="*/ 3019852 h 6791323"/>
              <a:gd name="connsiteX810" fmla="*/ 5207367 w 7219949"/>
              <a:gd name="connsiteY810" fmla="*/ 2993856 h 6791323"/>
              <a:gd name="connsiteX811" fmla="*/ 5109910 w 7219949"/>
              <a:gd name="connsiteY811" fmla="*/ 2918020 h 6791323"/>
              <a:gd name="connsiteX812" fmla="*/ 5094720 w 7219949"/>
              <a:gd name="connsiteY812" fmla="*/ 2909355 h 6791323"/>
              <a:gd name="connsiteX813" fmla="*/ 5107692 w 7219949"/>
              <a:gd name="connsiteY813" fmla="*/ 2921814 h 6791323"/>
              <a:gd name="connsiteX814" fmla="*/ 5140377 w 7219949"/>
              <a:gd name="connsiteY814" fmla="*/ 2949062 h 6791323"/>
              <a:gd name="connsiteX815" fmla="*/ 5176988 w 7219949"/>
              <a:gd name="connsiteY815" fmla="*/ 2976524 h 6791323"/>
              <a:gd name="connsiteX816" fmla="*/ 5232757 w 7219949"/>
              <a:gd name="connsiteY816" fmla="*/ 3019723 h 6791323"/>
              <a:gd name="connsiteX817" fmla="*/ 5321300 w 7219949"/>
              <a:gd name="connsiteY817" fmla="*/ 3103882 h 6791323"/>
              <a:gd name="connsiteX818" fmla="*/ 5353430 w 7219949"/>
              <a:gd name="connsiteY818" fmla="*/ 3132076 h 6791323"/>
              <a:gd name="connsiteX819" fmla="*/ 5364140 w 7219949"/>
              <a:gd name="connsiteY819" fmla="*/ 3141476 h 6791323"/>
              <a:gd name="connsiteX820" fmla="*/ 5351766 w 7219949"/>
              <a:gd name="connsiteY820" fmla="*/ 3134922 h 6791323"/>
              <a:gd name="connsiteX821" fmla="*/ 5205328 w 7219949"/>
              <a:gd name="connsiteY821" fmla="*/ 3025071 h 6791323"/>
              <a:gd name="connsiteX822" fmla="*/ 5157542 w 7219949"/>
              <a:gd name="connsiteY822" fmla="*/ 3002871 h 6791323"/>
              <a:gd name="connsiteX823" fmla="*/ 5156432 w 7219949"/>
              <a:gd name="connsiteY823" fmla="*/ 3004768 h 6791323"/>
              <a:gd name="connsiteX824" fmla="*/ 5163262 w 7219949"/>
              <a:gd name="connsiteY824" fmla="*/ 3020807 h 6791323"/>
              <a:gd name="connsiteX825" fmla="*/ 5176833 w 7219949"/>
              <a:gd name="connsiteY825" fmla="*/ 3039174 h 6791323"/>
              <a:gd name="connsiteX826" fmla="*/ 5195525 w 7219949"/>
              <a:gd name="connsiteY826" fmla="*/ 3069569 h 6791323"/>
              <a:gd name="connsiteX827" fmla="*/ 5217080 w 7219949"/>
              <a:gd name="connsiteY827" fmla="*/ 3108932 h 6791323"/>
              <a:gd name="connsiteX828" fmla="*/ 5227790 w 7219949"/>
              <a:gd name="connsiteY828" fmla="*/ 3118331 h 6791323"/>
              <a:gd name="connsiteX829" fmla="*/ 5257659 w 7219949"/>
              <a:gd name="connsiteY829" fmla="*/ 3143466 h 6791323"/>
              <a:gd name="connsiteX830" fmla="*/ 5268370 w 7219949"/>
              <a:gd name="connsiteY830" fmla="*/ 3152865 h 6791323"/>
              <a:gd name="connsiteX831" fmla="*/ 5290900 w 7219949"/>
              <a:gd name="connsiteY831" fmla="*/ 3169765 h 6791323"/>
              <a:gd name="connsiteX832" fmla="*/ 5331989 w 7219949"/>
              <a:gd name="connsiteY832" fmla="*/ 3196495 h 6791323"/>
              <a:gd name="connsiteX833" fmla="*/ 5359596 w 7219949"/>
              <a:gd name="connsiteY833" fmla="*/ 3218567 h 6791323"/>
              <a:gd name="connsiteX834" fmla="*/ 5403590 w 7219949"/>
              <a:gd name="connsiteY834" fmla="*/ 3261121 h 6791323"/>
              <a:gd name="connsiteX835" fmla="*/ 5457606 w 7219949"/>
              <a:gd name="connsiteY835" fmla="*/ 3293455 h 6791323"/>
              <a:gd name="connsiteX836" fmla="*/ 5485723 w 7219949"/>
              <a:gd name="connsiteY836" fmla="*/ 3307724 h 6791323"/>
              <a:gd name="connsiteX837" fmla="*/ 5508852 w 7219949"/>
              <a:gd name="connsiteY837" fmla="*/ 3330531 h 6791323"/>
              <a:gd name="connsiteX838" fmla="*/ 5510559 w 7219949"/>
              <a:gd name="connsiteY838" fmla="*/ 3334542 h 6791323"/>
              <a:gd name="connsiteX839" fmla="*/ 5550029 w 7219949"/>
              <a:gd name="connsiteY839" fmla="*/ 3370972 h 6791323"/>
              <a:gd name="connsiteX840" fmla="*/ 5570297 w 7219949"/>
              <a:gd name="connsiteY840" fmla="*/ 3384810 h 6791323"/>
              <a:gd name="connsiteX841" fmla="*/ 5602339 w 7219949"/>
              <a:gd name="connsiteY841" fmla="*/ 3399295 h 6791323"/>
              <a:gd name="connsiteX842" fmla="*/ 5612450 w 7219949"/>
              <a:gd name="connsiteY842" fmla="*/ 3402787 h 6791323"/>
              <a:gd name="connsiteX843" fmla="*/ 5648506 w 7219949"/>
              <a:gd name="connsiteY843" fmla="*/ 3431199 h 6791323"/>
              <a:gd name="connsiteX844" fmla="*/ 5658107 w 7219949"/>
              <a:gd name="connsiteY844" fmla="*/ 3442494 h 6791323"/>
              <a:gd name="connsiteX845" fmla="*/ 5659815 w 7219949"/>
              <a:gd name="connsiteY845" fmla="*/ 3446504 h 6791323"/>
              <a:gd name="connsiteX846" fmla="*/ 5695317 w 7219949"/>
              <a:gd name="connsiteY846" fmla="*/ 3475864 h 6791323"/>
              <a:gd name="connsiteX847" fmla="*/ 5728513 w 7219949"/>
              <a:gd name="connsiteY847" fmla="*/ 3495306 h 6791323"/>
              <a:gd name="connsiteX848" fmla="*/ 5767939 w 7219949"/>
              <a:gd name="connsiteY848" fmla="*/ 3524883 h 6791323"/>
              <a:gd name="connsiteX849" fmla="*/ 5786542 w 7219949"/>
              <a:gd name="connsiteY849" fmla="*/ 3541568 h 6791323"/>
              <a:gd name="connsiteX850" fmla="*/ 5795997 w 7219949"/>
              <a:gd name="connsiteY850" fmla="*/ 3548660 h 6791323"/>
              <a:gd name="connsiteX851" fmla="*/ 5799257 w 7219949"/>
              <a:gd name="connsiteY851" fmla="*/ 3552318 h 6791323"/>
              <a:gd name="connsiteX852" fmla="*/ 5799301 w 7219949"/>
              <a:gd name="connsiteY852" fmla="*/ 3559174 h 6791323"/>
              <a:gd name="connsiteX853" fmla="*/ 5792007 w 7219949"/>
              <a:gd name="connsiteY853" fmla="*/ 3557794 h 6791323"/>
              <a:gd name="connsiteX854" fmla="*/ 5777927 w 7219949"/>
              <a:gd name="connsiteY854" fmla="*/ 3547231 h 6791323"/>
              <a:gd name="connsiteX855" fmla="*/ 5746350 w 7219949"/>
              <a:gd name="connsiteY855" fmla="*/ 3518088 h 6791323"/>
              <a:gd name="connsiteX856" fmla="*/ 5731160 w 7219949"/>
              <a:gd name="connsiteY856" fmla="*/ 3509421 h 6791323"/>
              <a:gd name="connsiteX857" fmla="*/ 5719386 w 7219949"/>
              <a:gd name="connsiteY857" fmla="*/ 3508775 h 6791323"/>
              <a:gd name="connsiteX858" fmla="*/ 5692931 w 7219949"/>
              <a:gd name="connsiteY858" fmla="*/ 3491660 h 6791323"/>
              <a:gd name="connsiteX859" fmla="*/ 5670956 w 7219949"/>
              <a:gd name="connsiteY859" fmla="*/ 3473812 h 6791323"/>
              <a:gd name="connsiteX860" fmla="*/ 5663661 w 7219949"/>
              <a:gd name="connsiteY860" fmla="*/ 3472432 h 6791323"/>
              <a:gd name="connsiteX861" fmla="*/ 5667631 w 7219949"/>
              <a:gd name="connsiteY861" fmla="*/ 3479503 h 6791323"/>
              <a:gd name="connsiteX862" fmla="*/ 5676633 w 7219949"/>
              <a:gd name="connsiteY862" fmla="*/ 3484891 h 6791323"/>
              <a:gd name="connsiteX863" fmla="*/ 5708764 w 7219949"/>
              <a:gd name="connsiteY863" fmla="*/ 3513088 h 6791323"/>
              <a:gd name="connsiteX864" fmla="*/ 5708253 w 7219949"/>
              <a:gd name="connsiteY864" fmla="*/ 3520892 h 6791323"/>
              <a:gd name="connsiteX865" fmla="*/ 5733600 w 7219949"/>
              <a:gd name="connsiteY865" fmla="*/ 3539904 h 6791323"/>
              <a:gd name="connsiteX866" fmla="*/ 5755573 w 7219949"/>
              <a:gd name="connsiteY866" fmla="*/ 3557753 h 6791323"/>
              <a:gd name="connsiteX867" fmla="*/ 5775841 w 7219949"/>
              <a:gd name="connsiteY867" fmla="*/ 3571593 h 6791323"/>
              <a:gd name="connsiteX868" fmla="*/ 5846800 w 7219949"/>
              <a:gd name="connsiteY868" fmla="*/ 3623456 h 6791323"/>
              <a:gd name="connsiteX869" fmla="*/ 5877777 w 7219949"/>
              <a:gd name="connsiteY869" fmla="*/ 3646694 h 6791323"/>
              <a:gd name="connsiteX870" fmla="*/ 5928423 w 7219949"/>
              <a:gd name="connsiteY870" fmla="*/ 3677864 h 6791323"/>
              <a:gd name="connsiteX871" fmla="*/ 5932392 w 7219949"/>
              <a:gd name="connsiteY871" fmla="*/ 3684935 h 6791323"/>
              <a:gd name="connsiteX872" fmla="*/ 5962816 w 7219949"/>
              <a:gd name="connsiteY872" fmla="*/ 3709120 h 6791323"/>
              <a:gd name="connsiteX873" fmla="*/ 5968331 w 7219949"/>
              <a:gd name="connsiteY873" fmla="*/ 3712041 h 6791323"/>
              <a:gd name="connsiteX874" fmla="*/ 5970061 w 7219949"/>
              <a:gd name="connsiteY874" fmla="*/ 3714396 h 6791323"/>
              <a:gd name="connsiteX875" fmla="*/ 6020840 w 7219949"/>
              <a:gd name="connsiteY875" fmla="*/ 3766688 h 6791323"/>
              <a:gd name="connsiteX876" fmla="*/ 6091315 w 7219949"/>
              <a:gd name="connsiteY876" fmla="*/ 3847039 h 6791323"/>
              <a:gd name="connsiteX877" fmla="*/ 6096922 w 7219949"/>
              <a:gd name="connsiteY877" fmla="*/ 3856116 h 6791323"/>
              <a:gd name="connsiteX878" fmla="*/ 6084222 w 7219949"/>
              <a:gd name="connsiteY878" fmla="*/ 3847949 h 6791323"/>
              <a:gd name="connsiteX879" fmla="*/ 5980667 w 7219949"/>
              <a:gd name="connsiteY879" fmla="*/ 3782546 h 6791323"/>
              <a:gd name="connsiteX880" fmla="*/ 5924345 w 7219949"/>
              <a:gd name="connsiteY880" fmla="*/ 3740297 h 6791323"/>
              <a:gd name="connsiteX881" fmla="*/ 5912525 w 7219949"/>
              <a:gd name="connsiteY881" fmla="*/ 3732796 h 6791323"/>
              <a:gd name="connsiteX882" fmla="*/ 5915940 w 7219949"/>
              <a:gd name="connsiteY882" fmla="*/ 3740815 h 6791323"/>
              <a:gd name="connsiteX883" fmla="*/ 5944701 w 7219949"/>
              <a:gd name="connsiteY883" fmla="*/ 3767846 h 6791323"/>
              <a:gd name="connsiteX884" fmla="*/ 5984725 w 7219949"/>
              <a:gd name="connsiteY884" fmla="*/ 3803329 h 6791323"/>
              <a:gd name="connsiteX885" fmla="*/ 5971798 w 7219949"/>
              <a:gd name="connsiteY885" fmla="*/ 3797724 h 6791323"/>
              <a:gd name="connsiteX886" fmla="*/ 5941419 w 7219949"/>
              <a:gd name="connsiteY886" fmla="*/ 3780393 h 6791323"/>
              <a:gd name="connsiteX887" fmla="*/ 5934124 w 7219949"/>
              <a:gd name="connsiteY887" fmla="*/ 3779014 h 6791323"/>
              <a:gd name="connsiteX888" fmla="*/ 5942019 w 7219949"/>
              <a:gd name="connsiteY888" fmla="*/ 3786300 h 6791323"/>
              <a:gd name="connsiteX889" fmla="*/ 5953283 w 7219949"/>
              <a:gd name="connsiteY889" fmla="*/ 3794750 h 6791323"/>
              <a:gd name="connsiteX890" fmla="*/ 5998895 w 7219949"/>
              <a:gd name="connsiteY890" fmla="*/ 3827602 h 6791323"/>
              <a:gd name="connsiteX891" fmla="*/ 6027057 w 7219949"/>
              <a:gd name="connsiteY891" fmla="*/ 3848727 h 6791323"/>
              <a:gd name="connsiteX892" fmla="*/ 6051294 w 7219949"/>
              <a:gd name="connsiteY892" fmla="*/ 3869637 h 6791323"/>
              <a:gd name="connsiteX893" fmla="*/ 6135224 w 7219949"/>
              <a:gd name="connsiteY893" fmla="*/ 3933962 h 6791323"/>
              <a:gd name="connsiteX894" fmla="*/ 6143118 w 7219949"/>
              <a:gd name="connsiteY894" fmla="*/ 3941248 h 6791323"/>
              <a:gd name="connsiteX895" fmla="*/ 6148196 w 7219949"/>
              <a:gd name="connsiteY895" fmla="*/ 3946422 h 6791323"/>
              <a:gd name="connsiteX896" fmla="*/ 6158748 w 7219949"/>
              <a:gd name="connsiteY896" fmla="*/ 3952738 h 6791323"/>
              <a:gd name="connsiteX897" fmla="*/ 6170136 w 7219949"/>
              <a:gd name="connsiteY897" fmla="*/ 3966251 h 6791323"/>
              <a:gd name="connsiteX898" fmla="*/ 6195174 w 7219949"/>
              <a:gd name="connsiteY898" fmla="*/ 3976755 h 6791323"/>
              <a:gd name="connsiteX899" fmla="*/ 6199917 w 7219949"/>
              <a:gd name="connsiteY899" fmla="*/ 3978154 h 6791323"/>
              <a:gd name="connsiteX900" fmla="*/ 6205877 w 7219949"/>
              <a:gd name="connsiteY900" fmla="*/ 3982016 h 6791323"/>
              <a:gd name="connsiteX901" fmla="*/ 6222524 w 7219949"/>
              <a:gd name="connsiteY901" fmla="*/ 3999449 h 6791323"/>
              <a:gd name="connsiteX902" fmla="*/ 6228157 w 7219949"/>
              <a:gd name="connsiteY902" fmla="*/ 4003675 h 6791323"/>
              <a:gd name="connsiteX903" fmla="*/ 6240586 w 7219949"/>
              <a:gd name="connsiteY903" fmla="*/ 4012998 h 6791323"/>
              <a:gd name="connsiteX904" fmla="*/ 6232264 w 7219949"/>
              <a:gd name="connsiteY904" fmla="*/ 4039775 h 6791323"/>
              <a:gd name="connsiteX905" fmla="*/ 6247101 w 7219949"/>
              <a:gd name="connsiteY905" fmla="*/ 4064982 h 6791323"/>
              <a:gd name="connsiteX906" fmla="*/ 6336124 w 7219949"/>
              <a:gd name="connsiteY906" fmla="*/ 4119601 h 6791323"/>
              <a:gd name="connsiteX907" fmla="*/ 6384342 w 7219949"/>
              <a:gd name="connsiteY907" fmla="*/ 4182620 h 6791323"/>
              <a:gd name="connsiteX908" fmla="*/ 6358378 w 7219949"/>
              <a:gd name="connsiteY908" fmla="*/ 4245639 h 6791323"/>
              <a:gd name="connsiteX909" fmla="*/ 6332414 w 7219949"/>
              <a:gd name="connsiteY909" fmla="*/ 4258243 h 6791323"/>
              <a:gd name="connsiteX910" fmla="*/ 6239685 w 7219949"/>
              <a:gd name="connsiteY910" fmla="*/ 4296054 h 6791323"/>
              <a:gd name="connsiteX911" fmla="*/ 6061642 w 7219949"/>
              <a:gd name="connsiteY911" fmla="*/ 4128002 h 6791323"/>
              <a:gd name="connsiteX912" fmla="*/ 6020840 w 7219949"/>
              <a:gd name="connsiteY912" fmla="*/ 4077587 h 6791323"/>
              <a:gd name="connsiteX913" fmla="*/ 5798288 w 7219949"/>
              <a:gd name="connsiteY913" fmla="*/ 3896929 h 6791323"/>
              <a:gd name="connsiteX914" fmla="*/ 5786159 w 7219949"/>
              <a:gd name="connsiteY914" fmla="*/ 3884415 h 6791323"/>
              <a:gd name="connsiteX915" fmla="*/ 5776155 w 7219949"/>
              <a:gd name="connsiteY915" fmla="*/ 3893232 h 6791323"/>
              <a:gd name="connsiteX916" fmla="*/ 5743556 w 7219949"/>
              <a:gd name="connsiteY916" fmla="*/ 3880664 h 6791323"/>
              <a:gd name="connsiteX917" fmla="*/ 5701894 w 7219949"/>
              <a:gd name="connsiteY917" fmla="*/ 3841647 h 6791323"/>
              <a:gd name="connsiteX918" fmla="*/ 5672176 w 7219949"/>
              <a:gd name="connsiteY918" fmla="*/ 3846514 h 6791323"/>
              <a:gd name="connsiteX919" fmla="*/ 5620246 w 7219949"/>
              <a:gd name="connsiteY919" fmla="*/ 3821306 h 6791323"/>
              <a:gd name="connsiteX920" fmla="*/ 5601699 w 7219949"/>
              <a:gd name="connsiteY920" fmla="*/ 3817105 h 6791323"/>
              <a:gd name="connsiteX921" fmla="*/ 5601701 w 7219949"/>
              <a:gd name="connsiteY921" fmla="*/ 3822079 h 6791323"/>
              <a:gd name="connsiteX922" fmla="*/ 5633563 w 7219949"/>
              <a:gd name="connsiteY922" fmla="*/ 3855295 h 6791323"/>
              <a:gd name="connsiteX923" fmla="*/ 5654461 w 7219949"/>
              <a:gd name="connsiteY923" fmla="*/ 3885319 h 6791323"/>
              <a:gd name="connsiteX924" fmla="*/ 5658179 w 7219949"/>
              <a:gd name="connsiteY924" fmla="*/ 3898424 h 6791323"/>
              <a:gd name="connsiteX925" fmla="*/ 5666613 w 7219949"/>
              <a:gd name="connsiteY925" fmla="*/ 3907431 h 6791323"/>
              <a:gd name="connsiteX926" fmla="*/ 5720396 w 7219949"/>
              <a:gd name="connsiteY926" fmla="*/ 3989359 h 6791323"/>
              <a:gd name="connsiteX927" fmla="*/ 5931822 w 7219949"/>
              <a:gd name="connsiteY927" fmla="*/ 4170016 h 6791323"/>
              <a:gd name="connsiteX928" fmla="*/ 5942949 w 7219949"/>
              <a:gd name="connsiteY928" fmla="*/ 4178417 h 6791323"/>
              <a:gd name="connsiteX929" fmla="*/ 5968912 w 7219949"/>
              <a:gd name="connsiteY929" fmla="*/ 4245640 h 6791323"/>
              <a:gd name="connsiteX930" fmla="*/ 5902147 w 7219949"/>
              <a:gd name="connsiteY930" fmla="*/ 4249842 h 6791323"/>
              <a:gd name="connsiteX931" fmla="*/ 5816835 w 7219949"/>
              <a:gd name="connsiteY931" fmla="*/ 4191022 h 6791323"/>
              <a:gd name="connsiteX932" fmla="*/ 5670785 w 7219949"/>
              <a:gd name="connsiteY932" fmla="*/ 4081720 h 6791323"/>
              <a:gd name="connsiteX933" fmla="*/ 5633513 w 7219949"/>
              <a:gd name="connsiteY933" fmla="*/ 4051679 h 6791323"/>
              <a:gd name="connsiteX934" fmla="*/ 5632591 w 7219949"/>
              <a:gd name="connsiteY934" fmla="*/ 4064493 h 6791323"/>
              <a:gd name="connsiteX935" fmla="*/ 5627136 w 7219949"/>
              <a:gd name="connsiteY935" fmla="*/ 4087834 h 6791323"/>
              <a:gd name="connsiteX936" fmla="*/ 5673069 w 7219949"/>
              <a:gd name="connsiteY936" fmla="*/ 4152202 h 6791323"/>
              <a:gd name="connsiteX937" fmla="*/ 5695077 w 7219949"/>
              <a:gd name="connsiteY937" fmla="*/ 4180327 h 6791323"/>
              <a:gd name="connsiteX938" fmla="*/ 5794556 w 7219949"/>
              <a:gd name="connsiteY938" fmla="*/ 4276301 h 6791323"/>
              <a:gd name="connsiteX939" fmla="*/ 5829227 w 7219949"/>
              <a:gd name="connsiteY939" fmla="*/ 4309281 h 6791323"/>
              <a:gd name="connsiteX940" fmla="*/ 5956729 w 7219949"/>
              <a:gd name="connsiteY940" fmla="*/ 4475058 h 6791323"/>
              <a:gd name="connsiteX941" fmla="*/ 5964150 w 7219949"/>
              <a:gd name="connsiteY941" fmla="*/ 4490207 h 6791323"/>
              <a:gd name="connsiteX942" fmla="*/ 6005102 w 7219949"/>
              <a:gd name="connsiteY942" fmla="*/ 4582192 h 6791323"/>
              <a:gd name="connsiteX943" fmla="*/ 6013742 w 7219949"/>
              <a:gd name="connsiteY943" fmla="*/ 4618728 h 6791323"/>
              <a:gd name="connsiteX944" fmla="*/ 5942362 w 7219949"/>
              <a:gd name="connsiteY944" fmla="*/ 4657800 h 6791323"/>
              <a:gd name="connsiteX945" fmla="*/ 5937562 w 7219949"/>
              <a:gd name="connsiteY945" fmla="*/ 4637503 h 6791323"/>
              <a:gd name="connsiteX946" fmla="*/ 5920542 w 7219949"/>
              <a:gd name="connsiteY946" fmla="*/ 4581760 h 6791323"/>
              <a:gd name="connsiteX947" fmla="*/ 5901858 w 7219949"/>
              <a:gd name="connsiteY947" fmla="*/ 4535223 h 6791323"/>
              <a:gd name="connsiteX948" fmla="*/ 5830850 w 7219949"/>
              <a:gd name="connsiteY948" fmla="*/ 4478468 h 6791323"/>
              <a:gd name="connsiteX949" fmla="*/ 5822540 w 7219949"/>
              <a:gd name="connsiteY949" fmla="*/ 4524497 h 6791323"/>
              <a:gd name="connsiteX950" fmla="*/ 5838604 w 7219949"/>
              <a:gd name="connsiteY950" fmla="*/ 4576179 h 6791323"/>
              <a:gd name="connsiteX951" fmla="*/ 5894654 w 7219949"/>
              <a:gd name="connsiteY951" fmla="*/ 4715791 h 6791323"/>
              <a:gd name="connsiteX952" fmla="*/ 5955102 w 7219949"/>
              <a:gd name="connsiteY952" fmla="*/ 4727894 h 6791323"/>
              <a:gd name="connsiteX953" fmla="*/ 5989146 w 7219949"/>
              <a:gd name="connsiteY953" fmla="*/ 4839380 h 6791323"/>
              <a:gd name="connsiteX954" fmla="*/ 5983902 w 7219949"/>
              <a:gd name="connsiteY954" fmla="*/ 4849672 h 6791323"/>
              <a:gd name="connsiteX955" fmla="*/ 6015178 w 7219949"/>
              <a:gd name="connsiteY955" fmla="*/ 4835827 h 6791323"/>
              <a:gd name="connsiteX956" fmla="*/ 6050296 w 7219949"/>
              <a:gd name="connsiteY956" fmla="*/ 4838217 h 6791323"/>
              <a:gd name="connsiteX957" fmla="*/ 6055611 w 7219949"/>
              <a:gd name="connsiteY957" fmla="*/ 4893165 h 6791323"/>
              <a:gd name="connsiteX958" fmla="*/ 6038735 w 7219949"/>
              <a:gd name="connsiteY958" fmla="*/ 4967899 h 6791323"/>
              <a:gd name="connsiteX959" fmla="*/ 6060557 w 7219949"/>
              <a:gd name="connsiteY959" fmla="*/ 5043940 h 6791323"/>
              <a:gd name="connsiteX960" fmla="*/ 6235843 w 7219949"/>
              <a:gd name="connsiteY960" fmla="*/ 5216963 h 6791323"/>
              <a:gd name="connsiteX961" fmla="*/ 6308069 w 7219949"/>
              <a:gd name="connsiteY961" fmla="*/ 5295104 h 6791323"/>
              <a:gd name="connsiteX962" fmla="*/ 6321766 w 7219949"/>
              <a:gd name="connsiteY962" fmla="*/ 5369257 h 6791323"/>
              <a:gd name="connsiteX963" fmla="*/ 6288602 w 7219949"/>
              <a:gd name="connsiteY963" fmla="*/ 5377151 h 6791323"/>
              <a:gd name="connsiteX964" fmla="*/ 6280447 w 7219949"/>
              <a:gd name="connsiteY964" fmla="*/ 5371730 h 6791323"/>
              <a:gd name="connsiteX965" fmla="*/ 6265258 w 7219949"/>
              <a:gd name="connsiteY965" fmla="*/ 5359081 h 6791323"/>
              <a:gd name="connsiteX966" fmla="*/ 6206596 w 7219949"/>
              <a:gd name="connsiteY966" fmla="*/ 5307410 h 6791323"/>
              <a:gd name="connsiteX967" fmla="*/ 6195315 w 7219949"/>
              <a:gd name="connsiteY967" fmla="*/ 5298914 h 6791323"/>
              <a:gd name="connsiteX968" fmla="*/ 6185467 w 7219949"/>
              <a:gd name="connsiteY968" fmla="*/ 5294561 h 6791323"/>
              <a:gd name="connsiteX969" fmla="*/ 6186881 w 7219949"/>
              <a:gd name="connsiteY969" fmla="*/ 5297109 h 6791323"/>
              <a:gd name="connsiteX970" fmla="*/ 6136704 w 7219949"/>
              <a:gd name="connsiteY970" fmla="*/ 5264462 h 6791323"/>
              <a:gd name="connsiteX971" fmla="*/ 6107651 w 7219949"/>
              <a:gd name="connsiteY971" fmla="*/ 5242155 h 6791323"/>
              <a:gd name="connsiteX972" fmla="*/ 6088928 w 7219949"/>
              <a:gd name="connsiteY972" fmla="*/ 5222495 h 6791323"/>
              <a:gd name="connsiteX973" fmla="*/ 6066568 w 7219949"/>
              <a:gd name="connsiteY973" fmla="*/ 5201412 h 6791323"/>
              <a:gd name="connsiteX974" fmla="*/ 6038954 w 7219949"/>
              <a:gd name="connsiteY974" fmla="*/ 5163615 h 6791323"/>
              <a:gd name="connsiteX975" fmla="*/ 6011992 w 7219949"/>
              <a:gd name="connsiteY975" fmla="*/ 5153847 h 6791323"/>
              <a:gd name="connsiteX976" fmla="*/ 5976655 w 7219949"/>
              <a:gd name="connsiteY976" fmla="*/ 5125041 h 6791323"/>
              <a:gd name="connsiteX977" fmla="*/ 5967008 w 7219949"/>
              <a:gd name="connsiteY977" fmla="*/ 5126630 h 6791323"/>
              <a:gd name="connsiteX978" fmla="*/ 5968441 w 7219949"/>
              <a:gd name="connsiteY978" fmla="*/ 5130775 h 6791323"/>
              <a:gd name="connsiteX979" fmla="*/ 5926597 w 7219949"/>
              <a:gd name="connsiteY979" fmla="*/ 5098239 h 6791323"/>
              <a:gd name="connsiteX980" fmla="*/ 5943791 w 7219949"/>
              <a:gd name="connsiteY980" fmla="*/ 5117987 h 6791323"/>
              <a:gd name="connsiteX981" fmla="*/ 5879288 w 7219949"/>
              <a:gd name="connsiteY981" fmla="*/ 5072864 h 6791323"/>
              <a:gd name="connsiteX982" fmla="*/ 5861378 w 7219949"/>
              <a:gd name="connsiteY982" fmla="*/ 5078301 h 6791323"/>
              <a:gd name="connsiteX983" fmla="*/ 5860591 w 7219949"/>
              <a:gd name="connsiteY983" fmla="*/ 5090523 h 6791323"/>
              <a:gd name="connsiteX984" fmla="*/ 5845132 w 7219949"/>
              <a:gd name="connsiteY984" fmla="*/ 5079798 h 6791323"/>
              <a:gd name="connsiteX985" fmla="*/ 5831799 w 7219949"/>
              <a:gd name="connsiteY985" fmla="*/ 5068055 h 6791323"/>
              <a:gd name="connsiteX986" fmla="*/ 5811700 w 7219949"/>
              <a:gd name="connsiteY986" fmla="*/ 5047469 h 6791323"/>
              <a:gd name="connsiteX987" fmla="*/ 5796520 w 7219949"/>
              <a:gd name="connsiteY987" fmla="*/ 5038421 h 6791323"/>
              <a:gd name="connsiteX988" fmla="*/ 5802054 w 7219949"/>
              <a:gd name="connsiteY988" fmla="*/ 5049059 h 6791323"/>
              <a:gd name="connsiteX989" fmla="*/ 5830152 w 7219949"/>
              <a:gd name="connsiteY989" fmla="*/ 5076691 h 6791323"/>
              <a:gd name="connsiteX990" fmla="*/ 5878148 w 7219949"/>
              <a:gd name="connsiteY990" fmla="*/ 5118968 h 6791323"/>
              <a:gd name="connsiteX991" fmla="*/ 5854967 w 7219949"/>
              <a:gd name="connsiteY991" fmla="*/ 5102873 h 6791323"/>
              <a:gd name="connsiteX992" fmla="*/ 5848401 w 7219949"/>
              <a:gd name="connsiteY992" fmla="*/ 5099973 h 6791323"/>
              <a:gd name="connsiteX993" fmla="*/ 5855168 w 7219949"/>
              <a:gd name="connsiteY993" fmla="*/ 5108815 h 6791323"/>
              <a:gd name="connsiteX994" fmla="*/ 5888397 w 7219949"/>
              <a:gd name="connsiteY994" fmla="*/ 5135202 h 6791323"/>
              <a:gd name="connsiteX995" fmla="*/ 5904893 w 7219949"/>
              <a:gd name="connsiteY995" fmla="*/ 5149733 h 6791323"/>
              <a:gd name="connsiteX996" fmla="*/ 5905833 w 7219949"/>
              <a:gd name="connsiteY996" fmla="*/ 5158694 h 6791323"/>
              <a:gd name="connsiteX997" fmla="*/ 5876083 w 7219949"/>
              <a:gd name="connsiteY997" fmla="*/ 5134443 h 6791323"/>
              <a:gd name="connsiteX998" fmla="*/ 5868085 w 7219949"/>
              <a:gd name="connsiteY998" fmla="*/ 5127398 h 6791323"/>
              <a:gd name="connsiteX999" fmla="*/ 5855155 w 7219949"/>
              <a:gd name="connsiteY999" fmla="*/ 5127536 h 6791323"/>
              <a:gd name="connsiteX1000" fmla="*/ 5853923 w 7219949"/>
              <a:gd name="connsiteY1000" fmla="*/ 5129334 h 6791323"/>
              <a:gd name="connsiteX1001" fmla="*/ 5861305 w 7219949"/>
              <a:gd name="connsiteY1001" fmla="*/ 5137277 h 6791323"/>
              <a:gd name="connsiteX1002" fmla="*/ 5887969 w 7219949"/>
              <a:gd name="connsiteY1002" fmla="*/ 5160764 h 6791323"/>
              <a:gd name="connsiteX1003" fmla="*/ 5889404 w 7219949"/>
              <a:gd name="connsiteY1003" fmla="*/ 5164910 h 6791323"/>
              <a:gd name="connsiteX1004" fmla="*/ 5886120 w 7219949"/>
              <a:gd name="connsiteY1004" fmla="*/ 5163459 h 6791323"/>
              <a:gd name="connsiteX1005" fmla="*/ 5859456 w 7219949"/>
              <a:gd name="connsiteY1005" fmla="*/ 5139972 h 6791323"/>
              <a:gd name="connsiteX1006" fmla="*/ 5832792 w 7219949"/>
              <a:gd name="connsiteY1006" fmla="*/ 5116485 h 6791323"/>
              <a:gd name="connsiteX1007" fmla="*/ 5819459 w 7219949"/>
              <a:gd name="connsiteY1007" fmla="*/ 5104740 h 6791323"/>
              <a:gd name="connsiteX1008" fmla="*/ 5795046 w 7219949"/>
              <a:gd name="connsiteY1008" fmla="*/ 5090442 h 6791323"/>
              <a:gd name="connsiteX1009" fmla="*/ 5760585 w 7219949"/>
              <a:gd name="connsiteY1009" fmla="*/ 5065850 h 6791323"/>
              <a:gd name="connsiteX1010" fmla="*/ 5750737 w 7219949"/>
              <a:gd name="connsiteY1010" fmla="*/ 5061500 h 6791323"/>
              <a:gd name="connsiteX1011" fmla="*/ 5757503 w 7219949"/>
              <a:gd name="connsiteY1011" fmla="*/ 5070341 h 6791323"/>
              <a:gd name="connsiteX1012" fmla="*/ 5758320 w 7219949"/>
              <a:gd name="connsiteY1012" fmla="*/ 5075383 h 6791323"/>
              <a:gd name="connsiteX1013" fmla="*/ 5758521 w 7219949"/>
              <a:gd name="connsiteY1013" fmla="*/ 5081325 h 6791323"/>
              <a:gd name="connsiteX1014" fmla="*/ 5756673 w 7219949"/>
              <a:gd name="connsiteY1014" fmla="*/ 5084021 h 6791323"/>
              <a:gd name="connsiteX1015" fmla="*/ 5754006 w 7219949"/>
              <a:gd name="connsiteY1015" fmla="*/ 5081671 h 6791323"/>
              <a:gd name="connsiteX1016" fmla="*/ 5749691 w 7219949"/>
              <a:gd name="connsiteY1016" fmla="*/ 5087958 h 6791323"/>
              <a:gd name="connsiteX1017" fmla="*/ 5766709 w 7219949"/>
              <a:gd name="connsiteY1017" fmla="*/ 5113036 h 6791323"/>
              <a:gd name="connsiteX1018" fmla="*/ 5738195 w 7219949"/>
              <a:gd name="connsiteY1018" fmla="*/ 5092242 h 6791323"/>
              <a:gd name="connsiteX1019" fmla="*/ 5740246 w 7219949"/>
              <a:gd name="connsiteY1019" fmla="*/ 5095490 h 6791323"/>
              <a:gd name="connsiteX1020" fmla="*/ 5846903 w 7219949"/>
              <a:gd name="connsiteY1020" fmla="*/ 5189439 h 6791323"/>
              <a:gd name="connsiteX1021" fmla="*/ 5848952 w 7219949"/>
              <a:gd name="connsiteY1021" fmla="*/ 5192686 h 6791323"/>
              <a:gd name="connsiteX1022" fmla="*/ 5835005 w 7219949"/>
              <a:gd name="connsiteY1022" fmla="*/ 5181840 h 6791323"/>
              <a:gd name="connsiteX1023" fmla="*/ 5810591 w 7219949"/>
              <a:gd name="connsiteY1023" fmla="*/ 5167541 h 6791323"/>
              <a:gd name="connsiteX1024" fmla="*/ 5798076 w 7219949"/>
              <a:gd name="connsiteY1024" fmla="*/ 5160841 h 6791323"/>
              <a:gd name="connsiteX1025" fmla="*/ 5767514 w 7219949"/>
              <a:gd name="connsiteY1025" fmla="*/ 5136802 h 6791323"/>
              <a:gd name="connsiteX1026" fmla="*/ 5760948 w 7219949"/>
              <a:gd name="connsiteY1026" fmla="*/ 5133901 h 6791323"/>
              <a:gd name="connsiteX1027" fmla="*/ 5765664 w 7219949"/>
              <a:gd name="connsiteY1027" fmla="*/ 5139495 h 6791323"/>
              <a:gd name="connsiteX1028" fmla="*/ 5829658 w 7219949"/>
              <a:gd name="connsiteY1028" fmla="*/ 5195864 h 6791323"/>
              <a:gd name="connsiteX1029" fmla="*/ 5837042 w 7219949"/>
              <a:gd name="connsiteY1029" fmla="*/ 5203809 h 6791323"/>
              <a:gd name="connsiteX1030" fmla="*/ 5839909 w 7219949"/>
              <a:gd name="connsiteY1030" fmla="*/ 5212099 h 6791323"/>
              <a:gd name="connsiteX1031" fmla="*/ 5825344 w 7219949"/>
              <a:gd name="connsiteY1031" fmla="*/ 5202151 h 6791323"/>
              <a:gd name="connsiteX1032" fmla="*/ 5794781 w 7219949"/>
              <a:gd name="connsiteY1032" fmla="*/ 5178113 h 6791323"/>
              <a:gd name="connsiteX1033" fmla="*/ 5762986 w 7219949"/>
              <a:gd name="connsiteY1033" fmla="*/ 5155870 h 6791323"/>
              <a:gd name="connsiteX1034" fmla="*/ 5730989 w 7219949"/>
              <a:gd name="connsiteY1034" fmla="*/ 5127684 h 6791323"/>
              <a:gd name="connsiteX1035" fmla="*/ 5707606 w 7219949"/>
              <a:gd name="connsiteY1035" fmla="*/ 5105648 h 6791323"/>
              <a:gd name="connsiteX1036" fmla="*/ 5695092 w 7219949"/>
              <a:gd name="connsiteY1036" fmla="*/ 5098947 h 6791323"/>
              <a:gd name="connsiteX1037" fmla="*/ 5695910 w 7219949"/>
              <a:gd name="connsiteY1037" fmla="*/ 5103992 h 6791323"/>
              <a:gd name="connsiteX1038" fmla="*/ 5709242 w 7219949"/>
              <a:gd name="connsiteY1038" fmla="*/ 5115735 h 6791323"/>
              <a:gd name="connsiteX1039" fmla="*/ 5744522 w 7219949"/>
              <a:gd name="connsiteY1039" fmla="*/ 5145369 h 6791323"/>
              <a:gd name="connsiteX1040" fmla="*/ 5778569 w 7219949"/>
              <a:gd name="connsiteY1040" fmla="*/ 5176802 h 6791323"/>
              <a:gd name="connsiteX1041" fmla="*/ 5788617 w 7219949"/>
              <a:gd name="connsiteY1041" fmla="*/ 5187095 h 6791323"/>
              <a:gd name="connsiteX1042" fmla="*/ 5718059 w 7219949"/>
              <a:gd name="connsiteY1042" fmla="*/ 5127825 h 6791323"/>
              <a:gd name="connsiteX1043" fmla="*/ 5707394 w 7219949"/>
              <a:gd name="connsiteY1043" fmla="*/ 5118428 h 6791323"/>
              <a:gd name="connsiteX1044" fmla="*/ 5692828 w 7219949"/>
              <a:gd name="connsiteY1044" fmla="*/ 5108481 h 6791323"/>
              <a:gd name="connsiteX1045" fmla="*/ 5688312 w 7219949"/>
              <a:gd name="connsiteY1045" fmla="*/ 5108827 h 6791323"/>
              <a:gd name="connsiteX1046" fmla="*/ 5692412 w 7219949"/>
              <a:gd name="connsiteY1046" fmla="*/ 5115322 h 6791323"/>
              <a:gd name="connsiteX1047" fmla="*/ 5732408 w 7219949"/>
              <a:gd name="connsiteY1047" fmla="*/ 5150553 h 6791323"/>
              <a:gd name="connsiteX1048" fmla="*/ 5687281 w 7219949"/>
              <a:gd name="connsiteY1048" fmla="*/ 5116564 h 6791323"/>
              <a:gd name="connsiteX1049" fmla="*/ 5678049 w 7219949"/>
              <a:gd name="connsiteY1049" fmla="*/ 5111316 h 6791323"/>
              <a:gd name="connsiteX1050" fmla="*/ 5688098 w 7219949"/>
              <a:gd name="connsiteY1050" fmla="*/ 5121609 h 6791323"/>
              <a:gd name="connsiteX1051" fmla="*/ 5754758 w 7219949"/>
              <a:gd name="connsiteY1051" fmla="*/ 5180326 h 6791323"/>
              <a:gd name="connsiteX1052" fmla="*/ 5764192 w 7219949"/>
              <a:gd name="connsiteY1052" fmla="*/ 5191518 h 6791323"/>
              <a:gd name="connsiteX1053" fmla="*/ 5745528 w 7219949"/>
              <a:gd name="connsiteY1053" fmla="*/ 5175076 h 6791323"/>
              <a:gd name="connsiteX1054" fmla="*/ 5719681 w 7219949"/>
              <a:gd name="connsiteY1054" fmla="*/ 5156632 h 6791323"/>
              <a:gd name="connsiteX1055" fmla="*/ 5695682 w 7219949"/>
              <a:gd name="connsiteY1055" fmla="*/ 5135494 h 6791323"/>
              <a:gd name="connsiteX1056" fmla="*/ 5685835 w 7219949"/>
              <a:gd name="connsiteY1056" fmla="*/ 5131143 h 6791323"/>
              <a:gd name="connsiteX1057" fmla="*/ 5691984 w 7219949"/>
              <a:gd name="connsiteY1057" fmla="*/ 5140884 h 6791323"/>
              <a:gd name="connsiteX1058" fmla="*/ 5747979 w 7219949"/>
              <a:gd name="connsiteY1058" fmla="*/ 5190206 h 6791323"/>
              <a:gd name="connsiteX1059" fmla="*/ 5771361 w 7219949"/>
              <a:gd name="connsiteY1059" fmla="*/ 5212243 h 6791323"/>
              <a:gd name="connsiteX1060" fmla="*/ 5742031 w 7219949"/>
              <a:gd name="connsiteY1060" fmla="*/ 5186408 h 6791323"/>
              <a:gd name="connsiteX1061" fmla="*/ 5720899 w 7219949"/>
              <a:gd name="connsiteY1061" fmla="*/ 5173558 h 6791323"/>
              <a:gd name="connsiteX1062" fmla="*/ 5719051 w 7219949"/>
              <a:gd name="connsiteY1062" fmla="*/ 5176252 h 6791323"/>
              <a:gd name="connsiteX1063" fmla="*/ 5728483 w 7219949"/>
              <a:gd name="connsiteY1063" fmla="*/ 5187444 h 6791323"/>
              <a:gd name="connsiteX1064" fmla="*/ 5761915 w 7219949"/>
              <a:gd name="connsiteY1064" fmla="*/ 5219775 h 6791323"/>
              <a:gd name="connsiteX1065" fmla="*/ 5806628 w 7219949"/>
              <a:gd name="connsiteY1065" fmla="*/ 5260601 h 6791323"/>
              <a:gd name="connsiteX1066" fmla="*/ 5881288 w 7219949"/>
              <a:gd name="connsiteY1066" fmla="*/ 5326364 h 6791323"/>
              <a:gd name="connsiteX1067" fmla="*/ 5894003 w 7219949"/>
              <a:gd name="connsiteY1067" fmla="*/ 5339006 h 6791323"/>
              <a:gd name="connsiteX1068" fmla="*/ 5883539 w 7219949"/>
              <a:gd name="connsiteY1068" fmla="*/ 5335552 h 6791323"/>
              <a:gd name="connsiteX1069" fmla="*/ 5859742 w 7219949"/>
              <a:gd name="connsiteY1069" fmla="*/ 5320355 h 6791323"/>
              <a:gd name="connsiteX1070" fmla="*/ 5837178 w 7219949"/>
              <a:gd name="connsiteY1070" fmla="*/ 5303362 h 6791323"/>
              <a:gd name="connsiteX1071" fmla="*/ 5795131 w 7219949"/>
              <a:gd name="connsiteY1071" fmla="*/ 5264885 h 6791323"/>
              <a:gd name="connsiteX1072" fmla="*/ 5771750 w 7219949"/>
              <a:gd name="connsiteY1072" fmla="*/ 5242847 h 6791323"/>
              <a:gd name="connsiteX1073" fmla="*/ 5761286 w 7219949"/>
              <a:gd name="connsiteY1073" fmla="*/ 5239394 h 6791323"/>
              <a:gd name="connsiteX1074" fmla="*/ 5771335 w 7219949"/>
              <a:gd name="connsiteY1074" fmla="*/ 5249687 h 6791323"/>
              <a:gd name="connsiteX1075" fmla="*/ 5866093 w 7219949"/>
              <a:gd name="connsiteY1075" fmla="*/ 5336038 h 6791323"/>
              <a:gd name="connsiteX1076" fmla="*/ 5956753 w 7219949"/>
              <a:gd name="connsiteY1076" fmla="*/ 5415895 h 6791323"/>
              <a:gd name="connsiteX1077" fmla="*/ 5965367 w 7219949"/>
              <a:gd name="connsiteY1077" fmla="*/ 5422042 h 6791323"/>
              <a:gd name="connsiteX1078" fmla="*/ 5961267 w 7219949"/>
              <a:gd name="connsiteY1078" fmla="*/ 5415549 h 6791323"/>
              <a:gd name="connsiteX1079" fmla="*/ 5949784 w 7219949"/>
              <a:gd name="connsiteY1079" fmla="*/ 5401111 h 6791323"/>
              <a:gd name="connsiteX1080" fmla="*/ 5951017 w 7219949"/>
              <a:gd name="connsiteY1080" fmla="*/ 5399314 h 6791323"/>
              <a:gd name="connsiteX1081" fmla="*/ 5968248 w 7219949"/>
              <a:gd name="connsiteY1081" fmla="*/ 5411610 h 6791323"/>
              <a:gd name="connsiteX1082" fmla="*/ 5983832 w 7219949"/>
              <a:gd name="connsiteY1082" fmla="*/ 5432542 h 6791323"/>
              <a:gd name="connsiteX1083" fmla="*/ 6003314 w 7219949"/>
              <a:gd name="connsiteY1083" fmla="*/ 5454026 h 6791323"/>
              <a:gd name="connsiteX1084" fmla="*/ 6032443 w 7219949"/>
              <a:gd name="connsiteY1084" fmla="*/ 5473920 h 6791323"/>
              <a:gd name="connsiteX1085" fmla="*/ 6074704 w 7219949"/>
              <a:gd name="connsiteY1085" fmla="*/ 5499617 h 6791323"/>
              <a:gd name="connsiteX1086" fmla="*/ 6082087 w 7219949"/>
              <a:gd name="connsiteY1086" fmla="*/ 5507561 h 6791323"/>
              <a:gd name="connsiteX1087" fmla="*/ 6077570 w 7219949"/>
              <a:gd name="connsiteY1087" fmla="*/ 5507908 h 6791323"/>
              <a:gd name="connsiteX1088" fmla="*/ 6068340 w 7219949"/>
              <a:gd name="connsiteY1088" fmla="*/ 5502657 h 6791323"/>
              <a:gd name="connsiteX1089" fmla="*/ 6078590 w 7219949"/>
              <a:gd name="connsiteY1089" fmla="*/ 5518892 h 6791323"/>
              <a:gd name="connsiteX1090" fmla="*/ 6095205 w 7219949"/>
              <a:gd name="connsiteY1090" fmla="*/ 5532085 h 6791323"/>
              <a:gd name="connsiteX1091" fmla="*/ 6181561 w 7219949"/>
              <a:gd name="connsiteY1091" fmla="*/ 5599508 h 6791323"/>
              <a:gd name="connsiteX1092" fmla="*/ 6247606 w 7219949"/>
              <a:gd name="connsiteY1092" fmla="*/ 5659123 h 6791323"/>
              <a:gd name="connsiteX1093" fmla="*/ 6251706 w 7219949"/>
              <a:gd name="connsiteY1093" fmla="*/ 5665616 h 6791323"/>
              <a:gd name="connsiteX1094" fmla="*/ 6269554 w 7219949"/>
              <a:gd name="connsiteY1094" fmla="*/ 5677015 h 6791323"/>
              <a:gd name="connsiteX1095" fmla="*/ 6303199 w 7219949"/>
              <a:gd name="connsiteY1095" fmla="*/ 5696565 h 6791323"/>
              <a:gd name="connsiteX1096" fmla="*/ 6336014 w 7219949"/>
              <a:gd name="connsiteY1096" fmla="*/ 5729791 h 6791323"/>
              <a:gd name="connsiteX1097" fmla="*/ 6342780 w 7219949"/>
              <a:gd name="connsiteY1097" fmla="*/ 5738633 h 6791323"/>
              <a:gd name="connsiteX1098" fmla="*/ 6361825 w 7219949"/>
              <a:gd name="connsiteY1098" fmla="*/ 5758293 h 6791323"/>
              <a:gd name="connsiteX1099" fmla="*/ 6351655 w 7219949"/>
              <a:gd name="connsiteY1099" fmla="*/ 5754938 h 6791323"/>
              <a:gd name="connsiteX1100" fmla="*/ 6363139 w 7219949"/>
              <a:gd name="connsiteY1100" fmla="*/ 5769376 h 6791323"/>
              <a:gd name="connsiteX1101" fmla="*/ 6385703 w 7219949"/>
              <a:gd name="connsiteY1101" fmla="*/ 5786369 h 6791323"/>
              <a:gd name="connsiteX1102" fmla="*/ 6399036 w 7219949"/>
              <a:gd name="connsiteY1102" fmla="*/ 5798113 h 6791323"/>
              <a:gd name="connsiteX1103" fmla="*/ 6423997 w 7219949"/>
              <a:gd name="connsiteY1103" fmla="*/ 5823336 h 6791323"/>
              <a:gd name="connsiteX1104" fmla="*/ 6424013 w 7219949"/>
              <a:gd name="connsiteY1104" fmla="*/ 5823664 h 6791323"/>
              <a:gd name="connsiteX1105" fmla="*/ 6419785 w 7219949"/>
              <a:gd name="connsiteY1105" fmla="*/ 5833946 h 6791323"/>
              <a:gd name="connsiteX1106" fmla="*/ 6411738 w 7219949"/>
              <a:gd name="connsiteY1106" fmla="*/ 5829477 h 6791323"/>
              <a:gd name="connsiteX1107" fmla="*/ 6414606 w 7219949"/>
              <a:gd name="connsiteY1107" fmla="*/ 5837768 h 6791323"/>
              <a:gd name="connsiteX1108" fmla="*/ 6416470 w 7219949"/>
              <a:gd name="connsiteY1108" fmla="*/ 5840323 h 6791323"/>
              <a:gd name="connsiteX1109" fmla="*/ 6414349 w 7219949"/>
              <a:gd name="connsiteY1109" fmla="*/ 5841030 h 6791323"/>
              <a:gd name="connsiteX1110" fmla="*/ 6412756 w 7219949"/>
              <a:gd name="connsiteY1110" fmla="*/ 5840462 h 6791323"/>
              <a:gd name="connsiteX1111" fmla="*/ 6405602 w 7219949"/>
              <a:gd name="connsiteY1111" fmla="*/ 5836862 h 6791323"/>
              <a:gd name="connsiteX1112" fmla="*/ 6410263 w 7219949"/>
              <a:gd name="connsiteY1112" fmla="*/ 5842393 h 6791323"/>
              <a:gd name="connsiteX1113" fmla="*/ 6401428 w 7219949"/>
              <a:gd name="connsiteY1113" fmla="*/ 5845340 h 6791323"/>
              <a:gd name="connsiteX1114" fmla="*/ 6375562 w 7219949"/>
              <a:gd name="connsiteY1114" fmla="*/ 5840208 h 6791323"/>
              <a:gd name="connsiteX1115" fmla="*/ 6309353 w 7219949"/>
              <a:gd name="connsiteY1115" fmla="*/ 5803749 h 6791323"/>
              <a:gd name="connsiteX1116" fmla="*/ 6239747 w 7219949"/>
              <a:gd name="connsiteY1116" fmla="*/ 5720462 h 6791323"/>
              <a:gd name="connsiteX1117" fmla="*/ 6214418 w 7219949"/>
              <a:gd name="connsiteY1117" fmla="*/ 5710748 h 6791323"/>
              <a:gd name="connsiteX1118" fmla="*/ 6151089 w 7219949"/>
              <a:gd name="connsiteY1118" fmla="*/ 5686468 h 6791323"/>
              <a:gd name="connsiteX1119" fmla="*/ 6110915 w 7219949"/>
              <a:gd name="connsiteY1119" fmla="*/ 5646455 h 6791323"/>
              <a:gd name="connsiteX1120" fmla="*/ 5926878 w 7219949"/>
              <a:gd name="connsiteY1120" fmla="*/ 5550049 h 6791323"/>
              <a:gd name="connsiteX1121" fmla="*/ 5670873 w 7219949"/>
              <a:gd name="connsiteY1121" fmla="*/ 5392829 h 6791323"/>
              <a:gd name="connsiteX1122" fmla="*/ 5543001 w 7219949"/>
              <a:gd name="connsiteY1122" fmla="*/ 5322880 h 6791323"/>
              <a:gd name="connsiteX1123" fmla="*/ 5517927 w 7219949"/>
              <a:gd name="connsiteY1123" fmla="*/ 5330492 h 6791323"/>
              <a:gd name="connsiteX1124" fmla="*/ 5436506 w 7219949"/>
              <a:gd name="connsiteY1124" fmla="*/ 5359561 h 6791323"/>
              <a:gd name="connsiteX1125" fmla="*/ 5366272 w 7219949"/>
              <a:gd name="connsiteY1125" fmla="*/ 5354779 h 6791323"/>
              <a:gd name="connsiteX1126" fmla="*/ 5324953 w 7219949"/>
              <a:gd name="connsiteY1126" fmla="*/ 5358621 h 6791323"/>
              <a:gd name="connsiteX1127" fmla="*/ 5145457 w 7219949"/>
              <a:gd name="connsiteY1127" fmla="*/ 5265188 h 6791323"/>
              <a:gd name="connsiteX1128" fmla="*/ 5111487 w 7219949"/>
              <a:gd name="connsiteY1128" fmla="*/ 5218942 h 6791323"/>
              <a:gd name="connsiteX1129" fmla="*/ 5086856 w 7219949"/>
              <a:gd name="connsiteY1129" fmla="*/ 5195962 h 6791323"/>
              <a:gd name="connsiteX1130" fmla="*/ 5045793 w 7219949"/>
              <a:gd name="connsiteY1130" fmla="*/ 5217131 h 6791323"/>
              <a:gd name="connsiteX1131" fmla="*/ 5043432 w 7219949"/>
              <a:gd name="connsiteY1131" fmla="*/ 5239603 h 6791323"/>
              <a:gd name="connsiteX1132" fmla="*/ 5108494 w 7219949"/>
              <a:gd name="connsiteY1132" fmla="*/ 5319918 h 6791323"/>
              <a:gd name="connsiteX1133" fmla="*/ 5273733 w 7219949"/>
              <a:gd name="connsiteY1133" fmla="*/ 5482936 h 6791323"/>
              <a:gd name="connsiteX1134" fmla="*/ 5332260 w 7219949"/>
              <a:gd name="connsiteY1134" fmla="*/ 5486923 h 6791323"/>
              <a:gd name="connsiteX1135" fmla="*/ 5359956 w 7219949"/>
              <a:gd name="connsiteY1135" fmla="*/ 5474165 h 6791323"/>
              <a:gd name="connsiteX1136" fmla="*/ 5363094 w 7219949"/>
              <a:gd name="connsiteY1136" fmla="*/ 5503669 h 6791323"/>
              <a:gd name="connsiteX1137" fmla="*/ 5379157 w 7219949"/>
              <a:gd name="connsiteY1137" fmla="*/ 5555351 h 6791323"/>
              <a:gd name="connsiteX1138" fmla="*/ 5466854 w 7219949"/>
              <a:gd name="connsiteY1138" fmla="*/ 5585289 h 6791323"/>
              <a:gd name="connsiteX1139" fmla="*/ 5500308 w 7219949"/>
              <a:gd name="connsiteY1139" fmla="*/ 5596885 h 6791323"/>
              <a:gd name="connsiteX1140" fmla="*/ 5576116 w 7219949"/>
              <a:gd name="connsiteY1140" fmla="*/ 5673937 h 6791323"/>
              <a:gd name="connsiteX1141" fmla="*/ 5591550 w 7219949"/>
              <a:gd name="connsiteY1141" fmla="*/ 5804125 h 6791323"/>
              <a:gd name="connsiteX1142" fmla="*/ 5571793 w 7219949"/>
              <a:gd name="connsiteY1142" fmla="*/ 5866683 h 6791323"/>
              <a:gd name="connsiteX1143" fmla="*/ 5525674 w 7219949"/>
              <a:gd name="connsiteY1143" fmla="*/ 5850229 h 6791323"/>
              <a:gd name="connsiteX1144" fmla="*/ 5261803 w 7219949"/>
              <a:gd name="connsiteY1144" fmla="*/ 5708448 h 6791323"/>
              <a:gd name="connsiteX1145" fmla="*/ 5075145 w 7219949"/>
              <a:gd name="connsiteY1145" fmla="*/ 5617189 h 6791323"/>
              <a:gd name="connsiteX1146" fmla="*/ 5055058 w 7219949"/>
              <a:gd name="connsiteY1146" fmla="*/ 5597184 h 6791323"/>
              <a:gd name="connsiteX1147" fmla="*/ 5017763 w 7219949"/>
              <a:gd name="connsiteY1147" fmla="*/ 5569349 h 6791323"/>
              <a:gd name="connsiteX1148" fmla="*/ 4983606 w 7219949"/>
              <a:gd name="connsiteY1148" fmla="*/ 5571014 h 6791323"/>
              <a:gd name="connsiteX1149" fmla="*/ 4802190 w 7219949"/>
              <a:gd name="connsiteY1149" fmla="*/ 5469465 h 6791323"/>
              <a:gd name="connsiteX1150" fmla="*/ 4677926 w 7219949"/>
              <a:gd name="connsiteY1150" fmla="*/ 5396518 h 6791323"/>
              <a:gd name="connsiteX1151" fmla="*/ 4673381 w 7219949"/>
              <a:gd name="connsiteY1151" fmla="*/ 5393975 h 6791323"/>
              <a:gd name="connsiteX1152" fmla="*/ 4588341 w 7219949"/>
              <a:gd name="connsiteY1152" fmla="*/ 5331789 h 6791323"/>
              <a:gd name="connsiteX1153" fmla="*/ 4489614 w 7219949"/>
              <a:gd name="connsiteY1153" fmla="*/ 5258055 h 6791323"/>
              <a:gd name="connsiteX1154" fmla="*/ 4471468 w 7219949"/>
              <a:gd name="connsiteY1154" fmla="*/ 5247516 h 6791323"/>
              <a:gd name="connsiteX1155" fmla="*/ 4461406 w 7219949"/>
              <a:gd name="connsiteY1155" fmla="*/ 5236989 h 6791323"/>
              <a:gd name="connsiteX1156" fmla="*/ 4411621 w 7219949"/>
              <a:gd name="connsiteY1156" fmla="*/ 5204324 h 6791323"/>
              <a:gd name="connsiteX1157" fmla="*/ 4391875 w 7219949"/>
              <a:gd name="connsiteY1157" fmla="*/ 5189578 h 6791323"/>
              <a:gd name="connsiteX1158" fmla="*/ 4364278 w 7219949"/>
              <a:gd name="connsiteY1158" fmla="*/ 5167461 h 6791323"/>
              <a:gd name="connsiteX1159" fmla="*/ 4335459 w 7219949"/>
              <a:gd name="connsiteY1159" fmla="*/ 5147443 h 6791323"/>
              <a:gd name="connsiteX1160" fmla="*/ 4321967 w 7219949"/>
              <a:gd name="connsiteY1160" fmla="*/ 5135861 h 6791323"/>
              <a:gd name="connsiteX1161" fmla="*/ 4214778 w 7219949"/>
              <a:gd name="connsiteY1161" fmla="*/ 5055807 h 6791323"/>
              <a:gd name="connsiteX1162" fmla="*/ 4146468 w 7219949"/>
              <a:gd name="connsiteY1162" fmla="*/ 5006296 h 6791323"/>
              <a:gd name="connsiteX1163" fmla="*/ 4130532 w 7219949"/>
              <a:gd name="connsiteY1163" fmla="*/ 4998913 h 6791323"/>
              <a:gd name="connsiteX1164" fmla="*/ 4154697 w 7219949"/>
              <a:gd name="connsiteY1164" fmla="*/ 5019973 h 6791323"/>
              <a:gd name="connsiteX1165" fmla="*/ 4188546 w 7219949"/>
              <a:gd name="connsiteY1165" fmla="*/ 5045252 h 6791323"/>
              <a:gd name="connsiteX1166" fmla="*/ 4200205 w 7219949"/>
              <a:gd name="connsiteY1166" fmla="*/ 5059987 h 6791323"/>
              <a:gd name="connsiteX1167" fmla="*/ 4207446 w 7219949"/>
              <a:gd name="connsiteY1167" fmla="*/ 5068406 h 6791323"/>
              <a:gd name="connsiteX1168" fmla="*/ 4258220 w 7219949"/>
              <a:gd name="connsiteY1168" fmla="*/ 5106328 h 6791323"/>
              <a:gd name="connsiteX1169" fmla="*/ 4266682 w 7219949"/>
              <a:gd name="connsiteY1169" fmla="*/ 5112648 h 6791323"/>
              <a:gd name="connsiteX1170" fmla="*/ 4268282 w 7219949"/>
              <a:gd name="connsiteY1170" fmla="*/ 5116854 h 6791323"/>
              <a:gd name="connsiteX1171" fmla="*/ 4267670 w 7219949"/>
              <a:gd name="connsiteY1171" fmla="*/ 5117904 h 6791323"/>
              <a:gd name="connsiteX1172" fmla="*/ 4264849 w 7219949"/>
              <a:gd name="connsiteY1172" fmla="*/ 5115798 h 6791323"/>
              <a:gd name="connsiteX1173" fmla="*/ 4204392 w 7219949"/>
              <a:gd name="connsiteY1173" fmla="*/ 5073657 h 6791323"/>
              <a:gd name="connsiteX1174" fmla="*/ 4163679 w 7219949"/>
              <a:gd name="connsiteY1174" fmla="*/ 5046263 h 6791323"/>
              <a:gd name="connsiteX1175" fmla="*/ 4157427 w 7219949"/>
              <a:gd name="connsiteY1175" fmla="*/ 5043100 h 6791323"/>
              <a:gd name="connsiteX1176" fmla="*/ 4110696 w 7219949"/>
              <a:gd name="connsiteY1176" fmla="*/ 5005186 h 6791323"/>
              <a:gd name="connsiteX1177" fmla="*/ 4088740 w 7219949"/>
              <a:gd name="connsiteY1177" fmla="*/ 4987282 h 6791323"/>
              <a:gd name="connsiteX1178" fmla="*/ 4072803 w 7219949"/>
              <a:gd name="connsiteY1178" fmla="*/ 4979898 h 6791323"/>
              <a:gd name="connsiteX1179" fmla="*/ 4074779 w 7219949"/>
              <a:gd name="connsiteY1179" fmla="*/ 4990414 h 6791323"/>
              <a:gd name="connsiteX1180" fmla="*/ 4098334 w 7219949"/>
              <a:gd name="connsiteY1180" fmla="*/ 5012522 h 6791323"/>
              <a:gd name="connsiteX1181" fmla="*/ 4123721 w 7219949"/>
              <a:gd name="connsiteY1181" fmla="*/ 5031484 h 6791323"/>
              <a:gd name="connsiteX1182" fmla="*/ 4134393 w 7219949"/>
              <a:gd name="connsiteY1182" fmla="*/ 5040961 h 6791323"/>
              <a:gd name="connsiteX1183" fmla="*/ 4105575 w 7219949"/>
              <a:gd name="connsiteY1183" fmla="*/ 5020944 h 6791323"/>
              <a:gd name="connsiteX1184" fmla="*/ 4106939 w 7219949"/>
              <a:gd name="connsiteY1184" fmla="*/ 5032507 h 6791323"/>
              <a:gd name="connsiteX1185" fmla="*/ 4122642 w 7219949"/>
              <a:gd name="connsiteY1185" fmla="*/ 5047248 h 6791323"/>
              <a:gd name="connsiteX1186" fmla="*/ 4123630 w 7219949"/>
              <a:gd name="connsiteY1186" fmla="*/ 5052504 h 6791323"/>
              <a:gd name="connsiteX1187" fmla="*/ 4117378 w 7219949"/>
              <a:gd name="connsiteY1187" fmla="*/ 5049340 h 6791323"/>
              <a:gd name="connsiteX1188" fmla="*/ 4078498 w 7219949"/>
              <a:gd name="connsiteY1188" fmla="*/ 5018798 h 6791323"/>
              <a:gd name="connsiteX1189" fmla="*/ 4053111 w 7219949"/>
              <a:gd name="connsiteY1189" fmla="*/ 4999837 h 6791323"/>
              <a:gd name="connsiteX1190" fmla="*/ 4025891 w 7219949"/>
              <a:gd name="connsiteY1190" fmla="*/ 4984027 h 6791323"/>
              <a:gd name="connsiteX1191" fmla="*/ 4005912 w 7219949"/>
              <a:gd name="connsiteY1191" fmla="*/ 4976637 h 6791323"/>
              <a:gd name="connsiteX1192" fmla="*/ 3989975 w 7219949"/>
              <a:gd name="connsiteY1192" fmla="*/ 4969253 h 6791323"/>
              <a:gd name="connsiteX1193" fmla="*/ 3975871 w 7219949"/>
              <a:gd name="connsiteY1193" fmla="*/ 4958720 h 6791323"/>
              <a:gd name="connsiteX1194" fmla="*/ 3964806 w 7219949"/>
              <a:gd name="connsiteY1194" fmla="*/ 4952527 h 6791323"/>
              <a:gd name="connsiteX1195" fmla="*/ 3967175 w 7219949"/>
              <a:gd name="connsiteY1195" fmla="*/ 4959757 h 6791323"/>
              <a:gd name="connsiteX1196" fmla="*/ 3978836 w 7219949"/>
              <a:gd name="connsiteY1196" fmla="*/ 4974491 h 6791323"/>
              <a:gd name="connsiteX1197" fmla="*/ 4012684 w 7219949"/>
              <a:gd name="connsiteY1197" fmla="*/ 4999771 h 6791323"/>
              <a:gd name="connsiteX1198" fmla="*/ 4049354 w 7219949"/>
              <a:gd name="connsiteY1198" fmla="*/ 5027157 h 6791323"/>
              <a:gd name="connsiteX1199" fmla="*/ 4079162 w 7219949"/>
              <a:gd name="connsiteY1199" fmla="*/ 5052431 h 6791323"/>
              <a:gd name="connsiteX1200" fmla="*/ 4085557 w 7219949"/>
              <a:gd name="connsiteY1200" fmla="*/ 5069258 h 6791323"/>
              <a:gd name="connsiteX1201" fmla="*/ 4096606 w 7219949"/>
              <a:gd name="connsiteY1201" fmla="*/ 5085042 h 6791323"/>
              <a:gd name="connsiteX1202" fmla="*/ 4128245 w 7219949"/>
              <a:gd name="connsiteY1202" fmla="*/ 5107165 h 6791323"/>
              <a:gd name="connsiteX1203" fmla="*/ 4141127 w 7219949"/>
              <a:gd name="connsiteY1203" fmla="*/ 5119799 h 6791323"/>
              <a:gd name="connsiteX1204" fmla="*/ 4151190 w 7219949"/>
              <a:gd name="connsiteY1204" fmla="*/ 5130326 h 6791323"/>
              <a:gd name="connsiteX1205" fmla="*/ 4185039 w 7219949"/>
              <a:gd name="connsiteY1205" fmla="*/ 5155606 h 6791323"/>
              <a:gd name="connsiteX1206" fmla="*/ 4217665 w 7219949"/>
              <a:gd name="connsiteY1206" fmla="*/ 5182985 h 6791323"/>
              <a:gd name="connsiteX1207" fmla="*/ 4261576 w 7219949"/>
              <a:gd name="connsiteY1207" fmla="*/ 5218793 h 6791323"/>
              <a:gd name="connsiteX1208" fmla="*/ 4267217 w 7219949"/>
              <a:gd name="connsiteY1208" fmla="*/ 5223006 h 6791323"/>
              <a:gd name="connsiteX1209" fmla="*/ 4271026 w 7219949"/>
              <a:gd name="connsiteY1209" fmla="*/ 5230370 h 6791323"/>
              <a:gd name="connsiteX1210" fmla="*/ 4283531 w 7219949"/>
              <a:gd name="connsiteY1210" fmla="*/ 5236698 h 6791323"/>
              <a:gd name="connsiteX1211" fmla="*/ 4302055 w 7219949"/>
              <a:gd name="connsiteY1211" fmla="*/ 5253545 h 6791323"/>
              <a:gd name="connsiteX1212" fmla="*/ 4321800 w 7219949"/>
              <a:gd name="connsiteY1212" fmla="*/ 5268290 h 6791323"/>
              <a:gd name="connsiteX1213" fmla="*/ 4335293 w 7219949"/>
              <a:gd name="connsiteY1213" fmla="*/ 5279875 h 6791323"/>
              <a:gd name="connsiteX1214" fmla="*/ 4367920 w 7219949"/>
              <a:gd name="connsiteY1214" fmla="*/ 5307254 h 6791323"/>
              <a:gd name="connsiteX1215" fmla="*/ 4384234 w 7219949"/>
              <a:gd name="connsiteY1215" fmla="*/ 5320945 h 6791323"/>
              <a:gd name="connsiteX1216" fmla="*/ 4389876 w 7219949"/>
              <a:gd name="connsiteY1216" fmla="*/ 5325158 h 6791323"/>
              <a:gd name="connsiteX1217" fmla="*/ 4448501 w 7219949"/>
              <a:gd name="connsiteY1217" fmla="*/ 5370449 h 6791323"/>
              <a:gd name="connsiteX1218" fmla="*/ 4504305 w 7219949"/>
              <a:gd name="connsiteY1218" fmla="*/ 5413632 h 6791323"/>
              <a:gd name="connsiteX1219" fmla="*/ 4519074 w 7219949"/>
              <a:gd name="connsiteY1219" fmla="*/ 5424662 h 6791323"/>
              <a:gd name="connsiteX1220" fmla="*/ 4519081 w 7219949"/>
              <a:gd name="connsiteY1220" fmla="*/ 5424891 h 6791323"/>
              <a:gd name="connsiteX1221" fmla="*/ 4552464 w 7219949"/>
              <a:gd name="connsiteY1221" fmla="*/ 5454456 h 6791323"/>
              <a:gd name="connsiteX1222" fmla="*/ 4568754 w 7219949"/>
              <a:gd name="connsiteY1222" fmla="*/ 5461914 h 6791323"/>
              <a:gd name="connsiteX1223" fmla="*/ 4588335 w 7219949"/>
              <a:gd name="connsiteY1223" fmla="*/ 5476902 h 6791323"/>
              <a:gd name="connsiteX1224" fmla="*/ 4583821 w 7219949"/>
              <a:gd name="connsiteY1224" fmla="*/ 5482802 h 6791323"/>
              <a:gd name="connsiteX1225" fmla="*/ 4593226 w 7219949"/>
              <a:gd name="connsiteY1225" fmla="*/ 5511148 h 6791323"/>
              <a:gd name="connsiteX1226" fmla="*/ 4605448 w 7219949"/>
              <a:gd name="connsiteY1226" fmla="*/ 5546596 h 6791323"/>
              <a:gd name="connsiteX1227" fmla="*/ 4608586 w 7219949"/>
              <a:gd name="connsiteY1227" fmla="*/ 5576098 h 6791323"/>
              <a:gd name="connsiteX1228" fmla="*/ 4637241 w 7219949"/>
              <a:gd name="connsiteY1228" fmla="*/ 5567399 h 6791323"/>
              <a:gd name="connsiteX1229" fmla="*/ 4704852 w 7219949"/>
              <a:gd name="connsiteY1229" fmla="*/ 5577328 h 6791323"/>
              <a:gd name="connsiteX1230" fmla="*/ 4734984 w 7219949"/>
              <a:gd name="connsiteY1230" fmla="*/ 5607338 h 6791323"/>
              <a:gd name="connsiteX1231" fmla="*/ 4763677 w 7219949"/>
              <a:gd name="connsiteY1231" fmla="*/ 5611862 h 6791323"/>
              <a:gd name="connsiteX1232" fmla="*/ 4793012 w 7219949"/>
              <a:gd name="connsiteY1232" fmla="*/ 5633772 h 6791323"/>
              <a:gd name="connsiteX1233" fmla="*/ 4834101 w 7219949"/>
              <a:gd name="connsiteY1233" fmla="*/ 5667471 h 6791323"/>
              <a:gd name="connsiteX1234" fmla="*/ 4954061 w 7219949"/>
              <a:gd name="connsiteY1234" fmla="*/ 5757062 h 6791323"/>
              <a:gd name="connsiteX1235" fmla="*/ 4937260 w 7219949"/>
              <a:gd name="connsiteY1235" fmla="*/ 5780871 h 6791323"/>
              <a:gd name="connsiteX1236" fmla="*/ 4928693 w 7219949"/>
              <a:gd name="connsiteY1236" fmla="*/ 5809574 h 6791323"/>
              <a:gd name="connsiteX1237" fmla="*/ 4889551 w 7219949"/>
              <a:gd name="connsiteY1237" fmla="*/ 5838860 h 6791323"/>
              <a:gd name="connsiteX1238" fmla="*/ 4687606 w 7219949"/>
              <a:gd name="connsiteY1238" fmla="*/ 5747891 h 6791323"/>
              <a:gd name="connsiteX1239" fmla="*/ 4607587 w 7219949"/>
              <a:gd name="connsiteY1239" fmla="*/ 5750432 h 6791323"/>
              <a:gd name="connsiteX1240" fmla="*/ 4632991 w 7219949"/>
              <a:gd name="connsiteY1240" fmla="*/ 5825381 h 6791323"/>
              <a:gd name="connsiteX1241" fmla="*/ 4648866 w 7219949"/>
              <a:gd name="connsiteY1241" fmla="*/ 5924978 h 6791323"/>
              <a:gd name="connsiteX1242" fmla="*/ 4632953 w 7219949"/>
              <a:gd name="connsiteY1242" fmla="*/ 6003775 h 6791323"/>
              <a:gd name="connsiteX1243" fmla="*/ 4630031 w 7219949"/>
              <a:gd name="connsiteY1243" fmla="*/ 6169988 h 6791323"/>
              <a:gd name="connsiteX1244" fmla="*/ 4580143 w 7219949"/>
              <a:gd name="connsiteY1244" fmla="*/ 6202536 h 6791323"/>
              <a:gd name="connsiteX1245" fmla="*/ 4397069 w 7219949"/>
              <a:gd name="connsiteY1245" fmla="*/ 6110189 h 6791323"/>
              <a:gd name="connsiteX1246" fmla="*/ 4332707 w 7219949"/>
              <a:gd name="connsiteY1246" fmla="*/ 6016610 h 6791323"/>
              <a:gd name="connsiteX1247" fmla="*/ 4319782 w 7219949"/>
              <a:gd name="connsiteY1247" fmla="*/ 5994429 h 6791323"/>
              <a:gd name="connsiteX1248" fmla="*/ 4205536 w 7219949"/>
              <a:gd name="connsiteY1248" fmla="*/ 5933398 h 6791323"/>
              <a:gd name="connsiteX1249" fmla="*/ 4256344 w 7219949"/>
              <a:gd name="connsiteY1249" fmla="*/ 6083300 h 6791323"/>
              <a:gd name="connsiteX1250" fmla="*/ 4246816 w 7219949"/>
              <a:gd name="connsiteY1250" fmla="*/ 6107945 h 6791323"/>
              <a:gd name="connsiteX1251" fmla="*/ 4223148 w 7219949"/>
              <a:gd name="connsiteY1251" fmla="*/ 6089028 h 6791323"/>
              <a:gd name="connsiteX1252" fmla="*/ 4209004 w 7219949"/>
              <a:gd name="connsiteY1252" fmla="*/ 6045463 h 6791323"/>
              <a:gd name="connsiteX1253" fmla="*/ 4202802 w 7219949"/>
              <a:gd name="connsiteY1253" fmla="*/ 6051698 h 6791323"/>
              <a:gd name="connsiteX1254" fmla="*/ 4186441 w 7219949"/>
              <a:gd name="connsiteY1254" fmla="*/ 6161081 h 6791323"/>
              <a:gd name="connsiteX1255" fmla="*/ 4209150 w 7219949"/>
              <a:gd name="connsiteY1255" fmla="*/ 6175940 h 6791323"/>
              <a:gd name="connsiteX1256" fmla="*/ 4241645 w 7219949"/>
              <a:gd name="connsiteY1256" fmla="*/ 6183480 h 6791323"/>
              <a:gd name="connsiteX1257" fmla="*/ 4260143 w 7219949"/>
              <a:gd name="connsiteY1257" fmla="*/ 6277932 h 6791323"/>
              <a:gd name="connsiteX1258" fmla="*/ 4283111 w 7219949"/>
              <a:gd name="connsiteY1258" fmla="*/ 6310113 h 6791323"/>
              <a:gd name="connsiteX1259" fmla="*/ 4305821 w 7219949"/>
              <a:gd name="connsiteY1259" fmla="*/ 6324974 h 6791323"/>
              <a:gd name="connsiteX1260" fmla="*/ 4283886 w 7219949"/>
              <a:gd name="connsiteY1260" fmla="*/ 6362087 h 6791323"/>
              <a:gd name="connsiteX1261" fmla="*/ 4254972 w 7219949"/>
              <a:gd name="connsiteY1261" fmla="*/ 6353462 h 6791323"/>
              <a:gd name="connsiteX1262" fmla="*/ 4187547 w 7219949"/>
              <a:gd name="connsiteY1262" fmla="*/ 6295619 h 6791323"/>
              <a:gd name="connsiteX1263" fmla="*/ 4334178 w 7219949"/>
              <a:gd name="connsiteY1263" fmla="*/ 6477341 h 6791323"/>
              <a:gd name="connsiteX1264" fmla="*/ 4313571 w 7219949"/>
              <a:gd name="connsiteY1264" fmla="*/ 6422687 h 6791323"/>
              <a:gd name="connsiteX1265" fmla="*/ 4311838 w 7219949"/>
              <a:gd name="connsiteY1265" fmla="*/ 6366653 h 6791323"/>
              <a:gd name="connsiteX1266" fmla="*/ 4362501 w 7219949"/>
              <a:gd name="connsiteY1266" fmla="*/ 6386080 h 6791323"/>
              <a:gd name="connsiteX1267" fmla="*/ 4496093 w 7219949"/>
              <a:gd name="connsiteY1267" fmla="*/ 6658775 h 6791323"/>
              <a:gd name="connsiteX1268" fmla="*/ 4453960 w 7219949"/>
              <a:gd name="connsiteY1268" fmla="*/ 6789036 h 6791323"/>
              <a:gd name="connsiteX1269" fmla="*/ 4374384 w 7219949"/>
              <a:gd name="connsiteY1269" fmla="*/ 6760985 h 6791323"/>
              <a:gd name="connsiteX1270" fmla="*/ 4344511 w 7219949"/>
              <a:gd name="connsiteY1270" fmla="*/ 6748299 h 6791323"/>
              <a:gd name="connsiteX1271" fmla="*/ 4239089 w 7219949"/>
              <a:gd name="connsiteY1271" fmla="*/ 6675887 h 6791323"/>
              <a:gd name="connsiteX1272" fmla="*/ 4185918 w 7219949"/>
              <a:gd name="connsiteY1272" fmla="*/ 6548453 h 6791323"/>
              <a:gd name="connsiteX1273" fmla="*/ 4157706 w 7219949"/>
              <a:gd name="connsiteY1273" fmla="*/ 6526563 h 6791323"/>
              <a:gd name="connsiteX1274" fmla="*/ 4167307 w 7219949"/>
              <a:gd name="connsiteY1274" fmla="*/ 6567157 h 6791323"/>
              <a:gd name="connsiteX1275" fmla="*/ 4169485 w 7219949"/>
              <a:gd name="connsiteY1275" fmla="*/ 6592600 h 6791323"/>
              <a:gd name="connsiteX1276" fmla="*/ 4147737 w 7219949"/>
              <a:gd name="connsiteY1276" fmla="*/ 6581799 h 6791323"/>
              <a:gd name="connsiteX1277" fmla="*/ 4152133 w 7219949"/>
              <a:gd name="connsiteY1277" fmla="*/ 6454293 h 6791323"/>
              <a:gd name="connsiteX1278" fmla="*/ 4066797 w 7219949"/>
              <a:gd name="connsiteY1278" fmla="*/ 6401889 h 6791323"/>
              <a:gd name="connsiteX1279" fmla="*/ 3948711 w 7219949"/>
              <a:gd name="connsiteY1279" fmla="*/ 6324618 h 6791323"/>
              <a:gd name="connsiteX1280" fmla="*/ 3940587 w 7219949"/>
              <a:gd name="connsiteY1280" fmla="*/ 6322732 h 6791323"/>
              <a:gd name="connsiteX1281" fmla="*/ 3911563 w 7219949"/>
              <a:gd name="connsiteY1281" fmla="*/ 6427260 h 6791323"/>
              <a:gd name="connsiteX1282" fmla="*/ 3928065 w 7219949"/>
              <a:gd name="connsiteY1282" fmla="*/ 6448354 h 6791323"/>
              <a:gd name="connsiteX1283" fmla="*/ 3938257 w 7219949"/>
              <a:gd name="connsiteY1283" fmla="*/ 6588835 h 6791323"/>
              <a:gd name="connsiteX1284" fmla="*/ 3933971 w 7219949"/>
              <a:gd name="connsiteY1284" fmla="*/ 6603188 h 6791323"/>
              <a:gd name="connsiteX1285" fmla="*/ 3867395 w 7219949"/>
              <a:gd name="connsiteY1285" fmla="*/ 6662557 h 6791323"/>
              <a:gd name="connsiteX1286" fmla="*/ 3842321 w 7219949"/>
              <a:gd name="connsiteY1286" fmla="*/ 6670170 h 6791323"/>
              <a:gd name="connsiteX1287" fmla="*/ 3802921 w 7219949"/>
              <a:gd name="connsiteY1287" fmla="*/ 6682131 h 6791323"/>
              <a:gd name="connsiteX1288" fmla="*/ 3801960 w 7219949"/>
              <a:gd name="connsiteY1288" fmla="*/ 6681709 h 6791323"/>
              <a:gd name="connsiteX1289" fmla="*/ 3792202 w 7219949"/>
              <a:gd name="connsiteY1289" fmla="*/ 6673520 h 6791323"/>
              <a:gd name="connsiteX1290" fmla="*/ 3787307 w 7219949"/>
              <a:gd name="connsiteY1290" fmla="*/ 6668247 h 6791323"/>
              <a:gd name="connsiteX1291" fmla="*/ 3750591 w 7219949"/>
              <a:gd name="connsiteY1291" fmla="*/ 6628695 h 6791323"/>
              <a:gd name="connsiteX1292" fmla="*/ 3713876 w 7219949"/>
              <a:gd name="connsiteY1292" fmla="*/ 6589144 h 6791323"/>
              <a:gd name="connsiteX1293" fmla="*/ 3604795 w 7219949"/>
              <a:gd name="connsiteY1293" fmla="*/ 6474775 h 6791323"/>
              <a:gd name="connsiteX1294" fmla="*/ 3603039 w 7219949"/>
              <a:gd name="connsiteY1294" fmla="*/ 6471314 h 6791323"/>
              <a:gd name="connsiteX1295" fmla="*/ 3613521 w 7219949"/>
              <a:gd name="connsiteY1295" fmla="*/ 6481037 h 6791323"/>
              <a:gd name="connsiteX1296" fmla="*/ 3616661 w 7219949"/>
              <a:gd name="connsiteY1296" fmla="*/ 6482849 h 6791323"/>
              <a:gd name="connsiteX1297" fmla="*/ 3615597 w 7219949"/>
              <a:gd name="connsiteY1297" fmla="*/ 6478563 h 6791323"/>
              <a:gd name="connsiteX1298" fmla="*/ 3609638 w 7219949"/>
              <a:gd name="connsiteY1298" fmla="*/ 6469005 h 6791323"/>
              <a:gd name="connsiteX1299" fmla="*/ 3569410 w 7219949"/>
              <a:gd name="connsiteY1299" fmla="*/ 6422531 h 6791323"/>
              <a:gd name="connsiteX1300" fmla="*/ 3434788 w 7219949"/>
              <a:gd name="connsiteY1300" fmla="*/ 6277510 h 6791323"/>
              <a:gd name="connsiteX1301" fmla="*/ 3404671 w 7219949"/>
              <a:gd name="connsiteY1301" fmla="*/ 6235649 h 6791323"/>
              <a:gd name="connsiteX1302" fmla="*/ 3416538 w 7219949"/>
              <a:gd name="connsiteY1302" fmla="*/ 6243722 h 6791323"/>
              <a:gd name="connsiteX1303" fmla="*/ 3438248 w 7219949"/>
              <a:gd name="connsiteY1303" fmla="*/ 6273387 h 6791323"/>
              <a:gd name="connsiteX1304" fmla="*/ 3444899 w 7219949"/>
              <a:gd name="connsiteY1304" fmla="*/ 6282122 h 6791323"/>
              <a:gd name="connsiteX1305" fmla="*/ 3470068 w 7219949"/>
              <a:gd name="connsiteY1305" fmla="*/ 6307664 h 6791323"/>
              <a:gd name="connsiteX1306" fmla="*/ 3513755 w 7219949"/>
              <a:gd name="connsiteY1306" fmla="*/ 6350016 h 6791323"/>
              <a:gd name="connsiteX1307" fmla="*/ 3531579 w 7219949"/>
              <a:gd name="connsiteY1307" fmla="*/ 6367648 h 6791323"/>
              <a:gd name="connsiteX1308" fmla="*/ 3558876 w 7219949"/>
              <a:gd name="connsiteY1308" fmla="*/ 6401763 h 6791323"/>
              <a:gd name="connsiteX1309" fmla="*/ 3573561 w 7219949"/>
              <a:gd name="connsiteY1309" fmla="*/ 6417584 h 6791323"/>
              <a:gd name="connsiteX1310" fmla="*/ 3600487 w 7219949"/>
              <a:gd name="connsiteY1310" fmla="*/ 6446589 h 6791323"/>
              <a:gd name="connsiteX1311" fmla="*/ 3620760 w 7219949"/>
              <a:gd name="connsiteY1311" fmla="*/ 6466859 h 6791323"/>
              <a:gd name="connsiteX1312" fmla="*/ 3670725 w 7219949"/>
              <a:gd name="connsiteY1312" fmla="*/ 6512833 h 6791323"/>
              <a:gd name="connsiteX1313" fmla="*/ 3681580 w 7219949"/>
              <a:gd name="connsiteY1313" fmla="*/ 6527666 h 6791323"/>
              <a:gd name="connsiteX1314" fmla="*/ 3714836 w 7219949"/>
              <a:gd name="connsiteY1314" fmla="*/ 6571340 h 6791323"/>
              <a:gd name="connsiteX1315" fmla="*/ 3753999 w 7219949"/>
              <a:gd name="connsiteY1315" fmla="*/ 6613527 h 6791323"/>
              <a:gd name="connsiteX1316" fmla="*/ 3803273 w 7219949"/>
              <a:gd name="connsiteY1316" fmla="*/ 6660328 h 6791323"/>
              <a:gd name="connsiteX1317" fmla="*/ 3815512 w 7219949"/>
              <a:gd name="connsiteY1317" fmla="*/ 6673513 h 6791323"/>
              <a:gd name="connsiteX1318" fmla="*/ 3829825 w 7219949"/>
              <a:gd name="connsiteY1318" fmla="*/ 6684222 h 6791323"/>
              <a:gd name="connsiteX1319" fmla="*/ 3787150 w 7219949"/>
              <a:gd name="connsiteY1319" fmla="*/ 6635111 h 6791323"/>
              <a:gd name="connsiteX1320" fmla="*/ 3733622 w 7219949"/>
              <a:gd name="connsiteY1320" fmla="*/ 6571169 h 6791323"/>
              <a:gd name="connsiteX1321" fmla="*/ 3698982 w 7219949"/>
              <a:gd name="connsiteY1321" fmla="*/ 6529144 h 6791323"/>
              <a:gd name="connsiteX1322" fmla="*/ 3659819 w 7219949"/>
              <a:gd name="connsiteY1322" fmla="*/ 6486955 h 6791323"/>
              <a:gd name="connsiteX1323" fmla="*/ 3629063 w 7219949"/>
              <a:gd name="connsiteY1323" fmla="*/ 6456965 h 6791323"/>
              <a:gd name="connsiteX1324" fmla="*/ 3602138 w 7219949"/>
              <a:gd name="connsiteY1324" fmla="*/ 6427960 h 6791323"/>
              <a:gd name="connsiteX1325" fmla="*/ 3597243 w 7219949"/>
              <a:gd name="connsiteY1325" fmla="*/ 6422687 h 6791323"/>
              <a:gd name="connsiteX1326" fmla="*/ 3561591 w 7219949"/>
              <a:gd name="connsiteY1326" fmla="*/ 6387421 h 6791323"/>
              <a:gd name="connsiteX1327" fmla="*/ 3534987 w 7219949"/>
              <a:gd name="connsiteY1327" fmla="*/ 6352481 h 6791323"/>
              <a:gd name="connsiteX1328" fmla="*/ 3529400 w 7219949"/>
              <a:gd name="connsiteY1328" fmla="*/ 6348033 h 6791323"/>
              <a:gd name="connsiteX1329" fmla="*/ 3521365 w 7219949"/>
              <a:gd name="connsiteY1329" fmla="*/ 6340948 h 6791323"/>
              <a:gd name="connsiteX1330" fmla="*/ 3447243 w 7219949"/>
              <a:gd name="connsiteY1330" fmla="*/ 6262669 h 6791323"/>
              <a:gd name="connsiteX1331" fmla="*/ 3423829 w 7219949"/>
              <a:gd name="connsiteY1331" fmla="*/ 6240587 h 6791323"/>
              <a:gd name="connsiteX1332" fmla="*/ 3399352 w 7219949"/>
              <a:gd name="connsiteY1332" fmla="*/ 6214219 h 6791323"/>
              <a:gd name="connsiteX1333" fmla="*/ 3360882 w 7219949"/>
              <a:gd name="connsiteY1333" fmla="*/ 6171208 h 6791323"/>
              <a:gd name="connsiteX1334" fmla="*/ 3351091 w 7219949"/>
              <a:gd name="connsiteY1334" fmla="*/ 6160661 h 6791323"/>
              <a:gd name="connsiteX1335" fmla="*/ 3343057 w 7219949"/>
              <a:gd name="connsiteY1335" fmla="*/ 6153575 h 6791323"/>
              <a:gd name="connsiteX1336" fmla="*/ 3345875 w 7219949"/>
              <a:gd name="connsiteY1336" fmla="*/ 6161321 h 6791323"/>
              <a:gd name="connsiteX1337" fmla="*/ 3367584 w 7219949"/>
              <a:gd name="connsiteY1337" fmla="*/ 6190988 h 6791323"/>
              <a:gd name="connsiteX1338" fmla="*/ 3375300 w 7219949"/>
              <a:gd name="connsiteY1338" fmla="*/ 6204007 h 6791323"/>
              <a:gd name="connsiteX1339" fmla="*/ 3335817 w 7219949"/>
              <a:gd name="connsiteY1339" fmla="*/ 6167754 h 6791323"/>
              <a:gd name="connsiteX1340" fmla="*/ 3306125 w 7219949"/>
              <a:gd name="connsiteY1340" fmla="*/ 6142047 h 6791323"/>
              <a:gd name="connsiteX1341" fmla="*/ 3298462 w 7219949"/>
              <a:gd name="connsiteY1341" fmla="*/ 6140072 h 6791323"/>
              <a:gd name="connsiteX1342" fmla="*/ 3307560 w 7219949"/>
              <a:gd name="connsiteY1342" fmla="*/ 6151444 h 6791323"/>
              <a:gd name="connsiteX1343" fmla="*/ 3356513 w 7219949"/>
              <a:gd name="connsiteY1343" fmla="*/ 6204180 h 6791323"/>
              <a:gd name="connsiteX1344" fmla="*/ 3435957 w 7219949"/>
              <a:gd name="connsiteY1344" fmla="*/ 6303886 h 6791323"/>
              <a:gd name="connsiteX1345" fmla="*/ 3465700 w 7219949"/>
              <a:gd name="connsiteY1345" fmla="*/ 6340636 h 6791323"/>
              <a:gd name="connsiteX1346" fmla="*/ 3500659 w 7219949"/>
              <a:gd name="connsiteY1346" fmla="*/ 6376726 h 6791323"/>
              <a:gd name="connsiteX1347" fmla="*/ 3539450 w 7219949"/>
              <a:gd name="connsiteY1347" fmla="*/ 6413805 h 6791323"/>
              <a:gd name="connsiteX1348" fmla="*/ 3596811 w 7219949"/>
              <a:gd name="connsiteY1348" fmla="*/ 6478735 h 6791323"/>
              <a:gd name="connsiteX1349" fmla="*/ 3604154 w 7219949"/>
              <a:gd name="connsiteY1349" fmla="*/ 6486646 h 6791323"/>
              <a:gd name="connsiteX1350" fmla="*/ 3663591 w 7219949"/>
              <a:gd name="connsiteY1350" fmla="*/ 6549103 h 6791323"/>
              <a:gd name="connsiteX1351" fmla="*/ 3727231 w 7219949"/>
              <a:gd name="connsiteY1351" fmla="*/ 6617658 h 6791323"/>
              <a:gd name="connsiteX1352" fmla="*/ 3773911 w 7219949"/>
              <a:gd name="connsiteY1352" fmla="*/ 6669390 h 6791323"/>
              <a:gd name="connsiteX1353" fmla="*/ 3767043 w 7219949"/>
              <a:gd name="connsiteY1353" fmla="*/ 6666373 h 6791323"/>
              <a:gd name="connsiteX1354" fmla="*/ 3733131 w 7219949"/>
              <a:gd name="connsiteY1354" fmla="*/ 6646757 h 6791323"/>
              <a:gd name="connsiteX1355" fmla="*/ 3643075 w 7219949"/>
              <a:gd name="connsiteY1355" fmla="*/ 6575667 h 6791323"/>
              <a:gd name="connsiteX1356" fmla="*/ 3622560 w 7219949"/>
              <a:gd name="connsiteY1356" fmla="*/ 6553568 h 6791323"/>
              <a:gd name="connsiteX1357" fmla="*/ 3630978 w 7219949"/>
              <a:gd name="connsiteY1357" fmla="*/ 6566537 h 6791323"/>
              <a:gd name="connsiteX1358" fmla="*/ 3543875 w 7219949"/>
              <a:gd name="connsiteY1358" fmla="*/ 6501902 h 6791323"/>
              <a:gd name="connsiteX1359" fmla="*/ 3454606 w 7219949"/>
              <a:gd name="connsiteY1359" fmla="*/ 6429900 h 6791323"/>
              <a:gd name="connsiteX1360" fmla="*/ 3445895 w 7219949"/>
              <a:gd name="connsiteY1360" fmla="*/ 6419772 h 6791323"/>
              <a:gd name="connsiteX1361" fmla="*/ 3436796 w 7219949"/>
              <a:gd name="connsiteY1361" fmla="*/ 6408399 h 6791323"/>
              <a:gd name="connsiteX1362" fmla="*/ 3429453 w 7219949"/>
              <a:gd name="connsiteY1362" fmla="*/ 6400489 h 6791323"/>
              <a:gd name="connsiteX1363" fmla="*/ 3389599 w 7219949"/>
              <a:gd name="connsiteY1363" fmla="*/ 6359126 h 6791323"/>
              <a:gd name="connsiteX1364" fmla="*/ 3384383 w 7219949"/>
              <a:gd name="connsiteY1364" fmla="*/ 6359788 h 6791323"/>
              <a:gd name="connsiteX1365" fmla="*/ 3380872 w 7219949"/>
              <a:gd name="connsiteY1365" fmla="*/ 6352865 h 6791323"/>
              <a:gd name="connsiteX1366" fmla="*/ 3366186 w 7219949"/>
              <a:gd name="connsiteY1366" fmla="*/ 6337044 h 6791323"/>
              <a:gd name="connsiteX1367" fmla="*/ 3365413 w 7219949"/>
              <a:gd name="connsiteY1367" fmla="*/ 6339353 h 6791323"/>
              <a:gd name="connsiteX1368" fmla="*/ 3362538 w 7219949"/>
              <a:gd name="connsiteY1368" fmla="*/ 6338286 h 6791323"/>
              <a:gd name="connsiteX1369" fmla="*/ 3360079 w 7219949"/>
              <a:gd name="connsiteY1369" fmla="*/ 6335948 h 6791323"/>
              <a:gd name="connsiteX1370" fmla="*/ 3357459 w 7219949"/>
              <a:gd name="connsiteY1370" fmla="*/ 6330784 h 6791323"/>
              <a:gd name="connsiteX1371" fmla="*/ 3345220 w 7219949"/>
              <a:gd name="connsiteY1371" fmla="*/ 6317600 h 6791323"/>
              <a:gd name="connsiteX1372" fmla="*/ 3338249 w 7219949"/>
              <a:gd name="connsiteY1372" fmla="*/ 6314799 h 6791323"/>
              <a:gd name="connsiteX1373" fmla="*/ 3329151 w 7219949"/>
              <a:gd name="connsiteY1373" fmla="*/ 6303428 h 6791323"/>
              <a:gd name="connsiteX1374" fmla="*/ 3311325 w 7219949"/>
              <a:gd name="connsiteY1374" fmla="*/ 6285795 h 6791323"/>
              <a:gd name="connsiteX1375" fmla="*/ 3294883 w 7219949"/>
              <a:gd name="connsiteY1375" fmla="*/ 6266513 h 6791323"/>
              <a:gd name="connsiteX1376" fmla="*/ 3282645 w 7219949"/>
              <a:gd name="connsiteY1376" fmla="*/ 6253329 h 6791323"/>
              <a:gd name="connsiteX1377" fmla="*/ 3253272 w 7219949"/>
              <a:gd name="connsiteY1377" fmla="*/ 6221688 h 6791323"/>
              <a:gd name="connsiteX1378" fmla="*/ 3228103 w 7219949"/>
              <a:gd name="connsiteY1378" fmla="*/ 6196146 h 6791323"/>
              <a:gd name="connsiteX1379" fmla="*/ 3214853 w 7219949"/>
              <a:gd name="connsiteY1379" fmla="*/ 6189721 h 6791323"/>
              <a:gd name="connsiteX1380" fmla="*/ 3198411 w 7219949"/>
              <a:gd name="connsiteY1380" fmla="*/ 6170439 h 6791323"/>
              <a:gd name="connsiteX1381" fmla="*/ 3198039 w 7219949"/>
              <a:gd name="connsiteY1381" fmla="*/ 6165329 h 6791323"/>
              <a:gd name="connsiteX1382" fmla="*/ 3206767 w 7219949"/>
              <a:gd name="connsiteY1382" fmla="*/ 6171590 h 6791323"/>
              <a:gd name="connsiteX1383" fmla="*/ 3228795 w 7219949"/>
              <a:gd name="connsiteY1383" fmla="*/ 6195320 h 6791323"/>
              <a:gd name="connsiteX1384" fmla="*/ 3264767 w 7219949"/>
              <a:gd name="connsiteY1384" fmla="*/ 6224652 h 6791323"/>
              <a:gd name="connsiteX1385" fmla="*/ 3279452 w 7219949"/>
              <a:gd name="connsiteY1385" fmla="*/ 6240473 h 6791323"/>
              <a:gd name="connsiteX1386" fmla="*/ 3354959 w 7219949"/>
              <a:gd name="connsiteY1386" fmla="*/ 6317103 h 6791323"/>
              <a:gd name="connsiteX1387" fmla="*/ 3366826 w 7219949"/>
              <a:gd name="connsiteY1387" fmla="*/ 6325175 h 6791323"/>
              <a:gd name="connsiteX1388" fmla="*/ 3325906 w 7219949"/>
              <a:gd name="connsiteY1388" fmla="*/ 6279525 h 6791323"/>
              <a:gd name="connsiteX1389" fmla="*/ 3326599 w 7219949"/>
              <a:gd name="connsiteY1389" fmla="*/ 6278701 h 6791323"/>
              <a:gd name="connsiteX1390" fmla="*/ 3368210 w 7219949"/>
              <a:gd name="connsiteY1390" fmla="*/ 6323526 h 6791323"/>
              <a:gd name="connsiteX1391" fmla="*/ 3407373 w 7219949"/>
              <a:gd name="connsiteY1391" fmla="*/ 6365714 h 6791323"/>
              <a:gd name="connsiteX1392" fmla="*/ 3417855 w 7219949"/>
              <a:gd name="connsiteY1392" fmla="*/ 6375437 h 6791323"/>
              <a:gd name="connsiteX1393" fmla="*/ 3433552 w 7219949"/>
              <a:gd name="connsiteY1393" fmla="*/ 6384497 h 6791323"/>
              <a:gd name="connsiteX1394" fmla="*/ 3453826 w 7219949"/>
              <a:gd name="connsiteY1394" fmla="*/ 6404767 h 6791323"/>
              <a:gd name="connsiteX1395" fmla="*/ 3470268 w 7219949"/>
              <a:gd name="connsiteY1395" fmla="*/ 6424049 h 6791323"/>
              <a:gd name="connsiteX1396" fmla="*/ 3480059 w 7219949"/>
              <a:gd name="connsiteY1396" fmla="*/ 6434595 h 6791323"/>
              <a:gd name="connsiteX1397" fmla="*/ 3475483 w 7219949"/>
              <a:gd name="connsiteY1397" fmla="*/ 6423388 h 6791323"/>
              <a:gd name="connsiteX1398" fmla="*/ 3483146 w 7219949"/>
              <a:gd name="connsiteY1398" fmla="*/ 6425363 h 6791323"/>
              <a:gd name="connsiteX1399" fmla="*/ 3497460 w 7219949"/>
              <a:gd name="connsiteY1399" fmla="*/ 6436073 h 6791323"/>
              <a:gd name="connsiteX1400" fmla="*/ 3505495 w 7219949"/>
              <a:gd name="connsiteY1400" fmla="*/ 6443159 h 6791323"/>
              <a:gd name="connsiteX1401" fmla="*/ 3540455 w 7219949"/>
              <a:gd name="connsiteY1401" fmla="*/ 6479249 h 6791323"/>
              <a:gd name="connsiteX1402" fmla="*/ 3546734 w 7219949"/>
              <a:gd name="connsiteY1402" fmla="*/ 6482873 h 6791323"/>
              <a:gd name="connsiteX1403" fmla="*/ 3543223 w 7219949"/>
              <a:gd name="connsiteY1403" fmla="*/ 6475951 h 6791323"/>
              <a:gd name="connsiteX1404" fmla="*/ 3514490 w 7219949"/>
              <a:gd name="connsiteY1404" fmla="*/ 6432441 h 6791323"/>
              <a:gd name="connsiteX1405" fmla="*/ 3505763 w 7219949"/>
              <a:gd name="connsiteY1405" fmla="*/ 6426179 h 6791323"/>
              <a:gd name="connsiteX1406" fmla="*/ 3491129 w 7219949"/>
              <a:gd name="connsiteY1406" fmla="*/ 6421403 h 6791323"/>
              <a:gd name="connsiteX1407" fmla="*/ 3483093 w 7219949"/>
              <a:gd name="connsiteY1407" fmla="*/ 6414318 h 6791323"/>
              <a:gd name="connsiteX1408" fmla="*/ 3458245 w 7219949"/>
              <a:gd name="connsiteY1408" fmla="*/ 6382841 h 6791323"/>
              <a:gd name="connsiteX1409" fmla="*/ 3441803 w 7219949"/>
              <a:gd name="connsiteY1409" fmla="*/ 6363558 h 6791323"/>
              <a:gd name="connsiteX1410" fmla="*/ 3428552 w 7219949"/>
              <a:gd name="connsiteY1410" fmla="*/ 6357135 h 6791323"/>
              <a:gd name="connsiteX1411" fmla="*/ 3408973 w 7219949"/>
              <a:gd name="connsiteY1411" fmla="*/ 6336040 h 6791323"/>
              <a:gd name="connsiteX1412" fmla="*/ 3407536 w 7219949"/>
              <a:gd name="connsiteY1412" fmla="*/ 6326645 h 6791323"/>
              <a:gd name="connsiteX1413" fmla="*/ 3397373 w 7219949"/>
              <a:gd name="connsiteY1413" fmla="*/ 6310987 h 6791323"/>
              <a:gd name="connsiteX1414" fmla="*/ 3384071 w 7219949"/>
              <a:gd name="connsiteY1414" fmla="*/ 6293517 h 6791323"/>
              <a:gd name="connsiteX1415" fmla="*/ 3361722 w 7219949"/>
              <a:gd name="connsiteY1415" fmla="*/ 6275721 h 6791323"/>
              <a:gd name="connsiteX1416" fmla="*/ 3321919 w 7219949"/>
              <a:gd name="connsiteY1416" fmla="*/ 6245403 h 6791323"/>
              <a:gd name="connsiteX1417" fmla="*/ 3306169 w 7219949"/>
              <a:gd name="connsiteY1417" fmla="*/ 6225297 h 6791323"/>
              <a:gd name="connsiteX1418" fmla="*/ 3289355 w 7219949"/>
              <a:gd name="connsiteY1418" fmla="*/ 6200905 h 6791323"/>
              <a:gd name="connsiteX1419" fmla="*/ 3261739 w 7219949"/>
              <a:gd name="connsiteY1419" fmla="*/ 6172726 h 6791323"/>
              <a:gd name="connsiteX1420" fmla="*/ 3254768 w 7219949"/>
              <a:gd name="connsiteY1420" fmla="*/ 6169925 h 6791323"/>
              <a:gd name="connsiteX1421" fmla="*/ 3216617 w 7219949"/>
              <a:gd name="connsiteY1421" fmla="*/ 6120978 h 6791323"/>
              <a:gd name="connsiteX1422" fmla="*/ 3189692 w 7219949"/>
              <a:gd name="connsiteY1422" fmla="*/ 6091974 h 6791323"/>
              <a:gd name="connsiteX1423" fmla="*/ 3129192 w 7219949"/>
              <a:gd name="connsiteY1423" fmla="*/ 6025230 h 6791323"/>
              <a:gd name="connsiteX1424" fmla="*/ 3112750 w 7219949"/>
              <a:gd name="connsiteY1424" fmla="*/ 6005949 h 6791323"/>
              <a:gd name="connsiteX1425" fmla="*/ 3092477 w 7219949"/>
              <a:gd name="connsiteY1425" fmla="*/ 5985679 h 6791323"/>
              <a:gd name="connsiteX1426" fmla="*/ 3070448 w 7219949"/>
              <a:gd name="connsiteY1426" fmla="*/ 5961948 h 6791323"/>
              <a:gd name="connsiteX1427" fmla="*/ 3063848 w 7219949"/>
              <a:gd name="connsiteY1427" fmla="*/ 5964259 h 6791323"/>
              <a:gd name="connsiteX1428" fmla="*/ 3032401 w 7219949"/>
              <a:gd name="connsiteY1428" fmla="*/ 5935092 h 6791323"/>
              <a:gd name="connsiteX1429" fmla="*/ 3025749 w 7219949"/>
              <a:gd name="connsiteY1429" fmla="*/ 5926357 h 6791323"/>
              <a:gd name="connsiteX1430" fmla="*/ 3018778 w 7219949"/>
              <a:gd name="connsiteY1430" fmla="*/ 5923557 h 6791323"/>
              <a:gd name="connsiteX1431" fmla="*/ 3021598 w 7219949"/>
              <a:gd name="connsiteY1431" fmla="*/ 5931304 h 6791323"/>
              <a:gd name="connsiteX1432" fmla="*/ 3041871 w 7219949"/>
              <a:gd name="connsiteY1432" fmla="*/ 5951573 h 6791323"/>
              <a:gd name="connsiteX1433" fmla="*/ 3062516 w 7219949"/>
              <a:gd name="connsiteY1433" fmla="*/ 5976953 h 6791323"/>
              <a:gd name="connsiteX1434" fmla="*/ 3065708 w 7219949"/>
              <a:gd name="connsiteY1434" fmla="*/ 5989810 h 6791323"/>
              <a:gd name="connsiteX1435" fmla="*/ 3076564 w 7219949"/>
              <a:gd name="connsiteY1435" fmla="*/ 6004642 h 6791323"/>
              <a:gd name="connsiteX1436" fmla="*/ 3108703 w 7219949"/>
              <a:gd name="connsiteY1436" fmla="*/ 6032985 h 6791323"/>
              <a:gd name="connsiteX1437" fmla="*/ 3120941 w 7219949"/>
              <a:gd name="connsiteY1437" fmla="*/ 6046170 h 6791323"/>
              <a:gd name="connsiteX1438" fmla="*/ 3123761 w 7219949"/>
              <a:gd name="connsiteY1438" fmla="*/ 6053916 h 6791323"/>
              <a:gd name="connsiteX1439" fmla="*/ 3117854 w 7219949"/>
              <a:gd name="connsiteY1439" fmla="*/ 6055402 h 6791323"/>
              <a:gd name="connsiteX1440" fmla="*/ 3100399 w 7219949"/>
              <a:gd name="connsiteY1440" fmla="*/ 6042880 h 6791323"/>
              <a:gd name="connsiteX1441" fmla="*/ 3096569 w 7219949"/>
              <a:gd name="connsiteY1441" fmla="*/ 6041891 h 6791323"/>
              <a:gd name="connsiteX1442" fmla="*/ 3100772 w 7219949"/>
              <a:gd name="connsiteY1442" fmla="*/ 6047990 h 6791323"/>
              <a:gd name="connsiteX1443" fmla="*/ 3125940 w 7219949"/>
              <a:gd name="connsiteY1443" fmla="*/ 6073532 h 6791323"/>
              <a:gd name="connsiteX1444" fmla="*/ 3128388 w 7219949"/>
              <a:gd name="connsiteY1444" fmla="*/ 6076169 h 6791323"/>
              <a:gd name="connsiteX1445" fmla="*/ 3127004 w 7219949"/>
              <a:gd name="connsiteY1445" fmla="*/ 6077818 h 6791323"/>
              <a:gd name="connsiteX1446" fmla="*/ 3127376 w 7219949"/>
              <a:gd name="connsiteY1446" fmla="*/ 6082928 h 6791323"/>
              <a:gd name="connsiteX1447" fmla="*/ 3144510 w 7219949"/>
              <a:gd name="connsiteY1447" fmla="*/ 6101386 h 6791323"/>
              <a:gd name="connsiteX1448" fmla="*/ 3120406 w 7219949"/>
              <a:gd name="connsiteY1448" fmla="*/ 6080129 h 6791323"/>
              <a:gd name="connsiteX1449" fmla="*/ 3115882 w 7219949"/>
              <a:gd name="connsiteY1449" fmla="*/ 6079966 h 6791323"/>
              <a:gd name="connsiteX1450" fmla="*/ 3104388 w 7219949"/>
              <a:gd name="connsiteY1450" fmla="*/ 6077001 h 6791323"/>
              <a:gd name="connsiteX1451" fmla="*/ 3094597 w 7219949"/>
              <a:gd name="connsiteY1451" fmla="*/ 6066455 h 6791323"/>
              <a:gd name="connsiteX1452" fmla="*/ 3093213 w 7219949"/>
              <a:gd name="connsiteY1452" fmla="*/ 6068104 h 6791323"/>
              <a:gd name="connsiteX1453" fmla="*/ 3092521 w 7219949"/>
              <a:gd name="connsiteY1453" fmla="*/ 6068928 h 6791323"/>
              <a:gd name="connsiteX1454" fmla="*/ 3136259 w 7219949"/>
              <a:gd name="connsiteY1454" fmla="*/ 6122325 h 6791323"/>
              <a:gd name="connsiteX1455" fmla="*/ 3162172 w 7219949"/>
              <a:gd name="connsiteY1455" fmla="*/ 6158088 h 6791323"/>
              <a:gd name="connsiteX1456" fmla="*/ 3165683 w 7219949"/>
              <a:gd name="connsiteY1456" fmla="*/ 6165011 h 6791323"/>
              <a:gd name="connsiteX1457" fmla="*/ 3156957 w 7219949"/>
              <a:gd name="connsiteY1457" fmla="*/ 6158749 h 6791323"/>
              <a:gd name="connsiteX1458" fmla="*/ 3134927 w 7219949"/>
              <a:gd name="connsiteY1458" fmla="*/ 6135019 h 6791323"/>
              <a:gd name="connsiteX1459" fmla="*/ 3129340 w 7219949"/>
              <a:gd name="connsiteY1459" fmla="*/ 6130570 h 6791323"/>
              <a:gd name="connsiteX1460" fmla="*/ 3130405 w 7219949"/>
              <a:gd name="connsiteY1460" fmla="*/ 6134855 h 6791323"/>
              <a:gd name="connsiteX1461" fmla="*/ 3143706 w 7219949"/>
              <a:gd name="connsiteY1461" fmla="*/ 6152325 h 6791323"/>
              <a:gd name="connsiteX1462" fmla="*/ 3165735 w 7219949"/>
              <a:gd name="connsiteY1462" fmla="*/ 6176055 h 6791323"/>
              <a:gd name="connsiteX1463" fmla="*/ 3165416 w 7219949"/>
              <a:gd name="connsiteY1463" fmla="*/ 6181991 h 6791323"/>
              <a:gd name="connsiteX1464" fmla="*/ 3164032 w 7219949"/>
              <a:gd name="connsiteY1464" fmla="*/ 6183639 h 6791323"/>
              <a:gd name="connsiteX1465" fmla="*/ 3123165 w 7219949"/>
              <a:gd name="connsiteY1465" fmla="*/ 6149035 h 6791323"/>
              <a:gd name="connsiteX1466" fmla="*/ 3038880 w 7219949"/>
              <a:gd name="connsiteY1466" fmla="*/ 6055101 h 6791323"/>
              <a:gd name="connsiteX1467" fmla="*/ 3025258 w 7219949"/>
              <a:gd name="connsiteY1467" fmla="*/ 6043565 h 6791323"/>
              <a:gd name="connsiteX1468" fmla="*/ 3036112 w 7219949"/>
              <a:gd name="connsiteY1468" fmla="*/ 6058397 h 6791323"/>
              <a:gd name="connsiteX1469" fmla="*/ 3064101 w 7219949"/>
              <a:gd name="connsiteY1469" fmla="*/ 6091687 h 6791323"/>
              <a:gd name="connsiteX1470" fmla="*/ 3095921 w 7219949"/>
              <a:gd name="connsiteY1470" fmla="*/ 6125964 h 6791323"/>
              <a:gd name="connsiteX1471" fmla="*/ 3144182 w 7219949"/>
              <a:gd name="connsiteY1471" fmla="*/ 6179525 h 6791323"/>
              <a:gd name="connsiteX1472" fmla="*/ 3218410 w 7219949"/>
              <a:gd name="connsiteY1472" fmla="*/ 6279893 h 6791323"/>
              <a:gd name="connsiteX1473" fmla="*/ 3245705 w 7219949"/>
              <a:gd name="connsiteY1473" fmla="*/ 6314007 h 6791323"/>
              <a:gd name="connsiteX1474" fmla="*/ 3251691 w 7219949"/>
              <a:gd name="connsiteY1474" fmla="*/ 6320063 h 6791323"/>
              <a:gd name="connsiteX1475" fmla="*/ 3253815 w 7219949"/>
              <a:gd name="connsiteY1475" fmla="*/ 6323689 h 6791323"/>
              <a:gd name="connsiteX1476" fmla="*/ 3254672 w 7219949"/>
              <a:gd name="connsiteY1476" fmla="*/ 6325327 h 6791323"/>
              <a:gd name="connsiteX1477" fmla="*/ 3249098 w 7219949"/>
              <a:gd name="connsiteY1477" fmla="*/ 6323154 h 6791323"/>
              <a:gd name="connsiteX1478" fmla="*/ 3243630 w 7219949"/>
              <a:gd name="connsiteY1478" fmla="*/ 6316480 h 6791323"/>
              <a:gd name="connsiteX1479" fmla="*/ 3116351 w 7219949"/>
              <a:gd name="connsiteY1479" fmla="*/ 6179370 h 6791323"/>
              <a:gd name="connsiteX1480" fmla="*/ 3072716 w 7219949"/>
              <a:gd name="connsiteY1480" fmla="*/ 6148063 h 6791323"/>
              <a:gd name="connsiteX1481" fmla="*/ 3071332 w 7219949"/>
              <a:gd name="connsiteY1481" fmla="*/ 6149712 h 6791323"/>
              <a:gd name="connsiteX1482" fmla="*/ 3075589 w 7219949"/>
              <a:gd name="connsiteY1482" fmla="*/ 6166854 h 6791323"/>
              <a:gd name="connsiteX1483" fmla="*/ 3086123 w 7219949"/>
              <a:gd name="connsiteY1483" fmla="*/ 6187622 h 6791323"/>
              <a:gd name="connsiteX1484" fmla="*/ 3099848 w 7219949"/>
              <a:gd name="connsiteY1484" fmla="*/ 6221246 h 6791323"/>
              <a:gd name="connsiteX1485" fmla="*/ 3115011 w 7219949"/>
              <a:gd name="connsiteY1485" fmla="*/ 6264268 h 6791323"/>
              <a:gd name="connsiteX1486" fmla="*/ 3124110 w 7219949"/>
              <a:gd name="connsiteY1486" fmla="*/ 6275638 h 6791323"/>
              <a:gd name="connsiteX1487" fmla="*/ 3149650 w 7219949"/>
              <a:gd name="connsiteY1487" fmla="*/ 6306291 h 6791323"/>
              <a:gd name="connsiteX1488" fmla="*/ 3158750 w 7219949"/>
              <a:gd name="connsiteY1488" fmla="*/ 6317663 h 6791323"/>
              <a:gd name="connsiteX1489" fmla="*/ 3178330 w 7219949"/>
              <a:gd name="connsiteY1489" fmla="*/ 6338757 h 6791323"/>
              <a:gd name="connsiteX1490" fmla="*/ 3214674 w 7219949"/>
              <a:gd name="connsiteY1490" fmla="*/ 6373199 h 6791323"/>
              <a:gd name="connsiteX1491" fmla="*/ 3238459 w 7219949"/>
              <a:gd name="connsiteY1491" fmla="*/ 6400390 h 6791323"/>
              <a:gd name="connsiteX1492" fmla="*/ 3275226 w 7219949"/>
              <a:gd name="connsiteY1492" fmla="*/ 6450987 h 6791323"/>
              <a:gd name="connsiteX1493" fmla="*/ 3323436 w 7219949"/>
              <a:gd name="connsiteY1493" fmla="*/ 6493501 h 6791323"/>
              <a:gd name="connsiteX1494" fmla="*/ 3327061 w 7219949"/>
              <a:gd name="connsiteY1494" fmla="*/ 6495637 h 6791323"/>
              <a:gd name="connsiteX1495" fmla="*/ 3332637 w 7219949"/>
              <a:gd name="connsiteY1495" fmla="*/ 6511649 h 6791323"/>
              <a:gd name="connsiteX1496" fmla="*/ 3305973 w 7219949"/>
              <a:gd name="connsiteY1496" fmla="*/ 6593704 h 6791323"/>
              <a:gd name="connsiteX1497" fmla="*/ 3148560 w 7219949"/>
              <a:gd name="connsiteY1497" fmla="*/ 6593635 h 6791323"/>
              <a:gd name="connsiteX1498" fmla="*/ 3036158 w 7219949"/>
              <a:gd name="connsiteY1498" fmla="*/ 6475482 h 6791323"/>
              <a:gd name="connsiteX1499" fmla="*/ 3006988 w 7219949"/>
              <a:gd name="connsiteY1499" fmla="*/ 6449530 h 6791323"/>
              <a:gd name="connsiteX1500" fmla="*/ 2881035 w 7219949"/>
              <a:gd name="connsiteY1500" fmla="*/ 6387703 h 6791323"/>
              <a:gd name="connsiteX1501" fmla="*/ 2601545 w 7219949"/>
              <a:gd name="connsiteY1501" fmla="*/ 6163648 h 6791323"/>
              <a:gd name="connsiteX1502" fmla="*/ 2600585 w 7219949"/>
              <a:gd name="connsiteY1502" fmla="*/ 6159591 h 6791323"/>
              <a:gd name="connsiteX1503" fmla="*/ 2522487 w 7219949"/>
              <a:gd name="connsiteY1503" fmla="*/ 6170247 h 6791323"/>
              <a:gd name="connsiteX1504" fmla="*/ 2448931 w 7219949"/>
              <a:gd name="connsiteY1504" fmla="*/ 6183875 h 6791323"/>
              <a:gd name="connsiteX1505" fmla="*/ 2419759 w 7219949"/>
              <a:gd name="connsiteY1505" fmla="*/ 6157925 h 6791323"/>
              <a:gd name="connsiteX1506" fmla="*/ 2396091 w 7219949"/>
              <a:gd name="connsiteY1506" fmla="*/ 6139007 h 6791323"/>
              <a:gd name="connsiteX1507" fmla="*/ 2382022 w 7219949"/>
              <a:gd name="connsiteY1507" fmla="*/ 6160681 h 6791323"/>
              <a:gd name="connsiteX1508" fmla="*/ 2406651 w 7219949"/>
              <a:gd name="connsiteY1508" fmla="*/ 6183659 h 6791323"/>
              <a:gd name="connsiteX1509" fmla="*/ 2430579 w 7219949"/>
              <a:gd name="connsiteY1509" fmla="*/ 6219902 h 6791323"/>
              <a:gd name="connsiteX1510" fmla="*/ 2395978 w 7219949"/>
              <a:gd name="connsiteY1510" fmla="*/ 6252159 h 6791323"/>
              <a:gd name="connsiteX1511" fmla="*/ 2358240 w 7219949"/>
              <a:gd name="connsiteY1511" fmla="*/ 6254914 h 6791323"/>
              <a:gd name="connsiteX1512" fmla="*/ 2305988 w 7219949"/>
              <a:gd name="connsiteY1512" fmla="*/ 6309935 h 6791323"/>
              <a:gd name="connsiteX1513" fmla="*/ 2255398 w 7219949"/>
              <a:gd name="connsiteY1513" fmla="*/ 6355747 h 6791323"/>
              <a:gd name="connsiteX1514" fmla="*/ 2032996 w 7219949"/>
              <a:gd name="connsiteY1514" fmla="*/ 6340601 h 6791323"/>
              <a:gd name="connsiteX1515" fmla="*/ 2012908 w 7219949"/>
              <a:gd name="connsiteY1515" fmla="*/ 6320596 h 6791323"/>
              <a:gd name="connsiteX1516" fmla="*/ 2127785 w 7219949"/>
              <a:gd name="connsiteY1516" fmla="*/ 6303125 h 6791323"/>
              <a:gd name="connsiteX1517" fmla="*/ 2231843 w 7219949"/>
              <a:gd name="connsiteY1517" fmla="*/ 6223676 h 6791323"/>
              <a:gd name="connsiteX1518" fmla="*/ 2279365 w 7219949"/>
              <a:gd name="connsiteY1518" fmla="*/ 6213598 h 6791323"/>
              <a:gd name="connsiteX1519" fmla="*/ 2314152 w 7219949"/>
              <a:gd name="connsiteY1519" fmla="*/ 6133427 h 6791323"/>
              <a:gd name="connsiteX1520" fmla="*/ 2277818 w 7219949"/>
              <a:gd name="connsiteY1520" fmla="*/ 6109652 h 6791323"/>
              <a:gd name="connsiteX1521" fmla="*/ 2157180 w 7219949"/>
              <a:gd name="connsiteY1521" fmla="*/ 6102766 h 6791323"/>
              <a:gd name="connsiteX1522" fmla="*/ 2033218 w 7219949"/>
              <a:gd name="connsiteY1522" fmla="*/ 6114297 h 6791323"/>
              <a:gd name="connsiteX1523" fmla="*/ 1852209 w 7219949"/>
              <a:gd name="connsiteY1523" fmla="*/ 6160547 h 6791323"/>
              <a:gd name="connsiteX1524" fmla="*/ 1620979 w 7219949"/>
              <a:gd name="connsiteY1524" fmla="*/ 6156781 h 6791323"/>
              <a:gd name="connsiteX1525" fmla="*/ 1575819 w 7219949"/>
              <a:gd name="connsiteY1525" fmla="*/ 6144386 h 6791323"/>
              <a:gd name="connsiteX1526" fmla="*/ 1606836 w 7219949"/>
              <a:gd name="connsiteY1526" fmla="*/ 6113217 h 6791323"/>
              <a:gd name="connsiteX1527" fmla="*/ 1084447 w 7219949"/>
              <a:gd name="connsiteY1527" fmla="*/ 6128232 h 6791323"/>
              <a:gd name="connsiteX1528" fmla="*/ 1292192 w 7219949"/>
              <a:gd name="connsiteY1528" fmla="*/ 6065165 h 6791323"/>
              <a:gd name="connsiteX1529" fmla="*/ 1482990 w 7219949"/>
              <a:gd name="connsiteY1529" fmla="*/ 6011592 h 6791323"/>
              <a:gd name="connsiteX1530" fmla="*/ 1464564 w 7219949"/>
              <a:gd name="connsiteY1530" fmla="*/ 5982380 h 6791323"/>
              <a:gd name="connsiteX1531" fmla="*/ 1495840 w 7219949"/>
              <a:gd name="connsiteY1531" fmla="*/ 5968533 h 6791323"/>
              <a:gd name="connsiteX1532" fmla="*/ 1543621 w 7219949"/>
              <a:gd name="connsiteY1532" fmla="*/ 5975782 h 6791323"/>
              <a:gd name="connsiteX1533" fmla="*/ 1605214 w 7219949"/>
              <a:gd name="connsiteY1533" fmla="*/ 5944029 h 6791323"/>
              <a:gd name="connsiteX1534" fmla="*/ 1439418 w 7219949"/>
              <a:gd name="connsiteY1534" fmla="*/ 5924753 h 6791323"/>
              <a:gd name="connsiteX1535" fmla="*/ 1476898 w 7219949"/>
              <a:gd name="connsiteY1535" fmla="*/ 5904672 h 6791323"/>
              <a:gd name="connsiteX1536" fmla="*/ 1642437 w 7219949"/>
              <a:gd name="connsiteY1536" fmla="*/ 5906626 h 6791323"/>
              <a:gd name="connsiteX1537" fmla="*/ 1804063 w 7219949"/>
              <a:gd name="connsiteY1537" fmla="*/ 5827103 h 6791323"/>
              <a:gd name="connsiteX1538" fmla="*/ 1510980 w 7219949"/>
              <a:gd name="connsiteY1538" fmla="*/ 5837767 h 6791323"/>
              <a:gd name="connsiteX1539" fmla="*/ 1343782 w 7219949"/>
              <a:gd name="connsiteY1539" fmla="*/ 5845016 h 6791323"/>
              <a:gd name="connsiteX1540" fmla="*/ 1279493 w 7219949"/>
              <a:gd name="connsiteY1540" fmla="*/ 5816674 h 6791323"/>
              <a:gd name="connsiteX1541" fmla="*/ 1212326 w 7219949"/>
              <a:gd name="connsiteY1541" fmla="*/ 5776157 h 6791323"/>
              <a:gd name="connsiteX1542" fmla="*/ 1119125 w 7219949"/>
              <a:gd name="connsiteY1542" fmla="*/ 5739191 h 6791323"/>
              <a:gd name="connsiteX1543" fmla="*/ 1112405 w 7219949"/>
              <a:gd name="connsiteY1543" fmla="*/ 5710776 h 6791323"/>
              <a:gd name="connsiteX1544" fmla="*/ 1132938 w 7219949"/>
              <a:gd name="connsiteY1544" fmla="*/ 5700191 h 6791323"/>
              <a:gd name="connsiteX1545" fmla="*/ 1404971 w 7219949"/>
              <a:gd name="connsiteY1545" fmla="*/ 5665463 h 6791323"/>
              <a:gd name="connsiteX1546" fmla="*/ 1419998 w 7219949"/>
              <a:gd name="connsiteY1546" fmla="*/ 5647849 h 6791323"/>
              <a:gd name="connsiteX1547" fmla="*/ 1404454 w 7219949"/>
              <a:gd name="connsiteY1547" fmla="*/ 5630814 h 6791323"/>
              <a:gd name="connsiteX1548" fmla="*/ 1370296 w 7219949"/>
              <a:gd name="connsiteY1548" fmla="*/ 5632483 h 6791323"/>
              <a:gd name="connsiteX1549" fmla="*/ 947239 w 7219949"/>
              <a:gd name="connsiteY1549" fmla="*/ 5612992 h 6791323"/>
              <a:gd name="connsiteX1550" fmla="*/ 649801 w 7219949"/>
              <a:gd name="connsiteY1550" fmla="*/ 5572766 h 6791323"/>
              <a:gd name="connsiteX1551" fmla="*/ 613465 w 7219949"/>
              <a:gd name="connsiteY1551" fmla="*/ 5548992 h 6791323"/>
              <a:gd name="connsiteX1552" fmla="*/ 652607 w 7219949"/>
              <a:gd name="connsiteY1552" fmla="*/ 5519706 h 6791323"/>
              <a:gd name="connsiteX1553" fmla="*/ 717339 w 7219949"/>
              <a:gd name="connsiteY1553" fmla="*/ 5517458 h 6791323"/>
              <a:gd name="connsiteX1554" fmla="*/ 1048459 w 7219949"/>
              <a:gd name="connsiteY1554" fmla="*/ 5518877 h 6791323"/>
              <a:gd name="connsiteX1555" fmla="*/ 1033426 w 7219949"/>
              <a:gd name="connsiteY1555" fmla="*/ 5513068 h 6791323"/>
              <a:gd name="connsiteX1556" fmla="*/ 943479 w 7219949"/>
              <a:gd name="connsiteY1556" fmla="*/ 5472628 h 6791323"/>
              <a:gd name="connsiteX1557" fmla="*/ 906387 w 7219949"/>
              <a:gd name="connsiteY1557" fmla="*/ 5443222 h 6791323"/>
              <a:gd name="connsiteX1558" fmla="*/ 798818 w 7219949"/>
              <a:gd name="connsiteY1558" fmla="*/ 5359191 h 6791323"/>
              <a:gd name="connsiteX1559" fmla="*/ 769144 w 7219949"/>
              <a:gd name="connsiteY1559" fmla="*/ 5342389 h 6791323"/>
              <a:gd name="connsiteX1560" fmla="*/ 702380 w 7219949"/>
              <a:gd name="connsiteY1560" fmla="*/ 5308776 h 6791323"/>
              <a:gd name="connsiteX1561" fmla="*/ 620777 w 7219949"/>
              <a:gd name="connsiteY1561" fmla="*/ 5359191 h 6791323"/>
              <a:gd name="connsiteX1562" fmla="*/ 505791 w 7219949"/>
              <a:gd name="connsiteY1562" fmla="*/ 5375996 h 6791323"/>
              <a:gd name="connsiteX1563" fmla="*/ 179385 w 7219949"/>
              <a:gd name="connsiteY1563" fmla="*/ 5119718 h 6791323"/>
              <a:gd name="connsiteX1564" fmla="*/ 75524 w 7219949"/>
              <a:gd name="connsiteY1564" fmla="*/ 5018886 h 6791323"/>
              <a:gd name="connsiteX1565" fmla="*/ 12469 w 7219949"/>
              <a:gd name="connsiteY1565" fmla="*/ 4918053 h 6791323"/>
              <a:gd name="connsiteX1566" fmla="*/ 1 w 7219949"/>
              <a:gd name="connsiteY1566" fmla="*/ 4899377 h 679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</a:cxnLst>
            <a:rect l="l" t="t" r="r" b="b"/>
            <a:pathLst>
              <a:path w="7219949" h="6791323">
                <a:moveTo>
                  <a:pt x="6373343" y="5762674"/>
                </a:moveTo>
                <a:cubicBezTo>
                  <a:pt x="6389141" y="5770824"/>
                  <a:pt x="6403089" y="5781671"/>
                  <a:pt x="6413754" y="5791064"/>
                </a:cubicBezTo>
                <a:lnTo>
                  <a:pt x="6422746" y="5798985"/>
                </a:lnTo>
                <a:lnTo>
                  <a:pt x="6422797" y="5799972"/>
                </a:lnTo>
                <a:lnTo>
                  <a:pt x="6417097" y="5796731"/>
                </a:lnTo>
                <a:cubicBezTo>
                  <a:pt x="6416481" y="5797629"/>
                  <a:pt x="6421813" y="5802326"/>
                  <a:pt x="6421197" y="5803224"/>
                </a:cubicBezTo>
                <a:lnTo>
                  <a:pt x="6423069" y="5805289"/>
                </a:lnTo>
                <a:lnTo>
                  <a:pt x="6423280" y="5809382"/>
                </a:lnTo>
                <a:lnTo>
                  <a:pt x="6409944" y="5797636"/>
                </a:lnTo>
                <a:close/>
                <a:moveTo>
                  <a:pt x="1540022" y="5527312"/>
                </a:moveTo>
                <a:cubicBezTo>
                  <a:pt x="1533822" y="5526853"/>
                  <a:pt x="1527910" y="5527508"/>
                  <a:pt x="1522578" y="5529871"/>
                </a:cubicBezTo>
                <a:lnTo>
                  <a:pt x="1509084" y="5542239"/>
                </a:lnTo>
                <a:lnTo>
                  <a:pt x="1523166" y="5546372"/>
                </a:lnTo>
                <a:cubicBezTo>
                  <a:pt x="1532229" y="5547156"/>
                  <a:pt x="1541462" y="5546122"/>
                  <a:pt x="1550935" y="5543314"/>
                </a:cubicBezTo>
                <a:lnTo>
                  <a:pt x="1571395" y="5533722"/>
                </a:lnTo>
                <a:lnTo>
                  <a:pt x="1559206" y="5531447"/>
                </a:lnTo>
                <a:close/>
                <a:moveTo>
                  <a:pt x="1444220" y="5502038"/>
                </a:moveTo>
                <a:lnTo>
                  <a:pt x="1442366" y="5504927"/>
                </a:lnTo>
                <a:lnTo>
                  <a:pt x="1445716" y="5504667"/>
                </a:lnTo>
                <a:close/>
                <a:moveTo>
                  <a:pt x="1109001" y="5399894"/>
                </a:moveTo>
                <a:cubicBezTo>
                  <a:pt x="1095787" y="5398318"/>
                  <a:pt x="1090919" y="5418013"/>
                  <a:pt x="1088139" y="5430615"/>
                </a:cubicBezTo>
                <a:cubicBezTo>
                  <a:pt x="1080719" y="5460025"/>
                  <a:pt x="1128939" y="5502038"/>
                  <a:pt x="1154903" y="5493637"/>
                </a:cubicBezTo>
                <a:cubicBezTo>
                  <a:pt x="1173449" y="5485233"/>
                  <a:pt x="1184577" y="5485233"/>
                  <a:pt x="1199413" y="5502038"/>
                </a:cubicBezTo>
                <a:lnTo>
                  <a:pt x="1203154" y="5506753"/>
                </a:lnTo>
                <a:lnTo>
                  <a:pt x="1221483" y="5500369"/>
                </a:lnTo>
                <a:cubicBezTo>
                  <a:pt x="1232573" y="5497546"/>
                  <a:pt x="1243522" y="5496670"/>
                  <a:pt x="1254063" y="5500404"/>
                </a:cubicBezTo>
                <a:lnTo>
                  <a:pt x="1257548" y="5502518"/>
                </a:lnTo>
                <a:lnTo>
                  <a:pt x="1259224" y="5501513"/>
                </a:lnTo>
                <a:cubicBezTo>
                  <a:pt x="1262470" y="5502038"/>
                  <a:pt x="1266180" y="5504139"/>
                  <a:pt x="1269888" y="5506239"/>
                </a:cubicBezTo>
                <a:lnTo>
                  <a:pt x="1271060" y="5511704"/>
                </a:lnTo>
                <a:lnTo>
                  <a:pt x="1284187" y="5528103"/>
                </a:lnTo>
                <a:cubicBezTo>
                  <a:pt x="1288728" y="5531073"/>
                  <a:pt x="1292311" y="5529986"/>
                  <a:pt x="1295893" y="5528899"/>
                </a:cubicBezTo>
                <a:cubicBezTo>
                  <a:pt x="1306638" y="5525637"/>
                  <a:pt x="1317803" y="5524150"/>
                  <a:pt x="1329134" y="5523362"/>
                </a:cubicBezTo>
                <a:lnTo>
                  <a:pt x="1345023" y="5522735"/>
                </a:lnTo>
                <a:lnTo>
                  <a:pt x="1332945" y="5502038"/>
                </a:lnTo>
                <a:cubicBezTo>
                  <a:pt x="1321818" y="5481032"/>
                  <a:pt x="1329234" y="5443220"/>
                  <a:pt x="1306980" y="5439018"/>
                </a:cubicBezTo>
                <a:cubicBezTo>
                  <a:pt x="1262471" y="5430615"/>
                  <a:pt x="1217960" y="5405407"/>
                  <a:pt x="1173450" y="5413812"/>
                </a:cubicBezTo>
                <a:cubicBezTo>
                  <a:pt x="1154903" y="5418012"/>
                  <a:pt x="1140066" y="5426415"/>
                  <a:pt x="1125229" y="5409611"/>
                </a:cubicBezTo>
                <a:cubicBezTo>
                  <a:pt x="1118737" y="5403308"/>
                  <a:pt x="1113406" y="5400419"/>
                  <a:pt x="1109001" y="5399894"/>
                </a:cubicBezTo>
                <a:close/>
                <a:moveTo>
                  <a:pt x="1" y="5033886"/>
                </a:moveTo>
                <a:lnTo>
                  <a:pt x="20697" y="5050987"/>
                </a:lnTo>
                <a:cubicBezTo>
                  <a:pt x="27074" y="5061686"/>
                  <a:pt x="30087" y="5076653"/>
                  <a:pt x="27306" y="5098712"/>
                </a:cubicBezTo>
                <a:cubicBezTo>
                  <a:pt x="23597" y="5123918"/>
                  <a:pt x="60687" y="5128120"/>
                  <a:pt x="75524" y="5149127"/>
                </a:cubicBezTo>
                <a:cubicBezTo>
                  <a:pt x="134871" y="5233153"/>
                  <a:pt x="216473" y="5275165"/>
                  <a:pt x="309203" y="5291971"/>
                </a:cubicBezTo>
                <a:cubicBezTo>
                  <a:pt x="338877" y="5300375"/>
                  <a:pt x="353715" y="5317180"/>
                  <a:pt x="353715" y="5350789"/>
                </a:cubicBezTo>
                <a:cubicBezTo>
                  <a:pt x="309203" y="5375997"/>
                  <a:pt x="268403" y="5363394"/>
                  <a:pt x="223891" y="5333986"/>
                </a:cubicBezTo>
                <a:cubicBezTo>
                  <a:pt x="171963" y="5296173"/>
                  <a:pt x="105199" y="5287770"/>
                  <a:pt x="45852" y="5266763"/>
                </a:cubicBezTo>
                <a:lnTo>
                  <a:pt x="1" y="5245499"/>
                </a:lnTo>
                <a:close/>
                <a:moveTo>
                  <a:pt x="6018520" y="3828679"/>
                </a:moveTo>
                <a:cubicBezTo>
                  <a:pt x="6029739" y="3830275"/>
                  <a:pt x="6044375" y="3839886"/>
                  <a:pt x="6061272" y="3852562"/>
                </a:cubicBezTo>
                <a:lnTo>
                  <a:pt x="6123598" y="3899316"/>
                </a:lnTo>
                <a:lnTo>
                  <a:pt x="6135571" y="3918704"/>
                </a:lnTo>
                <a:lnTo>
                  <a:pt x="6095110" y="3884769"/>
                </a:lnTo>
                <a:cubicBezTo>
                  <a:pt x="6086661" y="3878430"/>
                  <a:pt x="6074842" y="3870928"/>
                  <a:pt x="6067502" y="3862695"/>
                </a:cubicBezTo>
                <a:cubicBezTo>
                  <a:pt x="6065242" y="3859633"/>
                  <a:pt x="6062425" y="3857521"/>
                  <a:pt x="6058500" y="3857305"/>
                </a:cubicBezTo>
                <a:cubicBezTo>
                  <a:pt x="6049541" y="3858772"/>
                  <a:pt x="6043909" y="3854548"/>
                  <a:pt x="6028122" y="3839975"/>
                </a:cubicBezTo>
                <a:cubicBezTo>
                  <a:pt x="6025860" y="3836914"/>
                  <a:pt x="6020227" y="3832690"/>
                  <a:pt x="6018520" y="3828679"/>
                </a:cubicBezTo>
                <a:close/>
                <a:moveTo>
                  <a:pt x="5917528" y="3369309"/>
                </a:moveTo>
                <a:lnTo>
                  <a:pt x="5932912" y="3381207"/>
                </a:lnTo>
                <a:lnTo>
                  <a:pt x="5934660" y="3383263"/>
                </a:lnTo>
                <a:lnTo>
                  <a:pt x="5930917" y="3380432"/>
                </a:lnTo>
                <a:close/>
                <a:moveTo>
                  <a:pt x="6015135" y="2860684"/>
                </a:moveTo>
                <a:lnTo>
                  <a:pt x="6020320" y="2864266"/>
                </a:lnTo>
                <a:lnTo>
                  <a:pt x="6021276" y="2864967"/>
                </a:lnTo>
                <a:lnTo>
                  <a:pt x="6021151" y="2865757"/>
                </a:lnTo>
                <a:lnTo>
                  <a:pt x="6017986" y="2863246"/>
                </a:lnTo>
                <a:close/>
                <a:moveTo>
                  <a:pt x="5801996" y="2690461"/>
                </a:moveTo>
                <a:cubicBezTo>
                  <a:pt x="5802414" y="2690607"/>
                  <a:pt x="5803170" y="2691043"/>
                  <a:pt x="5803170" y="2691043"/>
                </a:cubicBezTo>
                <a:cubicBezTo>
                  <a:pt x="5805868" y="2693372"/>
                  <a:pt x="5805868" y="2693372"/>
                  <a:pt x="5805707" y="2693665"/>
                </a:cubicBezTo>
                <a:lnTo>
                  <a:pt x="5803117" y="2692169"/>
                </a:lnTo>
                <a:lnTo>
                  <a:pt x="5802846" y="2691627"/>
                </a:lnTo>
                <a:cubicBezTo>
                  <a:pt x="5801497" y="2690463"/>
                  <a:pt x="5801578" y="2690317"/>
                  <a:pt x="5801996" y="2690461"/>
                </a:cubicBezTo>
                <a:close/>
                <a:moveTo>
                  <a:pt x="5712609" y="2643924"/>
                </a:moveTo>
                <a:lnTo>
                  <a:pt x="5716036" y="2646416"/>
                </a:lnTo>
                <a:lnTo>
                  <a:pt x="5712958" y="2644329"/>
                </a:lnTo>
                <a:close/>
                <a:moveTo>
                  <a:pt x="6874443" y="1314142"/>
                </a:moveTo>
                <a:cubicBezTo>
                  <a:pt x="6878353" y="1314585"/>
                  <a:pt x="6883785" y="1319137"/>
                  <a:pt x="6887098" y="1320495"/>
                </a:cubicBezTo>
                <a:cubicBezTo>
                  <a:pt x="6904587" y="1332314"/>
                  <a:pt x="6910018" y="1336864"/>
                  <a:pt x="6911869" y="1346903"/>
                </a:cubicBezTo>
                <a:cubicBezTo>
                  <a:pt x="6913391" y="1351008"/>
                  <a:pt x="6916106" y="1353282"/>
                  <a:pt x="6919419" y="1354642"/>
                </a:cubicBezTo>
                <a:cubicBezTo>
                  <a:pt x="6928761" y="1359638"/>
                  <a:pt x="6939027" y="1369651"/>
                  <a:pt x="6947175" y="1376475"/>
                </a:cubicBezTo>
                <a:cubicBezTo>
                  <a:pt x="6963470" y="1390124"/>
                  <a:pt x="6977050" y="1401498"/>
                  <a:pt x="6995137" y="1412403"/>
                </a:cubicBezTo>
                <a:cubicBezTo>
                  <a:pt x="7001165" y="1416038"/>
                  <a:pt x="7012625" y="1424223"/>
                  <a:pt x="7014744" y="1427412"/>
                </a:cubicBezTo>
                <a:cubicBezTo>
                  <a:pt x="7023818" y="1439255"/>
                  <a:pt x="7038590" y="1448799"/>
                  <a:pt x="7045544" y="1457454"/>
                </a:cubicBezTo>
                <a:cubicBezTo>
                  <a:pt x="7050379" y="1462919"/>
                  <a:pt x="7055811" y="1467467"/>
                  <a:pt x="7061838" y="1471102"/>
                </a:cubicBezTo>
                <a:cubicBezTo>
                  <a:pt x="7073897" y="1478372"/>
                  <a:pt x="7082045" y="1485196"/>
                  <a:pt x="7091714" y="1496126"/>
                </a:cubicBezTo>
                <a:cubicBezTo>
                  <a:pt x="7099266" y="1503865"/>
                  <a:pt x="7104697" y="1508414"/>
                  <a:pt x="7114038" y="1513409"/>
                </a:cubicBezTo>
                <a:cubicBezTo>
                  <a:pt x="7122320" y="1516809"/>
                  <a:pt x="7131363" y="1522261"/>
                  <a:pt x="7140637" y="1528968"/>
                </a:cubicBezTo>
                <a:lnTo>
                  <a:pt x="7141158" y="1529398"/>
                </a:lnTo>
                <a:lnTo>
                  <a:pt x="7138593" y="1533830"/>
                </a:lnTo>
                <a:lnTo>
                  <a:pt x="7124726" y="1544846"/>
                </a:lnTo>
                <a:lnTo>
                  <a:pt x="7099056" y="1523496"/>
                </a:lnTo>
                <a:cubicBezTo>
                  <a:pt x="7099056" y="1523496"/>
                  <a:pt x="7099653" y="1522582"/>
                  <a:pt x="7096937" y="1520307"/>
                </a:cubicBezTo>
                <a:cubicBezTo>
                  <a:pt x="7100846" y="1520751"/>
                  <a:pt x="7102965" y="1523942"/>
                  <a:pt x="7108397" y="1528492"/>
                </a:cubicBezTo>
                <a:cubicBezTo>
                  <a:pt x="7111113" y="1530767"/>
                  <a:pt x="7111710" y="1529851"/>
                  <a:pt x="7111710" y="1529851"/>
                </a:cubicBezTo>
                <a:cubicBezTo>
                  <a:pt x="7112307" y="1528936"/>
                  <a:pt x="7113501" y="1527107"/>
                  <a:pt x="7110188" y="1525747"/>
                </a:cubicBezTo>
                <a:cubicBezTo>
                  <a:pt x="7107473" y="1523472"/>
                  <a:pt x="7105950" y="1519367"/>
                  <a:pt x="7103234" y="1517093"/>
                </a:cubicBezTo>
                <a:cubicBezTo>
                  <a:pt x="7086341" y="1504359"/>
                  <a:pt x="7074553" y="1490241"/>
                  <a:pt x="7058257" y="1476591"/>
                </a:cubicBezTo>
                <a:cubicBezTo>
                  <a:pt x="7009372" y="1435645"/>
                  <a:pt x="6957770" y="1392425"/>
                  <a:pt x="6908883" y="1351478"/>
                </a:cubicBezTo>
                <a:cubicBezTo>
                  <a:pt x="6892588" y="1337829"/>
                  <a:pt x="6879606" y="1325540"/>
                  <a:pt x="6874443" y="1314142"/>
                </a:cubicBezTo>
                <a:close/>
                <a:moveTo>
                  <a:pt x="6661736" y="1273216"/>
                </a:moveTo>
                <a:cubicBezTo>
                  <a:pt x="6665048" y="1274577"/>
                  <a:pt x="6665646" y="1273660"/>
                  <a:pt x="6671078" y="1278211"/>
                </a:cubicBezTo>
                <a:cubicBezTo>
                  <a:pt x="6679225" y="1285035"/>
                  <a:pt x="6687373" y="1291859"/>
                  <a:pt x="6695521" y="1298683"/>
                </a:cubicBezTo>
                <a:cubicBezTo>
                  <a:pt x="6706056" y="1301849"/>
                  <a:pt x="6718112" y="1309119"/>
                  <a:pt x="6734408" y="1322768"/>
                </a:cubicBezTo>
                <a:cubicBezTo>
                  <a:pt x="6739840" y="1327317"/>
                  <a:pt x="6745273" y="1331867"/>
                  <a:pt x="6750704" y="1336417"/>
                </a:cubicBezTo>
                <a:cubicBezTo>
                  <a:pt x="6777266" y="1360079"/>
                  <a:pt x="6806215" y="1380082"/>
                  <a:pt x="6833971" y="1401916"/>
                </a:cubicBezTo>
                <a:cubicBezTo>
                  <a:pt x="6836687" y="1404191"/>
                  <a:pt x="6840596" y="1404636"/>
                  <a:pt x="6846625" y="1408272"/>
                </a:cubicBezTo>
                <a:cubicBezTo>
                  <a:pt x="6830927" y="1393707"/>
                  <a:pt x="6814631" y="1380058"/>
                  <a:pt x="6801052" y="1368685"/>
                </a:cubicBezTo>
                <a:cubicBezTo>
                  <a:pt x="6801052" y="1368685"/>
                  <a:pt x="6801649" y="1367769"/>
                  <a:pt x="6801649" y="1367769"/>
                </a:cubicBezTo>
                <a:cubicBezTo>
                  <a:pt x="6817944" y="1381418"/>
                  <a:pt x="6834240" y="1395068"/>
                  <a:pt x="6847820" y="1406440"/>
                </a:cubicBezTo>
                <a:lnTo>
                  <a:pt x="6874094" y="1428448"/>
                </a:lnTo>
                <a:lnTo>
                  <a:pt x="6875058" y="1439534"/>
                </a:lnTo>
                <a:lnTo>
                  <a:pt x="6875306" y="1440882"/>
                </a:lnTo>
                <a:lnTo>
                  <a:pt x="6872919" y="1438783"/>
                </a:lnTo>
                <a:cubicBezTo>
                  <a:pt x="6871725" y="1440613"/>
                  <a:pt x="6873843" y="1443801"/>
                  <a:pt x="6867815" y="1440167"/>
                </a:cubicBezTo>
                <a:cubicBezTo>
                  <a:pt x="6865099" y="1437892"/>
                  <a:pt x="6859668" y="1433343"/>
                  <a:pt x="6863577" y="1433787"/>
                </a:cubicBezTo>
                <a:cubicBezTo>
                  <a:pt x="6858145" y="1429238"/>
                  <a:pt x="6852713" y="1424688"/>
                  <a:pt x="6847282" y="1420139"/>
                </a:cubicBezTo>
                <a:cubicBezTo>
                  <a:pt x="6846684" y="1421055"/>
                  <a:pt x="6848207" y="1425158"/>
                  <a:pt x="6842178" y="1421523"/>
                </a:cubicBezTo>
                <a:cubicBezTo>
                  <a:pt x="6839463" y="1419248"/>
                  <a:pt x="6837344" y="1416059"/>
                  <a:pt x="6837941" y="1415144"/>
                </a:cubicBezTo>
                <a:cubicBezTo>
                  <a:pt x="6832508" y="1410594"/>
                  <a:pt x="6827077" y="1406045"/>
                  <a:pt x="6824360" y="1403770"/>
                </a:cubicBezTo>
                <a:cubicBezTo>
                  <a:pt x="6821047" y="1402410"/>
                  <a:pt x="6822570" y="1406515"/>
                  <a:pt x="6817137" y="1401965"/>
                </a:cubicBezTo>
                <a:cubicBezTo>
                  <a:pt x="6814422" y="1399691"/>
                  <a:pt x="6808394" y="1396056"/>
                  <a:pt x="6806872" y="1391951"/>
                </a:cubicBezTo>
                <a:cubicBezTo>
                  <a:pt x="6802037" y="1386486"/>
                  <a:pt x="6792098" y="1382407"/>
                  <a:pt x="6787263" y="1376942"/>
                </a:cubicBezTo>
                <a:cubicBezTo>
                  <a:pt x="6780310" y="1368288"/>
                  <a:pt x="6774280" y="1364653"/>
                  <a:pt x="6768849" y="1360104"/>
                </a:cubicBezTo>
                <a:cubicBezTo>
                  <a:pt x="6764015" y="1354639"/>
                  <a:pt x="6760701" y="1353280"/>
                  <a:pt x="6755270" y="1348729"/>
                </a:cubicBezTo>
                <a:cubicBezTo>
                  <a:pt x="6745929" y="1343735"/>
                  <a:pt x="6732349" y="1332361"/>
                  <a:pt x="6722679" y="1321431"/>
                </a:cubicBezTo>
                <a:cubicBezTo>
                  <a:pt x="6714531" y="1314608"/>
                  <a:pt x="6704592" y="1310527"/>
                  <a:pt x="6694923" y="1299599"/>
                </a:cubicBezTo>
                <a:cubicBezTo>
                  <a:pt x="6694327" y="1300514"/>
                  <a:pt x="6684388" y="1296433"/>
                  <a:pt x="6681074" y="1295074"/>
                </a:cubicBezTo>
                <a:cubicBezTo>
                  <a:pt x="6668421" y="1288719"/>
                  <a:pt x="6668421" y="1288719"/>
                  <a:pt x="6662660" y="1278235"/>
                </a:cubicBezTo>
                <a:cubicBezTo>
                  <a:pt x="6660542" y="1275045"/>
                  <a:pt x="6658423" y="1271857"/>
                  <a:pt x="6661736" y="1273216"/>
                </a:cubicBezTo>
                <a:close/>
                <a:moveTo>
                  <a:pt x="0" y="0"/>
                </a:moveTo>
                <a:lnTo>
                  <a:pt x="6972406" y="0"/>
                </a:lnTo>
                <a:lnTo>
                  <a:pt x="6976138" y="3025"/>
                </a:lnTo>
                <a:cubicBezTo>
                  <a:pt x="7031776" y="36635"/>
                  <a:pt x="7039194" y="91252"/>
                  <a:pt x="7039194" y="150070"/>
                </a:cubicBezTo>
                <a:cubicBezTo>
                  <a:pt x="7039194" y="183680"/>
                  <a:pt x="6990976" y="229896"/>
                  <a:pt x="6968720" y="225694"/>
                </a:cubicBezTo>
                <a:cubicBezTo>
                  <a:pt x="6924210" y="221494"/>
                  <a:pt x="6924210" y="221494"/>
                  <a:pt x="6927918" y="271907"/>
                </a:cubicBezTo>
                <a:cubicBezTo>
                  <a:pt x="6909374" y="276108"/>
                  <a:pt x="6905662" y="259304"/>
                  <a:pt x="6898245" y="246701"/>
                </a:cubicBezTo>
                <a:cubicBezTo>
                  <a:pt x="6894538" y="242499"/>
                  <a:pt x="6887118" y="225694"/>
                  <a:pt x="6879700" y="234099"/>
                </a:cubicBezTo>
                <a:cubicBezTo>
                  <a:pt x="6861154" y="257204"/>
                  <a:pt x="6840752" y="256155"/>
                  <a:pt x="6819888" y="250377"/>
                </a:cubicBezTo>
                <a:lnTo>
                  <a:pt x="6809591" y="247177"/>
                </a:lnTo>
                <a:lnTo>
                  <a:pt x="6854840" y="305140"/>
                </a:lnTo>
                <a:cubicBezTo>
                  <a:pt x="6907174" y="362842"/>
                  <a:pt x="6968376" y="414047"/>
                  <a:pt x="6996193" y="495970"/>
                </a:cubicBezTo>
                <a:cubicBezTo>
                  <a:pt x="6999904" y="512775"/>
                  <a:pt x="7011030" y="525381"/>
                  <a:pt x="7022160" y="542186"/>
                </a:cubicBezTo>
                <a:cubicBezTo>
                  <a:pt x="7007324" y="558992"/>
                  <a:pt x="6988777" y="558992"/>
                  <a:pt x="6973940" y="579998"/>
                </a:cubicBezTo>
                <a:cubicBezTo>
                  <a:pt x="6951686" y="617810"/>
                  <a:pt x="6896048" y="626213"/>
                  <a:pt x="6858954" y="596802"/>
                </a:cubicBezTo>
                <a:cubicBezTo>
                  <a:pt x="6832989" y="571597"/>
                  <a:pt x="6814442" y="533782"/>
                  <a:pt x="6773643" y="533782"/>
                </a:cubicBezTo>
                <a:cubicBezTo>
                  <a:pt x="6758804" y="533782"/>
                  <a:pt x="6758805" y="512775"/>
                  <a:pt x="6755096" y="500173"/>
                </a:cubicBezTo>
                <a:cubicBezTo>
                  <a:pt x="6751387" y="462361"/>
                  <a:pt x="6729134" y="437154"/>
                  <a:pt x="6706878" y="411945"/>
                </a:cubicBezTo>
                <a:cubicBezTo>
                  <a:pt x="6688331" y="390939"/>
                  <a:pt x="6677203" y="382534"/>
                  <a:pt x="6658658" y="407744"/>
                </a:cubicBezTo>
                <a:cubicBezTo>
                  <a:pt x="6651238" y="416145"/>
                  <a:pt x="6640113" y="420347"/>
                  <a:pt x="6632692" y="411945"/>
                </a:cubicBezTo>
                <a:cubicBezTo>
                  <a:pt x="6617855" y="399340"/>
                  <a:pt x="6628985" y="386739"/>
                  <a:pt x="6636401" y="378334"/>
                </a:cubicBezTo>
                <a:cubicBezTo>
                  <a:pt x="6647530" y="361528"/>
                  <a:pt x="6649384" y="348925"/>
                  <a:pt x="6645211" y="338946"/>
                </a:cubicBezTo>
                <a:lnTo>
                  <a:pt x="6638682" y="330642"/>
                </a:lnTo>
                <a:lnTo>
                  <a:pt x="6629003" y="328429"/>
                </a:lnTo>
                <a:cubicBezTo>
                  <a:pt x="6623650" y="326197"/>
                  <a:pt x="6618201" y="322850"/>
                  <a:pt x="6612637" y="318125"/>
                </a:cubicBezTo>
                <a:lnTo>
                  <a:pt x="6566929" y="282867"/>
                </a:lnTo>
                <a:lnTo>
                  <a:pt x="6521417" y="253869"/>
                </a:lnTo>
                <a:lnTo>
                  <a:pt x="6516468" y="249391"/>
                </a:lnTo>
                <a:lnTo>
                  <a:pt x="6453141" y="217291"/>
                </a:lnTo>
                <a:cubicBezTo>
                  <a:pt x="6438304" y="213091"/>
                  <a:pt x="6427177" y="196286"/>
                  <a:pt x="6412340" y="213092"/>
                </a:cubicBezTo>
                <a:lnTo>
                  <a:pt x="6404667" y="240606"/>
                </a:lnTo>
                <a:lnTo>
                  <a:pt x="6453468" y="321004"/>
                </a:lnTo>
                <a:lnTo>
                  <a:pt x="6475397" y="339129"/>
                </a:lnTo>
                <a:cubicBezTo>
                  <a:pt x="6527325" y="368540"/>
                  <a:pt x="6568127" y="414754"/>
                  <a:pt x="6608927" y="465170"/>
                </a:cubicBezTo>
                <a:cubicBezTo>
                  <a:pt x="6612638" y="469371"/>
                  <a:pt x="6623764" y="473571"/>
                  <a:pt x="6620054" y="477775"/>
                </a:cubicBezTo>
                <a:cubicBezTo>
                  <a:pt x="6616346" y="540793"/>
                  <a:pt x="6664565" y="553396"/>
                  <a:pt x="6694237" y="578607"/>
                </a:cubicBezTo>
                <a:cubicBezTo>
                  <a:pt x="6838899" y="696243"/>
                  <a:pt x="6961302" y="847491"/>
                  <a:pt x="7113377" y="948322"/>
                </a:cubicBezTo>
                <a:cubicBezTo>
                  <a:pt x="7131925" y="960926"/>
                  <a:pt x="7139343" y="973530"/>
                  <a:pt x="7128214" y="994538"/>
                </a:cubicBezTo>
                <a:cubicBezTo>
                  <a:pt x="7117088" y="1011342"/>
                  <a:pt x="7105960" y="1015542"/>
                  <a:pt x="7091123" y="1007141"/>
                </a:cubicBezTo>
                <a:cubicBezTo>
                  <a:pt x="7057739" y="986132"/>
                  <a:pt x="7020650" y="986133"/>
                  <a:pt x="6987266" y="986133"/>
                </a:cubicBezTo>
                <a:cubicBezTo>
                  <a:pt x="6942754" y="986133"/>
                  <a:pt x="6909374" y="969328"/>
                  <a:pt x="6879700" y="939920"/>
                </a:cubicBezTo>
                <a:cubicBezTo>
                  <a:pt x="6850027" y="914712"/>
                  <a:pt x="6812936" y="897906"/>
                  <a:pt x="6779551" y="881101"/>
                </a:cubicBezTo>
                <a:cubicBezTo>
                  <a:pt x="6755442" y="870597"/>
                  <a:pt x="6740604" y="872697"/>
                  <a:pt x="6730404" y="882676"/>
                </a:cubicBezTo>
                <a:lnTo>
                  <a:pt x="6729427" y="884274"/>
                </a:lnTo>
                <a:lnTo>
                  <a:pt x="6739797" y="897722"/>
                </a:lnTo>
                <a:cubicBezTo>
                  <a:pt x="6771788" y="939211"/>
                  <a:pt x="6805172" y="979124"/>
                  <a:pt x="6844118" y="1012735"/>
                </a:cubicBezTo>
                <a:cubicBezTo>
                  <a:pt x="6899755" y="1054748"/>
                  <a:pt x="6933139" y="1126170"/>
                  <a:pt x="6973940" y="1189190"/>
                </a:cubicBezTo>
                <a:cubicBezTo>
                  <a:pt x="6988775" y="1210196"/>
                  <a:pt x="6996195" y="1218600"/>
                  <a:pt x="7018451" y="1222802"/>
                </a:cubicBezTo>
                <a:cubicBezTo>
                  <a:pt x="7040705" y="1231204"/>
                  <a:pt x="7085218" y="1231204"/>
                  <a:pt x="7055542" y="1285821"/>
                </a:cubicBezTo>
                <a:cubicBezTo>
                  <a:pt x="7048124" y="1298426"/>
                  <a:pt x="7059251" y="1315231"/>
                  <a:pt x="7070379" y="1311029"/>
                </a:cubicBezTo>
                <a:cubicBezTo>
                  <a:pt x="7122307" y="1290022"/>
                  <a:pt x="7133437" y="1340437"/>
                  <a:pt x="7159402" y="1365647"/>
                </a:cubicBezTo>
                <a:cubicBezTo>
                  <a:pt x="7177945" y="1386654"/>
                  <a:pt x="7192781" y="1407658"/>
                  <a:pt x="7207620" y="1428667"/>
                </a:cubicBezTo>
                <a:cubicBezTo>
                  <a:pt x="7229876" y="1470679"/>
                  <a:pt x="7222456" y="1487484"/>
                  <a:pt x="7181656" y="1491685"/>
                </a:cubicBezTo>
                <a:cubicBezTo>
                  <a:pt x="7170528" y="1495888"/>
                  <a:pt x="7163108" y="1491685"/>
                  <a:pt x="7155691" y="1504289"/>
                </a:cubicBezTo>
                <a:lnTo>
                  <a:pt x="7146061" y="1520928"/>
                </a:lnTo>
                <a:lnTo>
                  <a:pt x="7139336" y="1515675"/>
                </a:lnTo>
                <a:cubicBezTo>
                  <a:pt x="7133870" y="1511982"/>
                  <a:pt x="7127991" y="1508118"/>
                  <a:pt x="7121201" y="1502431"/>
                </a:cubicBezTo>
                <a:cubicBezTo>
                  <a:pt x="7113650" y="1494692"/>
                  <a:pt x="7102189" y="1486507"/>
                  <a:pt x="7091326" y="1477408"/>
                </a:cubicBezTo>
                <a:cubicBezTo>
                  <a:pt x="7088611" y="1475134"/>
                  <a:pt x="7088611" y="1475134"/>
                  <a:pt x="7085894" y="1472858"/>
                </a:cubicBezTo>
                <a:cubicBezTo>
                  <a:pt x="7072046" y="1468333"/>
                  <a:pt x="7059064" y="1456044"/>
                  <a:pt x="7046678" y="1442841"/>
                </a:cubicBezTo>
                <a:cubicBezTo>
                  <a:pt x="7037009" y="1431913"/>
                  <a:pt x="7025549" y="1423727"/>
                  <a:pt x="7016475" y="1411883"/>
                </a:cubicBezTo>
                <a:cubicBezTo>
                  <a:pt x="7016475" y="1411883"/>
                  <a:pt x="7013761" y="1409609"/>
                  <a:pt x="7010448" y="1408249"/>
                </a:cubicBezTo>
                <a:cubicBezTo>
                  <a:pt x="7007135" y="1406890"/>
                  <a:pt x="7004418" y="1404614"/>
                  <a:pt x="7001703" y="1402339"/>
                </a:cubicBezTo>
                <a:cubicBezTo>
                  <a:pt x="6975139" y="1378677"/>
                  <a:pt x="6945594" y="1359588"/>
                  <a:pt x="6919629" y="1335011"/>
                </a:cubicBezTo>
                <a:cubicBezTo>
                  <a:pt x="6908765" y="1325911"/>
                  <a:pt x="6901543" y="1324106"/>
                  <a:pt x="6893991" y="1316366"/>
                </a:cubicBezTo>
                <a:cubicBezTo>
                  <a:pt x="6885843" y="1309543"/>
                  <a:pt x="6874980" y="1300444"/>
                  <a:pt x="6866833" y="1293618"/>
                </a:cubicBezTo>
                <a:cubicBezTo>
                  <a:pt x="6849940" y="1280885"/>
                  <a:pt x="6838749" y="1265852"/>
                  <a:pt x="6823976" y="1256308"/>
                </a:cubicBezTo>
                <a:cubicBezTo>
                  <a:pt x="6818544" y="1251759"/>
                  <a:pt x="6815828" y="1249483"/>
                  <a:pt x="6813113" y="1247208"/>
                </a:cubicBezTo>
                <a:cubicBezTo>
                  <a:pt x="6810396" y="1244933"/>
                  <a:pt x="6808278" y="1241744"/>
                  <a:pt x="6804368" y="1241298"/>
                </a:cubicBezTo>
                <a:cubicBezTo>
                  <a:pt x="6803770" y="1242214"/>
                  <a:pt x="6805293" y="1246319"/>
                  <a:pt x="6808008" y="1248592"/>
                </a:cubicBezTo>
                <a:cubicBezTo>
                  <a:pt x="6815559" y="1256331"/>
                  <a:pt x="6821916" y="1265901"/>
                  <a:pt x="6832780" y="1275000"/>
                </a:cubicBezTo>
                <a:cubicBezTo>
                  <a:pt x="6838212" y="1279550"/>
                  <a:pt x="6837018" y="1281380"/>
                  <a:pt x="6841853" y="1286843"/>
                </a:cubicBezTo>
                <a:cubicBezTo>
                  <a:pt x="6826482" y="1278214"/>
                  <a:pt x="6812902" y="1266840"/>
                  <a:pt x="6798727" y="1256381"/>
                </a:cubicBezTo>
                <a:cubicBezTo>
                  <a:pt x="6787266" y="1248196"/>
                  <a:pt x="6777924" y="1243201"/>
                  <a:pt x="6766464" y="1235017"/>
                </a:cubicBezTo>
                <a:cubicBezTo>
                  <a:pt x="6763748" y="1232742"/>
                  <a:pt x="6757123" y="1230024"/>
                  <a:pt x="6758645" y="1234127"/>
                </a:cubicBezTo>
                <a:cubicBezTo>
                  <a:pt x="6760167" y="1238231"/>
                  <a:pt x="6766195" y="1241867"/>
                  <a:pt x="6768911" y="1244142"/>
                </a:cubicBezTo>
                <a:cubicBezTo>
                  <a:pt x="6787923" y="1260065"/>
                  <a:pt x="6804218" y="1273713"/>
                  <a:pt x="6823228" y="1289638"/>
                </a:cubicBezTo>
                <a:cubicBezTo>
                  <a:pt x="6855819" y="1316935"/>
                  <a:pt x="6886619" y="1346977"/>
                  <a:pt x="6912914" y="1377488"/>
                </a:cubicBezTo>
                <a:cubicBezTo>
                  <a:pt x="6922582" y="1388418"/>
                  <a:pt x="6936759" y="1398877"/>
                  <a:pt x="6946428" y="1409806"/>
                </a:cubicBezTo>
                <a:cubicBezTo>
                  <a:pt x="6956695" y="1419820"/>
                  <a:pt x="6970871" y="1430278"/>
                  <a:pt x="6985048" y="1440738"/>
                </a:cubicBezTo>
                <a:cubicBezTo>
                  <a:pt x="6997106" y="1448006"/>
                  <a:pt x="7013998" y="1460742"/>
                  <a:pt x="7027577" y="1472115"/>
                </a:cubicBezTo>
                <a:cubicBezTo>
                  <a:pt x="7048707" y="1491229"/>
                  <a:pt x="7071628" y="1507597"/>
                  <a:pt x="7091564" y="1528541"/>
                </a:cubicBezTo>
                <a:cubicBezTo>
                  <a:pt x="7093683" y="1531731"/>
                  <a:pt x="7096399" y="1534005"/>
                  <a:pt x="7099712" y="1535365"/>
                </a:cubicBezTo>
                <a:lnTo>
                  <a:pt x="7117937" y="1550238"/>
                </a:lnTo>
                <a:lnTo>
                  <a:pt x="7116280" y="1551555"/>
                </a:lnTo>
                <a:cubicBezTo>
                  <a:pt x="7100053" y="1558907"/>
                  <a:pt x="7081507" y="1556806"/>
                  <a:pt x="7062962" y="1542099"/>
                </a:cubicBezTo>
                <a:lnTo>
                  <a:pt x="7015166" y="1506268"/>
                </a:lnTo>
                <a:lnTo>
                  <a:pt x="7004833" y="1494095"/>
                </a:lnTo>
                <a:cubicBezTo>
                  <a:pt x="7000000" y="1488632"/>
                  <a:pt x="6996089" y="1488186"/>
                  <a:pt x="6995492" y="1489101"/>
                </a:cubicBezTo>
                <a:lnTo>
                  <a:pt x="6993256" y="1489842"/>
                </a:lnTo>
                <a:lnTo>
                  <a:pt x="6965594" y="1469104"/>
                </a:lnTo>
                <a:cubicBezTo>
                  <a:pt x="6934993" y="1442321"/>
                  <a:pt x="6907174" y="1411860"/>
                  <a:pt x="6884918" y="1374048"/>
                </a:cubicBezTo>
                <a:lnTo>
                  <a:pt x="6879747" y="1365262"/>
                </a:lnTo>
                <a:lnTo>
                  <a:pt x="6876447" y="1375638"/>
                </a:lnTo>
                <a:lnTo>
                  <a:pt x="6874201" y="1388700"/>
                </a:lnTo>
                <a:lnTo>
                  <a:pt x="6860295" y="1374446"/>
                </a:lnTo>
                <a:cubicBezTo>
                  <a:pt x="6852744" y="1366708"/>
                  <a:pt x="6843404" y="1361712"/>
                  <a:pt x="6836180" y="1359907"/>
                </a:cubicBezTo>
                <a:cubicBezTo>
                  <a:pt x="6824451" y="1358571"/>
                  <a:pt x="6808156" y="1344922"/>
                  <a:pt x="6793383" y="1335379"/>
                </a:cubicBezTo>
                <a:cubicBezTo>
                  <a:pt x="6787355" y="1331745"/>
                  <a:pt x="6783115" y="1325364"/>
                  <a:pt x="6775566" y="1317625"/>
                </a:cubicBezTo>
                <a:cubicBezTo>
                  <a:pt x="6767418" y="1310801"/>
                  <a:pt x="6760464" y="1302147"/>
                  <a:pt x="6756226" y="1295768"/>
                </a:cubicBezTo>
                <a:cubicBezTo>
                  <a:pt x="6742318" y="1278460"/>
                  <a:pt x="6739603" y="1276185"/>
                  <a:pt x="6725755" y="1271659"/>
                </a:cubicBezTo>
                <a:cubicBezTo>
                  <a:pt x="6723039" y="1269385"/>
                  <a:pt x="6721844" y="1271216"/>
                  <a:pt x="6718532" y="1269854"/>
                </a:cubicBezTo>
                <a:cubicBezTo>
                  <a:pt x="6705221" y="1251633"/>
                  <a:pt x="6691641" y="1240258"/>
                  <a:pt x="6675346" y="1226609"/>
                </a:cubicBezTo>
                <a:cubicBezTo>
                  <a:pt x="6664484" y="1217510"/>
                  <a:pt x="6656335" y="1210684"/>
                  <a:pt x="6645471" y="1201587"/>
                </a:cubicBezTo>
                <a:cubicBezTo>
                  <a:pt x="6623148" y="1184303"/>
                  <a:pt x="6603212" y="1163360"/>
                  <a:pt x="6578171" y="1143800"/>
                </a:cubicBezTo>
                <a:cubicBezTo>
                  <a:pt x="6570024" y="1136976"/>
                  <a:pt x="6569696" y="1131043"/>
                  <a:pt x="6559757" y="1126962"/>
                </a:cubicBezTo>
                <a:cubicBezTo>
                  <a:pt x="6550415" y="1121968"/>
                  <a:pt x="6543462" y="1113314"/>
                  <a:pt x="6537434" y="1109679"/>
                </a:cubicBezTo>
                <a:cubicBezTo>
                  <a:pt x="6529285" y="1102854"/>
                  <a:pt x="6521137" y="1096030"/>
                  <a:pt x="6512989" y="1089206"/>
                </a:cubicBezTo>
                <a:cubicBezTo>
                  <a:pt x="6506365" y="1086486"/>
                  <a:pt x="6510603" y="1092865"/>
                  <a:pt x="6506693" y="1092419"/>
                </a:cubicBezTo>
                <a:cubicBezTo>
                  <a:pt x="6496158" y="1089254"/>
                  <a:pt x="6484696" y="1081071"/>
                  <a:pt x="6472311" y="1067867"/>
                </a:cubicBezTo>
                <a:cubicBezTo>
                  <a:pt x="6469595" y="1065593"/>
                  <a:pt x="6470192" y="1064678"/>
                  <a:pt x="6464761" y="1060129"/>
                </a:cubicBezTo>
                <a:cubicBezTo>
                  <a:pt x="6462044" y="1057853"/>
                  <a:pt x="6458732" y="1056493"/>
                  <a:pt x="6457538" y="1058323"/>
                </a:cubicBezTo>
                <a:cubicBezTo>
                  <a:pt x="6456941" y="1059237"/>
                  <a:pt x="6455746" y="1061068"/>
                  <a:pt x="6461179" y="1065617"/>
                </a:cubicBezTo>
                <a:cubicBezTo>
                  <a:pt x="6469924" y="1071526"/>
                  <a:pt x="6477474" y="1079266"/>
                  <a:pt x="6483502" y="1082900"/>
                </a:cubicBezTo>
                <a:cubicBezTo>
                  <a:pt x="6494367" y="1091999"/>
                  <a:pt x="6498604" y="1098379"/>
                  <a:pt x="6506752" y="1105203"/>
                </a:cubicBezTo>
                <a:cubicBezTo>
                  <a:pt x="6511587" y="1110667"/>
                  <a:pt x="6512512" y="1115687"/>
                  <a:pt x="6511318" y="1117518"/>
                </a:cubicBezTo>
                <a:cubicBezTo>
                  <a:pt x="6514958" y="1124811"/>
                  <a:pt x="6514362" y="1125726"/>
                  <a:pt x="6523704" y="1130721"/>
                </a:cubicBezTo>
                <a:cubicBezTo>
                  <a:pt x="6535164" y="1138904"/>
                  <a:pt x="6546624" y="1147089"/>
                  <a:pt x="6558682" y="1154359"/>
                </a:cubicBezTo>
                <a:cubicBezTo>
                  <a:pt x="6561995" y="1155718"/>
                  <a:pt x="6566829" y="1161183"/>
                  <a:pt x="6572261" y="1165732"/>
                </a:cubicBezTo>
                <a:cubicBezTo>
                  <a:pt x="6574977" y="1168008"/>
                  <a:pt x="6573784" y="1169838"/>
                  <a:pt x="6575902" y="1173027"/>
                </a:cubicBezTo>
                <a:cubicBezTo>
                  <a:pt x="6580141" y="1179406"/>
                  <a:pt x="6574111" y="1175771"/>
                  <a:pt x="6570203" y="1175327"/>
                </a:cubicBezTo>
                <a:cubicBezTo>
                  <a:pt x="6566292" y="1174880"/>
                  <a:pt x="6558145" y="1168056"/>
                  <a:pt x="6551519" y="1165337"/>
                </a:cubicBezTo>
                <a:cubicBezTo>
                  <a:pt x="6548207" y="1163976"/>
                  <a:pt x="6548207" y="1163976"/>
                  <a:pt x="6547610" y="1164892"/>
                </a:cubicBezTo>
                <a:cubicBezTo>
                  <a:pt x="6547012" y="1165807"/>
                  <a:pt x="6549728" y="1168082"/>
                  <a:pt x="6552444" y="1170356"/>
                </a:cubicBezTo>
                <a:cubicBezTo>
                  <a:pt x="6560591" y="1177181"/>
                  <a:pt x="6570858" y="1187194"/>
                  <a:pt x="6580200" y="1192188"/>
                </a:cubicBezTo>
                <a:cubicBezTo>
                  <a:pt x="6580796" y="1191273"/>
                  <a:pt x="6582916" y="1194463"/>
                  <a:pt x="6582916" y="1194463"/>
                </a:cubicBezTo>
                <a:cubicBezTo>
                  <a:pt x="6587751" y="1199928"/>
                  <a:pt x="6582318" y="1195379"/>
                  <a:pt x="6581723" y="1196294"/>
                </a:cubicBezTo>
                <a:cubicBezTo>
                  <a:pt x="6578409" y="1194933"/>
                  <a:pt x="6577214" y="1196764"/>
                  <a:pt x="6582648" y="1201313"/>
                </a:cubicBezTo>
                <a:cubicBezTo>
                  <a:pt x="6588078" y="1205863"/>
                  <a:pt x="6593510" y="1210412"/>
                  <a:pt x="6601658" y="1217237"/>
                </a:cubicBezTo>
                <a:cubicBezTo>
                  <a:pt x="6592317" y="1212241"/>
                  <a:pt x="6584169" y="1205416"/>
                  <a:pt x="6575424" y="1199508"/>
                </a:cubicBezTo>
                <a:cubicBezTo>
                  <a:pt x="6569396" y="1195874"/>
                  <a:pt x="6568799" y="1196787"/>
                  <a:pt x="6570918" y="1199978"/>
                </a:cubicBezTo>
                <a:cubicBezTo>
                  <a:pt x="6571245" y="1205911"/>
                  <a:pt x="6570649" y="1206826"/>
                  <a:pt x="6559189" y="1198642"/>
                </a:cubicBezTo>
                <a:cubicBezTo>
                  <a:pt x="6556472" y="1196367"/>
                  <a:pt x="6551041" y="1191818"/>
                  <a:pt x="6548325" y="1189542"/>
                </a:cubicBezTo>
                <a:cubicBezTo>
                  <a:pt x="6547727" y="1190457"/>
                  <a:pt x="6547727" y="1190457"/>
                  <a:pt x="6547131" y="1191371"/>
                </a:cubicBezTo>
                <a:cubicBezTo>
                  <a:pt x="6547131" y="1191371"/>
                  <a:pt x="6546534" y="1192286"/>
                  <a:pt x="6546534" y="1192286"/>
                </a:cubicBezTo>
                <a:cubicBezTo>
                  <a:pt x="6566143" y="1207295"/>
                  <a:pt x="6576737" y="1223244"/>
                  <a:pt x="6595747" y="1239167"/>
                </a:cubicBezTo>
                <a:cubicBezTo>
                  <a:pt x="6606612" y="1248267"/>
                  <a:pt x="6616282" y="1259197"/>
                  <a:pt x="6625354" y="1271040"/>
                </a:cubicBezTo>
                <a:cubicBezTo>
                  <a:pt x="6624757" y="1271953"/>
                  <a:pt x="6630189" y="1276503"/>
                  <a:pt x="6629592" y="1277419"/>
                </a:cubicBezTo>
                <a:cubicBezTo>
                  <a:pt x="6628398" y="1279248"/>
                  <a:pt x="6622967" y="1274698"/>
                  <a:pt x="6620251" y="1272423"/>
                </a:cubicBezTo>
                <a:cubicBezTo>
                  <a:pt x="6612103" y="1265600"/>
                  <a:pt x="6603956" y="1258775"/>
                  <a:pt x="6595808" y="1251951"/>
                </a:cubicBezTo>
                <a:cubicBezTo>
                  <a:pt x="6593092" y="1249676"/>
                  <a:pt x="6590375" y="1247401"/>
                  <a:pt x="6589778" y="1248316"/>
                </a:cubicBezTo>
                <a:cubicBezTo>
                  <a:pt x="6589182" y="1249231"/>
                  <a:pt x="6588585" y="1250146"/>
                  <a:pt x="6591301" y="1252420"/>
                </a:cubicBezTo>
                <a:cubicBezTo>
                  <a:pt x="6596733" y="1256970"/>
                  <a:pt x="6598254" y="1261075"/>
                  <a:pt x="6606402" y="1267898"/>
                </a:cubicBezTo>
                <a:cubicBezTo>
                  <a:pt x="6614549" y="1274723"/>
                  <a:pt x="6622698" y="1281548"/>
                  <a:pt x="6630846" y="1288373"/>
                </a:cubicBezTo>
                <a:cubicBezTo>
                  <a:pt x="6635681" y="1293836"/>
                  <a:pt x="6631771" y="1293392"/>
                  <a:pt x="6631174" y="1294307"/>
                </a:cubicBezTo>
                <a:cubicBezTo>
                  <a:pt x="6630578" y="1295221"/>
                  <a:pt x="6629981" y="1296136"/>
                  <a:pt x="6629981" y="1296136"/>
                </a:cubicBezTo>
                <a:cubicBezTo>
                  <a:pt x="6613087" y="1283401"/>
                  <a:pt x="6601956" y="1281151"/>
                  <a:pt x="6585661" y="1267503"/>
                </a:cubicBezTo>
                <a:cubicBezTo>
                  <a:pt x="6553069" y="1240205"/>
                  <a:pt x="6524986" y="1212437"/>
                  <a:pt x="6491798" y="1186055"/>
                </a:cubicBezTo>
                <a:cubicBezTo>
                  <a:pt x="6485770" y="1182420"/>
                  <a:pt x="6478816" y="1173765"/>
                  <a:pt x="6477025" y="1176511"/>
                </a:cubicBezTo>
                <a:cubicBezTo>
                  <a:pt x="6471921" y="1177895"/>
                  <a:pt x="6483978" y="1185165"/>
                  <a:pt x="6489409" y="1189714"/>
                </a:cubicBezTo>
                <a:cubicBezTo>
                  <a:pt x="6500870" y="1197899"/>
                  <a:pt x="6509944" y="1209741"/>
                  <a:pt x="6520807" y="1218841"/>
                </a:cubicBezTo>
                <a:cubicBezTo>
                  <a:pt x="6532267" y="1227025"/>
                  <a:pt x="6546444" y="1237486"/>
                  <a:pt x="6556113" y="1248413"/>
                </a:cubicBezTo>
                <a:cubicBezTo>
                  <a:pt x="6573931" y="1266168"/>
                  <a:pt x="6593539" y="1281177"/>
                  <a:pt x="6609834" y="1294825"/>
                </a:cubicBezTo>
                <a:cubicBezTo>
                  <a:pt x="6644544" y="1325312"/>
                  <a:pt x="6675344" y="1355355"/>
                  <a:pt x="6694415" y="1384061"/>
                </a:cubicBezTo>
                <a:cubicBezTo>
                  <a:pt x="6703487" y="1395905"/>
                  <a:pt x="6714350" y="1405004"/>
                  <a:pt x="6725214" y="1414103"/>
                </a:cubicBezTo>
                <a:cubicBezTo>
                  <a:pt x="6727930" y="1416378"/>
                  <a:pt x="6736675" y="1422287"/>
                  <a:pt x="6735481" y="1424117"/>
                </a:cubicBezTo>
                <a:cubicBezTo>
                  <a:pt x="6733093" y="1427776"/>
                  <a:pt x="6726140" y="1419123"/>
                  <a:pt x="6723424" y="1416848"/>
                </a:cubicBezTo>
                <a:cubicBezTo>
                  <a:pt x="6677253" y="1378175"/>
                  <a:pt x="6631083" y="1339505"/>
                  <a:pt x="6582197" y="1298558"/>
                </a:cubicBezTo>
                <a:cubicBezTo>
                  <a:pt x="6565902" y="1284908"/>
                  <a:pt x="6552054" y="1280384"/>
                  <a:pt x="6535490" y="1273584"/>
                </a:cubicBezTo>
                <a:cubicBezTo>
                  <a:pt x="6535490" y="1273584"/>
                  <a:pt x="6534893" y="1274499"/>
                  <a:pt x="6534296" y="1275413"/>
                </a:cubicBezTo>
                <a:cubicBezTo>
                  <a:pt x="6537937" y="1282708"/>
                  <a:pt x="6539458" y="1286813"/>
                  <a:pt x="6540385" y="1291832"/>
                </a:cubicBezTo>
                <a:cubicBezTo>
                  <a:pt x="6538593" y="1294576"/>
                  <a:pt x="6544950" y="1304145"/>
                  <a:pt x="6553098" y="1310968"/>
                </a:cubicBezTo>
                <a:cubicBezTo>
                  <a:pt x="6574824" y="1329167"/>
                  <a:pt x="6570647" y="1335572"/>
                  <a:pt x="6570377" y="1342420"/>
                </a:cubicBezTo>
                <a:cubicBezTo>
                  <a:pt x="6568915" y="1351100"/>
                  <a:pt x="6579510" y="1367046"/>
                  <a:pt x="6590104" y="1382995"/>
                </a:cubicBezTo>
                <a:cubicBezTo>
                  <a:pt x="6591628" y="1387100"/>
                  <a:pt x="6597656" y="1390735"/>
                  <a:pt x="6600371" y="1393009"/>
                </a:cubicBezTo>
                <a:cubicBezTo>
                  <a:pt x="6611234" y="1402109"/>
                  <a:pt x="6622695" y="1410294"/>
                  <a:pt x="6629051" y="1419862"/>
                </a:cubicBezTo>
                <a:cubicBezTo>
                  <a:pt x="6631172" y="1423051"/>
                  <a:pt x="6633887" y="1425327"/>
                  <a:pt x="6639319" y="1429876"/>
                </a:cubicBezTo>
                <a:cubicBezTo>
                  <a:pt x="6647466" y="1436701"/>
                  <a:pt x="6655615" y="1443525"/>
                  <a:pt x="6661046" y="1448075"/>
                </a:cubicBezTo>
                <a:cubicBezTo>
                  <a:pt x="6674029" y="1460364"/>
                  <a:pt x="6688205" y="1470822"/>
                  <a:pt x="6700859" y="1477177"/>
                </a:cubicBezTo>
                <a:cubicBezTo>
                  <a:pt x="6710798" y="1481256"/>
                  <a:pt x="6721064" y="1491271"/>
                  <a:pt x="6727421" y="1500840"/>
                </a:cubicBezTo>
                <a:cubicBezTo>
                  <a:pt x="6738612" y="1515873"/>
                  <a:pt x="6757624" y="1531798"/>
                  <a:pt x="6769413" y="1545916"/>
                </a:cubicBezTo>
                <a:cubicBezTo>
                  <a:pt x="6771531" y="1549105"/>
                  <a:pt x="6821283" y="1582288"/>
                  <a:pt x="6821880" y="1581372"/>
                </a:cubicBezTo>
                <a:cubicBezTo>
                  <a:pt x="6829699" y="1582264"/>
                  <a:pt x="6841160" y="1590447"/>
                  <a:pt x="6849308" y="1597272"/>
                </a:cubicBezTo>
                <a:cubicBezTo>
                  <a:pt x="6858052" y="1603181"/>
                  <a:pt x="6864410" y="1612750"/>
                  <a:pt x="6871363" y="1621404"/>
                </a:cubicBezTo>
                <a:cubicBezTo>
                  <a:pt x="6870766" y="1622320"/>
                  <a:pt x="6870169" y="1623234"/>
                  <a:pt x="6872885" y="1625510"/>
                </a:cubicBezTo>
                <a:cubicBezTo>
                  <a:pt x="6889180" y="1639158"/>
                  <a:pt x="6897656" y="1651916"/>
                  <a:pt x="6910638" y="1664205"/>
                </a:cubicBezTo>
                <a:cubicBezTo>
                  <a:pt x="6918190" y="1671944"/>
                  <a:pt x="6923293" y="1670559"/>
                  <a:pt x="6930247" y="1679213"/>
                </a:cubicBezTo>
                <a:cubicBezTo>
                  <a:pt x="6932964" y="1681489"/>
                  <a:pt x="6957674" y="1695114"/>
                  <a:pt x="6961585" y="1695558"/>
                </a:cubicBezTo>
                <a:cubicBezTo>
                  <a:pt x="6964897" y="1696919"/>
                  <a:pt x="6968210" y="1698278"/>
                  <a:pt x="6971523" y="1699638"/>
                </a:cubicBezTo>
                <a:cubicBezTo>
                  <a:pt x="6986893" y="1708268"/>
                  <a:pt x="6997757" y="1717367"/>
                  <a:pt x="7006232" y="1730125"/>
                </a:cubicBezTo>
                <a:cubicBezTo>
                  <a:pt x="7008350" y="1733315"/>
                  <a:pt x="7010471" y="1736504"/>
                  <a:pt x="7015306" y="1741969"/>
                </a:cubicBezTo>
                <a:cubicBezTo>
                  <a:pt x="7014708" y="1742884"/>
                  <a:pt x="7016827" y="1746073"/>
                  <a:pt x="7016827" y="1746073"/>
                </a:cubicBezTo>
                <a:lnTo>
                  <a:pt x="7032390" y="1760399"/>
                </a:lnTo>
                <a:lnTo>
                  <a:pt x="7035277" y="1765182"/>
                </a:lnTo>
                <a:lnTo>
                  <a:pt x="7050073" y="1794756"/>
                </a:lnTo>
                <a:lnTo>
                  <a:pt x="7047835" y="1793110"/>
                </a:lnTo>
                <a:cubicBezTo>
                  <a:pt x="7043000" y="1787646"/>
                  <a:pt x="7034256" y="1781736"/>
                  <a:pt x="7026706" y="1773998"/>
                </a:cubicBezTo>
                <a:cubicBezTo>
                  <a:pt x="7021274" y="1769447"/>
                  <a:pt x="7020080" y="1771277"/>
                  <a:pt x="7019483" y="1772192"/>
                </a:cubicBezTo>
                <a:cubicBezTo>
                  <a:pt x="7018289" y="1774021"/>
                  <a:pt x="7020409" y="1777210"/>
                  <a:pt x="7023124" y="1779486"/>
                </a:cubicBezTo>
                <a:cubicBezTo>
                  <a:pt x="7028556" y="1784035"/>
                  <a:pt x="7029153" y="1783121"/>
                  <a:pt x="7031869" y="1785396"/>
                </a:cubicBezTo>
                <a:lnTo>
                  <a:pt x="7058277" y="1811154"/>
                </a:lnTo>
                <a:lnTo>
                  <a:pt x="7061568" y="1817734"/>
                </a:lnTo>
                <a:lnTo>
                  <a:pt x="7061218" y="1818466"/>
                </a:lnTo>
                <a:cubicBezTo>
                  <a:pt x="7060280" y="1819097"/>
                  <a:pt x="7059684" y="1820011"/>
                  <a:pt x="7061802" y="1823201"/>
                </a:cubicBezTo>
                <a:lnTo>
                  <a:pt x="7066109" y="1826809"/>
                </a:lnTo>
                <a:lnTo>
                  <a:pt x="7073322" y="1841225"/>
                </a:lnTo>
                <a:cubicBezTo>
                  <a:pt x="7084189" y="1868270"/>
                  <a:pt x="7092648" y="1897210"/>
                  <a:pt x="7096921" y="1928636"/>
                </a:cubicBezTo>
                <a:cubicBezTo>
                  <a:pt x="7097541" y="1945951"/>
                  <a:pt x="7101097" y="1944768"/>
                  <a:pt x="7113862" y="1949286"/>
                </a:cubicBezTo>
                <a:cubicBezTo>
                  <a:pt x="7147548" y="1959985"/>
                  <a:pt x="7132887" y="1977996"/>
                  <a:pt x="7118229" y="1996010"/>
                </a:cubicBezTo>
                <a:cubicBezTo>
                  <a:pt x="7109642" y="2007622"/>
                  <a:pt x="7088720" y="2001436"/>
                  <a:pt x="7087870" y="2027996"/>
                </a:cubicBezTo>
                <a:cubicBezTo>
                  <a:pt x="7098542" y="2024448"/>
                  <a:pt x="7103146" y="2027298"/>
                  <a:pt x="7110261" y="2024934"/>
                </a:cubicBezTo>
                <a:cubicBezTo>
                  <a:pt x="7132655" y="2021870"/>
                  <a:pt x="7160076" y="2008375"/>
                  <a:pt x="7167387" y="2036603"/>
                </a:cubicBezTo>
                <a:cubicBezTo>
                  <a:pt x="7171135" y="2066014"/>
                  <a:pt x="7145803" y="2087574"/>
                  <a:pt x="7116294" y="2093003"/>
                </a:cubicBezTo>
                <a:cubicBezTo>
                  <a:pt x="7094945" y="2100098"/>
                  <a:pt x="7075065" y="2097944"/>
                  <a:pt x="7066712" y="2065688"/>
                </a:cubicBezTo>
                <a:cubicBezTo>
                  <a:pt x="7062537" y="2049557"/>
                  <a:pt x="7050198" y="2031759"/>
                  <a:pt x="7030938" y="2046918"/>
                </a:cubicBezTo>
                <a:cubicBezTo>
                  <a:pt x="7017749" y="2055683"/>
                  <a:pt x="7010207" y="2071328"/>
                  <a:pt x="7018986" y="2090309"/>
                </a:cubicBezTo>
                <a:cubicBezTo>
                  <a:pt x="7025676" y="2101224"/>
                  <a:pt x="7035925" y="2110954"/>
                  <a:pt x="7023780" y="2123752"/>
                </a:cubicBezTo>
                <a:cubicBezTo>
                  <a:pt x="7010592" y="2132514"/>
                  <a:pt x="6997828" y="2127998"/>
                  <a:pt x="6987582" y="2118267"/>
                </a:cubicBezTo>
                <a:cubicBezTo>
                  <a:pt x="6933823" y="2074821"/>
                  <a:pt x="6869154" y="2078796"/>
                  <a:pt x="6794240" y="2073038"/>
                </a:cubicBezTo>
                <a:cubicBezTo>
                  <a:pt x="6848617" y="2133798"/>
                  <a:pt x="6880600" y="2197620"/>
                  <a:pt x="6936872" y="2235850"/>
                </a:cubicBezTo>
                <a:cubicBezTo>
                  <a:pt x="6971176" y="2263863"/>
                  <a:pt x="6952960" y="2283059"/>
                  <a:pt x="6934744" y="2302252"/>
                </a:cubicBezTo>
                <a:cubicBezTo>
                  <a:pt x="6915481" y="2317413"/>
                  <a:pt x="6891003" y="2312412"/>
                  <a:pt x="6870078" y="2306227"/>
                </a:cubicBezTo>
                <a:cubicBezTo>
                  <a:pt x="6827186" y="2289827"/>
                  <a:pt x="6784296" y="2273426"/>
                  <a:pt x="6737845" y="2258204"/>
                </a:cubicBezTo>
                <a:cubicBezTo>
                  <a:pt x="6670473" y="2236804"/>
                  <a:pt x="6601628" y="2224650"/>
                  <a:pt x="6545783" y="2173137"/>
                </a:cubicBezTo>
                <a:cubicBezTo>
                  <a:pt x="6530932" y="2160556"/>
                  <a:pt x="6514609" y="2157221"/>
                  <a:pt x="6500378" y="2161952"/>
                </a:cubicBezTo>
                <a:cubicBezTo>
                  <a:pt x="6426700" y="2190820"/>
                  <a:pt x="6367912" y="2157805"/>
                  <a:pt x="6307038" y="2116725"/>
                </a:cubicBezTo>
                <a:cubicBezTo>
                  <a:pt x="6275449" y="2095472"/>
                  <a:pt x="6243076" y="2075849"/>
                  <a:pt x="6210152" y="2057365"/>
                </a:cubicBezTo>
                <a:lnTo>
                  <a:pt x="6189201" y="2046385"/>
                </a:lnTo>
                <a:lnTo>
                  <a:pt x="6175933" y="2043345"/>
                </a:lnTo>
                <a:lnTo>
                  <a:pt x="6194768" y="2080447"/>
                </a:lnTo>
                <a:cubicBezTo>
                  <a:pt x="6203983" y="2096399"/>
                  <a:pt x="6214646" y="2111366"/>
                  <a:pt x="6228556" y="2123970"/>
                </a:cubicBezTo>
                <a:cubicBezTo>
                  <a:pt x="6250812" y="2140775"/>
                  <a:pt x="6243392" y="2170184"/>
                  <a:pt x="6213719" y="2186990"/>
                </a:cubicBezTo>
                <a:cubicBezTo>
                  <a:pt x="6169209" y="2212200"/>
                  <a:pt x="6132117" y="2254211"/>
                  <a:pt x="6072772" y="2233206"/>
                </a:cubicBezTo>
                <a:cubicBezTo>
                  <a:pt x="6067207" y="2232156"/>
                  <a:pt x="6061642" y="2232942"/>
                  <a:pt x="6056137" y="2234978"/>
                </a:cubicBezTo>
                <a:lnTo>
                  <a:pt x="6045824" y="2240840"/>
                </a:lnTo>
                <a:lnTo>
                  <a:pt x="6048755" y="2243015"/>
                </a:lnTo>
                <a:cubicBezTo>
                  <a:pt x="6064967" y="2255486"/>
                  <a:pt x="6080681" y="2268602"/>
                  <a:pt x="6095165" y="2283496"/>
                </a:cubicBezTo>
                <a:cubicBezTo>
                  <a:pt x="6148497" y="2340221"/>
                  <a:pt x="6206860" y="2386517"/>
                  <a:pt x="6276319" y="2415986"/>
                </a:cubicBezTo>
                <a:cubicBezTo>
                  <a:pt x="6352898" y="2443089"/>
                  <a:pt x="6388440" y="2505728"/>
                  <a:pt x="6418952" y="2578798"/>
                </a:cubicBezTo>
                <a:cubicBezTo>
                  <a:pt x="6423129" y="2594928"/>
                  <a:pt x="6428776" y="2601813"/>
                  <a:pt x="6413071" y="2615789"/>
                </a:cubicBezTo>
                <a:cubicBezTo>
                  <a:pt x="6351733" y="2662456"/>
                  <a:pt x="6352775" y="2666488"/>
                  <a:pt x="6416163" y="2702355"/>
                </a:cubicBezTo>
                <a:cubicBezTo>
                  <a:pt x="6424327" y="2704022"/>
                  <a:pt x="6433529" y="2709721"/>
                  <a:pt x="6441691" y="2711389"/>
                </a:cubicBezTo>
                <a:cubicBezTo>
                  <a:pt x="6455496" y="2719936"/>
                  <a:pt x="6480405" y="2711659"/>
                  <a:pt x="6474950" y="2735369"/>
                </a:cubicBezTo>
                <a:cubicBezTo>
                  <a:pt x="6469497" y="2759080"/>
                  <a:pt x="6449617" y="2756930"/>
                  <a:pt x="6432252" y="2749562"/>
                </a:cubicBezTo>
                <a:cubicBezTo>
                  <a:pt x="6401079" y="2733644"/>
                  <a:pt x="6368863" y="2713695"/>
                  <a:pt x="6336647" y="2693748"/>
                </a:cubicBezTo>
                <a:cubicBezTo>
                  <a:pt x="6322840" y="2685198"/>
                  <a:pt x="6306945" y="2668582"/>
                  <a:pt x="6294373" y="2694659"/>
                </a:cubicBezTo>
                <a:cubicBezTo>
                  <a:pt x="6284317" y="2715520"/>
                  <a:pt x="6280334" y="2729984"/>
                  <a:pt x="6297273" y="2750630"/>
                </a:cubicBezTo>
                <a:cubicBezTo>
                  <a:pt x="6352269" y="2828702"/>
                  <a:pt x="6417320" y="2885913"/>
                  <a:pt x="6490957" y="2931513"/>
                </a:cubicBezTo>
                <a:cubicBezTo>
                  <a:pt x="6512925" y="2941727"/>
                  <a:pt x="6536982" y="2960010"/>
                  <a:pt x="6529012" y="2988936"/>
                </a:cubicBezTo>
                <a:cubicBezTo>
                  <a:pt x="6521046" y="3017861"/>
                  <a:pt x="6487975" y="3024474"/>
                  <a:pt x="6463069" y="3032751"/>
                </a:cubicBezTo>
                <a:cubicBezTo>
                  <a:pt x="6458466" y="3029901"/>
                  <a:pt x="6450306" y="3028233"/>
                  <a:pt x="6445705" y="3025385"/>
                </a:cubicBezTo>
                <a:cubicBezTo>
                  <a:pt x="6429382" y="3022049"/>
                  <a:pt x="6410547" y="3023933"/>
                  <a:pt x="6399445" y="3040759"/>
                </a:cubicBezTo>
                <a:cubicBezTo>
                  <a:pt x="6383532" y="3061378"/>
                  <a:pt x="6366263" y="3069307"/>
                  <a:pt x="6348945" y="3069589"/>
                </a:cubicBezTo>
                <a:lnTo>
                  <a:pt x="6336775" y="3067384"/>
                </a:lnTo>
                <a:lnTo>
                  <a:pt x="6328075" y="3061187"/>
                </a:lnTo>
                <a:cubicBezTo>
                  <a:pt x="6319493" y="3055075"/>
                  <a:pt x="6316471" y="3053332"/>
                  <a:pt x="6318845" y="3056244"/>
                </a:cubicBezTo>
                <a:cubicBezTo>
                  <a:pt x="6318683" y="3056536"/>
                  <a:pt x="6318683" y="3056536"/>
                  <a:pt x="6318683" y="3056536"/>
                </a:cubicBezTo>
                <a:cubicBezTo>
                  <a:pt x="6310103" y="3050425"/>
                  <a:pt x="6306918" y="3048972"/>
                  <a:pt x="6301198" y="3044898"/>
                </a:cubicBezTo>
                <a:cubicBezTo>
                  <a:pt x="6295477" y="3040824"/>
                  <a:pt x="6295800" y="3040240"/>
                  <a:pt x="6293103" y="3037911"/>
                </a:cubicBezTo>
                <a:cubicBezTo>
                  <a:pt x="6287706" y="3033253"/>
                  <a:pt x="6285331" y="3030341"/>
                  <a:pt x="6276749" y="3024230"/>
                </a:cubicBezTo>
                <a:cubicBezTo>
                  <a:pt x="6270868" y="3020448"/>
                  <a:pt x="6271191" y="3019864"/>
                  <a:pt x="6271354" y="3019571"/>
                </a:cubicBezTo>
                <a:cubicBezTo>
                  <a:pt x="6271515" y="3019280"/>
                  <a:pt x="6271839" y="3018696"/>
                  <a:pt x="6272163" y="3018113"/>
                </a:cubicBezTo>
                <a:cubicBezTo>
                  <a:pt x="6260721" y="3009964"/>
                  <a:pt x="6249603" y="3001233"/>
                  <a:pt x="6240213" y="2996581"/>
                </a:cubicBezTo>
                <a:cubicBezTo>
                  <a:pt x="6237353" y="2994544"/>
                  <a:pt x="6231632" y="2990471"/>
                  <a:pt x="6228772" y="2988433"/>
                </a:cubicBezTo>
                <a:cubicBezTo>
                  <a:pt x="6217329" y="2980284"/>
                  <a:pt x="6205888" y="2972137"/>
                  <a:pt x="6194285" y="2964280"/>
                </a:cubicBezTo>
                <a:cubicBezTo>
                  <a:pt x="6188403" y="2960498"/>
                  <a:pt x="6182196" y="2957300"/>
                  <a:pt x="6173939" y="2950606"/>
                </a:cubicBezTo>
                <a:cubicBezTo>
                  <a:pt x="6168542" y="2945949"/>
                  <a:pt x="6159961" y="2939837"/>
                  <a:pt x="6157263" y="2937507"/>
                </a:cubicBezTo>
                <a:cubicBezTo>
                  <a:pt x="6149167" y="2930521"/>
                  <a:pt x="6140748" y="2924117"/>
                  <a:pt x="6132329" y="2917716"/>
                </a:cubicBezTo>
                <a:cubicBezTo>
                  <a:pt x="6129468" y="2915678"/>
                  <a:pt x="6129468" y="2915678"/>
                  <a:pt x="6126770" y="2913349"/>
                </a:cubicBezTo>
                <a:cubicBezTo>
                  <a:pt x="6121374" y="2908692"/>
                  <a:pt x="6118675" y="2906363"/>
                  <a:pt x="6112468" y="2903164"/>
                </a:cubicBezTo>
                <a:cubicBezTo>
                  <a:pt x="6106585" y="2899382"/>
                  <a:pt x="6095630" y="2890358"/>
                  <a:pt x="6098490" y="2892396"/>
                </a:cubicBezTo>
                <a:cubicBezTo>
                  <a:pt x="6098814" y="2891812"/>
                  <a:pt x="6101837" y="2893556"/>
                  <a:pt x="6107557" y="2897631"/>
                </a:cubicBezTo>
                <a:cubicBezTo>
                  <a:pt x="6110418" y="2899667"/>
                  <a:pt x="6110418" y="2899667"/>
                  <a:pt x="6113278" y="2901706"/>
                </a:cubicBezTo>
                <a:cubicBezTo>
                  <a:pt x="6113278" y="2901706"/>
                  <a:pt x="6116300" y="2903451"/>
                  <a:pt x="6116462" y="2903158"/>
                </a:cubicBezTo>
                <a:cubicBezTo>
                  <a:pt x="6113764" y="2900829"/>
                  <a:pt x="6113764" y="2900829"/>
                  <a:pt x="6110903" y="2898792"/>
                </a:cubicBezTo>
                <a:cubicBezTo>
                  <a:pt x="6105183" y="2894718"/>
                  <a:pt x="6096603" y="2888606"/>
                  <a:pt x="6088020" y="2882496"/>
                </a:cubicBezTo>
                <a:cubicBezTo>
                  <a:pt x="6082301" y="2878421"/>
                  <a:pt x="6073719" y="2872312"/>
                  <a:pt x="6073233" y="2873187"/>
                </a:cubicBezTo>
                <a:cubicBezTo>
                  <a:pt x="6073233" y="2873187"/>
                  <a:pt x="6067512" y="2869112"/>
                  <a:pt x="6067512" y="2869112"/>
                </a:cubicBezTo>
                <a:cubicBezTo>
                  <a:pt x="6058769" y="2863293"/>
                  <a:pt x="6056395" y="2860381"/>
                  <a:pt x="6050512" y="2856599"/>
                </a:cubicBezTo>
                <a:cubicBezTo>
                  <a:pt x="6050512" y="2856599"/>
                  <a:pt x="6050512" y="2856599"/>
                  <a:pt x="6047489" y="2854854"/>
                </a:cubicBezTo>
                <a:cubicBezTo>
                  <a:pt x="6046519" y="2856605"/>
                  <a:pt x="6046519" y="2856605"/>
                  <a:pt x="6032216" y="2846421"/>
                </a:cubicBezTo>
                <a:cubicBezTo>
                  <a:pt x="6023635" y="2840309"/>
                  <a:pt x="6020612" y="2838564"/>
                  <a:pt x="6017428" y="2837110"/>
                </a:cubicBezTo>
                <a:cubicBezTo>
                  <a:pt x="6020288" y="2839147"/>
                  <a:pt x="6020128" y="2839440"/>
                  <a:pt x="6022825" y="2841768"/>
                </a:cubicBezTo>
                <a:cubicBezTo>
                  <a:pt x="6028222" y="2846427"/>
                  <a:pt x="6033781" y="2850793"/>
                  <a:pt x="6036318" y="2853413"/>
                </a:cubicBezTo>
                <a:cubicBezTo>
                  <a:pt x="6036075" y="2853851"/>
                  <a:pt x="6038098" y="2855599"/>
                  <a:pt x="6040857" y="2857818"/>
                </a:cubicBezTo>
                <a:lnTo>
                  <a:pt x="6042491" y="2859139"/>
                </a:lnTo>
                <a:lnTo>
                  <a:pt x="6040075" y="2858016"/>
                </a:lnTo>
                <a:lnTo>
                  <a:pt x="6037715" y="2858075"/>
                </a:lnTo>
                <a:lnTo>
                  <a:pt x="6031028" y="2853058"/>
                </a:lnTo>
                <a:cubicBezTo>
                  <a:pt x="6028505" y="2851312"/>
                  <a:pt x="6026279" y="2849930"/>
                  <a:pt x="6026117" y="2850221"/>
                </a:cubicBezTo>
                <a:cubicBezTo>
                  <a:pt x="6025631" y="2851098"/>
                  <a:pt x="6017374" y="2844402"/>
                  <a:pt x="6014189" y="2842949"/>
                </a:cubicBezTo>
                <a:cubicBezTo>
                  <a:pt x="6011491" y="2840620"/>
                  <a:pt x="6006094" y="2835962"/>
                  <a:pt x="6000536" y="2831597"/>
                </a:cubicBezTo>
                <a:cubicBezTo>
                  <a:pt x="5995301" y="2826647"/>
                  <a:pt x="5986558" y="2820827"/>
                  <a:pt x="5983049" y="2819958"/>
                </a:cubicBezTo>
                <a:cubicBezTo>
                  <a:pt x="5980026" y="2818214"/>
                  <a:pt x="5980026" y="2818214"/>
                  <a:pt x="5977167" y="2816177"/>
                </a:cubicBezTo>
                <a:cubicBezTo>
                  <a:pt x="5971446" y="2812103"/>
                  <a:pt x="5968587" y="2810066"/>
                  <a:pt x="5963026" y="2805700"/>
                </a:cubicBezTo>
                <a:cubicBezTo>
                  <a:pt x="5957468" y="2801334"/>
                  <a:pt x="5949211" y="2794639"/>
                  <a:pt x="5943328" y="2790858"/>
                </a:cubicBezTo>
                <a:cubicBezTo>
                  <a:pt x="5931562" y="2783293"/>
                  <a:pt x="5923144" y="2776889"/>
                  <a:pt x="5914563" y="2770779"/>
                </a:cubicBezTo>
                <a:cubicBezTo>
                  <a:pt x="5908842" y="2766705"/>
                  <a:pt x="5908680" y="2766996"/>
                  <a:pt x="5905495" y="2765543"/>
                </a:cubicBezTo>
                <a:cubicBezTo>
                  <a:pt x="5905333" y="2765836"/>
                  <a:pt x="5902474" y="2763798"/>
                  <a:pt x="5896914" y="2759433"/>
                </a:cubicBezTo>
                <a:cubicBezTo>
                  <a:pt x="5897076" y="2759140"/>
                  <a:pt x="5897238" y="2758847"/>
                  <a:pt x="5897400" y="2758557"/>
                </a:cubicBezTo>
                <a:cubicBezTo>
                  <a:pt x="5897885" y="2757680"/>
                  <a:pt x="5909165" y="2766121"/>
                  <a:pt x="5909814" y="2764954"/>
                </a:cubicBezTo>
                <a:cubicBezTo>
                  <a:pt x="5907277" y="2762333"/>
                  <a:pt x="5912999" y="2766407"/>
                  <a:pt x="5918557" y="2770773"/>
                </a:cubicBezTo>
                <a:cubicBezTo>
                  <a:pt x="5918557" y="2770773"/>
                  <a:pt x="5918394" y="2771065"/>
                  <a:pt x="5918394" y="2771065"/>
                </a:cubicBezTo>
                <a:cubicBezTo>
                  <a:pt x="5921093" y="2773394"/>
                  <a:pt x="5923791" y="2775722"/>
                  <a:pt x="5926652" y="2777759"/>
                </a:cubicBezTo>
                <a:cubicBezTo>
                  <a:pt x="5932534" y="2781542"/>
                  <a:pt x="5929837" y="2779212"/>
                  <a:pt x="5932858" y="2780957"/>
                </a:cubicBezTo>
                <a:cubicBezTo>
                  <a:pt x="5935880" y="2782703"/>
                  <a:pt x="5944623" y="2788522"/>
                  <a:pt x="5939226" y="2783865"/>
                </a:cubicBezTo>
                <a:cubicBezTo>
                  <a:pt x="5936690" y="2781242"/>
                  <a:pt x="5937014" y="2780658"/>
                  <a:pt x="5931455" y="2776293"/>
                </a:cubicBezTo>
                <a:cubicBezTo>
                  <a:pt x="5922875" y="2770183"/>
                  <a:pt x="5917316" y="2765815"/>
                  <a:pt x="5911433" y="2762034"/>
                </a:cubicBezTo>
                <a:cubicBezTo>
                  <a:pt x="5905550" y="2758252"/>
                  <a:pt x="5905550" y="2758252"/>
                  <a:pt x="5899992" y="2753886"/>
                </a:cubicBezTo>
                <a:cubicBezTo>
                  <a:pt x="5897292" y="2751557"/>
                  <a:pt x="5894433" y="2749520"/>
                  <a:pt x="5888551" y="2745738"/>
                </a:cubicBezTo>
                <a:cubicBezTo>
                  <a:pt x="5876784" y="2738174"/>
                  <a:pt x="5868204" y="2732063"/>
                  <a:pt x="5857086" y="2723331"/>
                </a:cubicBezTo>
                <a:cubicBezTo>
                  <a:pt x="5851527" y="2718965"/>
                  <a:pt x="5845806" y="2714891"/>
                  <a:pt x="5842946" y="2712854"/>
                </a:cubicBezTo>
                <a:cubicBezTo>
                  <a:pt x="5836903" y="2709364"/>
                  <a:pt x="5828321" y="2703253"/>
                  <a:pt x="5819739" y="2697142"/>
                </a:cubicBezTo>
                <a:cubicBezTo>
                  <a:pt x="5814018" y="2693067"/>
                  <a:pt x="5814018" y="2693067"/>
                  <a:pt x="5813694" y="2693652"/>
                </a:cubicBezTo>
                <a:cubicBezTo>
                  <a:pt x="5810348" y="2692491"/>
                  <a:pt x="5807488" y="2690453"/>
                  <a:pt x="5802091" y="2685796"/>
                </a:cubicBezTo>
                <a:cubicBezTo>
                  <a:pt x="5796695" y="2681137"/>
                  <a:pt x="5788114" y="2675026"/>
                  <a:pt x="5785576" y="2672406"/>
                </a:cubicBezTo>
                <a:cubicBezTo>
                  <a:pt x="5782878" y="2670077"/>
                  <a:pt x="5780018" y="2668040"/>
                  <a:pt x="5777157" y="2666003"/>
                </a:cubicBezTo>
                <a:cubicBezTo>
                  <a:pt x="5768090" y="2660768"/>
                  <a:pt x="5754113" y="2649998"/>
                  <a:pt x="5745208" y="2644471"/>
                </a:cubicBezTo>
                <a:cubicBezTo>
                  <a:pt x="5742185" y="2642727"/>
                  <a:pt x="5739486" y="2640398"/>
                  <a:pt x="5736140" y="2639236"/>
                </a:cubicBezTo>
                <a:cubicBezTo>
                  <a:pt x="5732956" y="2637783"/>
                  <a:pt x="5724861" y="2630797"/>
                  <a:pt x="5718654" y="2627598"/>
                </a:cubicBezTo>
                <a:cubicBezTo>
                  <a:pt x="5721190" y="2630220"/>
                  <a:pt x="5726427" y="2635168"/>
                  <a:pt x="5735006" y="2641280"/>
                </a:cubicBezTo>
                <a:cubicBezTo>
                  <a:pt x="5743750" y="2647099"/>
                  <a:pt x="5746287" y="2649721"/>
                  <a:pt x="5748823" y="2652340"/>
                </a:cubicBezTo>
                <a:cubicBezTo>
                  <a:pt x="5748661" y="2652633"/>
                  <a:pt x="5751360" y="2654962"/>
                  <a:pt x="5754382" y="2656706"/>
                </a:cubicBezTo>
                <a:cubicBezTo>
                  <a:pt x="5757405" y="2658452"/>
                  <a:pt x="5763125" y="2662526"/>
                  <a:pt x="5769008" y="2666307"/>
                </a:cubicBezTo>
                <a:cubicBezTo>
                  <a:pt x="5774728" y="2670381"/>
                  <a:pt x="5769332" y="2665724"/>
                  <a:pt x="5772516" y="2667177"/>
                </a:cubicBezTo>
                <a:cubicBezTo>
                  <a:pt x="5772678" y="2666885"/>
                  <a:pt x="5772678" y="2666885"/>
                  <a:pt x="5775537" y="2668922"/>
                </a:cubicBezTo>
                <a:cubicBezTo>
                  <a:pt x="5775214" y="2669506"/>
                  <a:pt x="5775052" y="2669797"/>
                  <a:pt x="5774728" y="2670381"/>
                </a:cubicBezTo>
                <a:cubicBezTo>
                  <a:pt x="5774566" y="2670674"/>
                  <a:pt x="5774405" y="2670966"/>
                  <a:pt x="5780125" y="2675039"/>
                </a:cubicBezTo>
                <a:cubicBezTo>
                  <a:pt x="5785846" y="2679113"/>
                  <a:pt x="5793942" y="2686100"/>
                  <a:pt x="5802846" y="2691627"/>
                </a:cubicBezTo>
                <a:cubicBezTo>
                  <a:pt x="5802846" y="2691627"/>
                  <a:pt x="5802091" y="2691191"/>
                  <a:pt x="5801693" y="2691010"/>
                </a:cubicBezTo>
                <a:cubicBezTo>
                  <a:pt x="5801294" y="2690827"/>
                  <a:pt x="5801254" y="2690901"/>
                  <a:pt x="5802684" y="2691920"/>
                </a:cubicBezTo>
                <a:lnTo>
                  <a:pt x="5803117" y="2692169"/>
                </a:lnTo>
                <a:lnTo>
                  <a:pt x="5804736" y="2695415"/>
                </a:lnTo>
                <a:cubicBezTo>
                  <a:pt x="5810131" y="2700073"/>
                  <a:pt x="5815528" y="2704733"/>
                  <a:pt x="5815042" y="2705608"/>
                </a:cubicBezTo>
                <a:cubicBezTo>
                  <a:pt x="5806463" y="2699497"/>
                  <a:pt x="5795182" y="2691056"/>
                  <a:pt x="5789137" y="2687566"/>
                </a:cubicBezTo>
                <a:cubicBezTo>
                  <a:pt x="5780395" y="2681747"/>
                  <a:pt x="5771812" y="2675636"/>
                  <a:pt x="5763232" y="2669525"/>
                </a:cubicBezTo>
                <a:cubicBezTo>
                  <a:pt x="5751953" y="2661085"/>
                  <a:pt x="5743695" y="2654391"/>
                  <a:pt x="5731767" y="2647118"/>
                </a:cubicBezTo>
                <a:cubicBezTo>
                  <a:pt x="5728907" y="2645081"/>
                  <a:pt x="5726209" y="2642753"/>
                  <a:pt x="5723350" y="2640716"/>
                </a:cubicBezTo>
                <a:cubicBezTo>
                  <a:pt x="5712070" y="2632276"/>
                  <a:pt x="5700790" y="2623835"/>
                  <a:pt x="5689024" y="2616272"/>
                </a:cubicBezTo>
                <a:cubicBezTo>
                  <a:pt x="5686002" y="2614526"/>
                  <a:pt x="5683142" y="2612488"/>
                  <a:pt x="5683142" y="2612488"/>
                </a:cubicBezTo>
                <a:cubicBezTo>
                  <a:pt x="5675047" y="2605503"/>
                  <a:pt x="5666304" y="2599684"/>
                  <a:pt x="5657722" y="2593572"/>
                </a:cubicBezTo>
                <a:cubicBezTo>
                  <a:pt x="5640560" y="2581350"/>
                  <a:pt x="5623398" y="2569128"/>
                  <a:pt x="5606235" y="2556906"/>
                </a:cubicBezTo>
                <a:cubicBezTo>
                  <a:pt x="5600515" y="2552832"/>
                  <a:pt x="5594634" y="2549050"/>
                  <a:pt x="5591934" y="2546721"/>
                </a:cubicBezTo>
                <a:cubicBezTo>
                  <a:pt x="5586538" y="2542064"/>
                  <a:pt x="5580655" y="2538282"/>
                  <a:pt x="5574771" y="2534499"/>
                </a:cubicBezTo>
                <a:cubicBezTo>
                  <a:pt x="5565867" y="2528972"/>
                  <a:pt x="5551565" y="2518788"/>
                  <a:pt x="5543469" y="2511800"/>
                </a:cubicBezTo>
                <a:cubicBezTo>
                  <a:pt x="5535374" y="2504813"/>
                  <a:pt x="5526631" y="2498994"/>
                  <a:pt x="5517726" y="2493467"/>
                </a:cubicBezTo>
                <a:cubicBezTo>
                  <a:pt x="5508984" y="2487648"/>
                  <a:pt x="5500080" y="2482121"/>
                  <a:pt x="5491984" y="2475134"/>
                </a:cubicBezTo>
                <a:cubicBezTo>
                  <a:pt x="5492144" y="2474842"/>
                  <a:pt x="5486262" y="2471060"/>
                  <a:pt x="5483403" y="2469023"/>
                </a:cubicBezTo>
                <a:cubicBezTo>
                  <a:pt x="5469101" y="2458839"/>
                  <a:pt x="5454798" y="2448653"/>
                  <a:pt x="5440334" y="2438760"/>
                </a:cubicBezTo>
                <a:cubicBezTo>
                  <a:pt x="5434452" y="2434978"/>
                  <a:pt x="5431592" y="2432941"/>
                  <a:pt x="5431268" y="2433525"/>
                </a:cubicBezTo>
                <a:cubicBezTo>
                  <a:pt x="5431106" y="2433817"/>
                  <a:pt x="5433642" y="2436437"/>
                  <a:pt x="5427922" y="2432364"/>
                </a:cubicBezTo>
                <a:cubicBezTo>
                  <a:pt x="5416318" y="2424508"/>
                  <a:pt x="5407251" y="2419272"/>
                  <a:pt x="5395810" y="2411125"/>
                </a:cubicBezTo>
                <a:cubicBezTo>
                  <a:pt x="5384368" y="2402976"/>
                  <a:pt x="5384206" y="2403268"/>
                  <a:pt x="5373250" y="2394245"/>
                </a:cubicBezTo>
                <a:cubicBezTo>
                  <a:pt x="5370390" y="2392207"/>
                  <a:pt x="5370390" y="2392207"/>
                  <a:pt x="5370390" y="2392207"/>
                </a:cubicBezTo>
                <a:cubicBezTo>
                  <a:pt x="5364345" y="2388717"/>
                  <a:pt x="5355926" y="2382314"/>
                  <a:pt x="5350045" y="2378533"/>
                </a:cubicBezTo>
                <a:cubicBezTo>
                  <a:pt x="5332557" y="2366894"/>
                  <a:pt x="5332557" y="2366894"/>
                  <a:pt x="5318903" y="2355541"/>
                </a:cubicBezTo>
                <a:cubicBezTo>
                  <a:pt x="5318903" y="2355541"/>
                  <a:pt x="5313182" y="2351467"/>
                  <a:pt x="5313182" y="2351467"/>
                </a:cubicBezTo>
                <a:cubicBezTo>
                  <a:pt x="5309352" y="2351182"/>
                  <a:pt x="5301417" y="2343903"/>
                  <a:pt x="5292837" y="2337793"/>
                </a:cubicBezTo>
                <a:cubicBezTo>
                  <a:pt x="5290138" y="2335464"/>
                  <a:pt x="5284254" y="2331682"/>
                  <a:pt x="5284578" y="2331098"/>
                </a:cubicBezTo>
                <a:cubicBezTo>
                  <a:pt x="5287763" y="2332551"/>
                  <a:pt x="5290461" y="2334880"/>
                  <a:pt x="5293484" y="2336625"/>
                </a:cubicBezTo>
                <a:cubicBezTo>
                  <a:pt x="5301903" y="2343028"/>
                  <a:pt x="5310486" y="2349139"/>
                  <a:pt x="5313993" y="2350007"/>
                </a:cubicBezTo>
                <a:cubicBezTo>
                  <a:pt x="5311132" y="2347972"/>
                  <a:pt x="5305249" y="2344189"/>
                  <a:pt x="5305573" y="2343605"/>
                </a:cubicBezTo>
                <a:cubicBezTo>
                  <a:pt x="5302876" y="2341276"/>
                  <a:pt x="5305898" y="2343022"/>
                  <a:pt x="5311618" y="2347096"/>
                </a:cubicBezTo>
                <a:cubicBezTo>
                  <a:pt x="5317338" y="2351169"/>
                  <a:pt x="5320361" y="2352914"/>
                  <a:pt x="5320523" y="2352622"/>
                </a:cubicBezTo>
                <a:cubicBezTo>
                  <a:pt x="5323546" y="2354367"/>
                  <a:pt x="5320847" y="2352039"/>
                  <a:pt x="5320685" y="2352331"/>
                </a:cubicBezTo>
                <a:cubicBezTo>
                  <a:pt x="5320685" y="2352331"/>
                  <a:pt x="5317825" y="2350294"/>
                  <a:pt x="5317825" y="2350294"/>
                </a:cubicBezTo>
                <a:cubicBezTo>
                  <a:pt x="5306384" y="2342145"/>
                  <a:pt x="5294780" y="2334290"/>
                  <a:pt x="5283500" y="2325849"/>
                </a:cubicBezTo>
                <a:cubicBezTo>
                  <a:pt x="5275243" y="2319154"/>
                  <a:pt x="5263639" y="2311299"/>
                  <a:pt x="5255058" y="2305187"/>
                </a:cubicBezTo>
                <a:cubicBezTo>
                  <a:pt x="5248851" y="2301990"/>
                  <a:pt x="5237896" y="2292964"/>
                  <a:pt x="5226132" y="2285401"/>
                </a:cubicBezTo>
                <a:cubicBezTo>
                  <a:pt x="5217064" y="2280166"/>
                  <a:pt x="5212153" y="2274632"/>
                  <a:pt x="5200712" y="2266485"/>
                </a:cubicBezTo>
                <a:cubicBezTo>
                  <a:pt x="5200712" y="2266485"/>
                  <a:pt x="5200712" y="2266485"/>
                  <a:pt x="5197852" y="2264448"/>
                </a:cubicBezTo>
                <a:cubicBezTo>
                  <a:pt x="5197690" y="2264739"/>
                  <a:pt x="5200387" y="2267068"/>
                  <a:pt x="5194505" y="2263287"/>
                </a:cubicBezTo>
                <a:cubicBezTo>
                  <a:pt x="5191645" y="2261251"/>
                  <a:pt x="5188784" y="2259213"/>
                  <a:pt x="5189108" y="2258629"/>
                </a:cubicBezTo>
                <a:cubicBezTo>
                  <a:pt x="5186248" y="2256591"/>
                  <a:pt x="5180527" y="2252516"/>
                  <a:pt x="5177666" y="2250480"/>
                </a:cubicBezTo>
                <a:cubicBezTo>
                  <a:pt x="5174806" y="2248444"/>
                  <a:pt x="5171945" y="2246406"/>
                  <a:pt x="5172108" y="2246114"/>
                </a:cubicBezTo>
                <a:cubicBezTo>
                  <a:pt x="5163689" y="2239712"/>
                  <a:pt x="5157482" y="2236513"/>
                  <a:pt x="5148739" y="2230694"/>
                </a:cubicBezTo>
                <a:cubicBezTo>
                  <a:pt x="5148578" y="2230987"/>
                  <a:pt x="5151276" y="2233315"/>
                  <a:pt x="5145393" y="2229533"/>
                </a:cubicBezTo>
                <a:cubicBezTo>
                  <a:pt x="5142533" y="2227496"/>
                  <a:pt x="5136812" y="2223423"/>
                  <a:pt x="5133951" y="2221385"/>
                </a:cubicBezTo>
                <a:cubicBezTo>
                  <a:pt x="5131415" y="2218764"/>
                  <a:pt x="5134599" y="2220216"/>
                  <a:pt x="5132062" y="2217596"/>
                </a:cubicBezTo>
                <a:cubicBezTo>
                  <a:pt x="5132386" y="2217012"/>
                  <a:pt x="5132386" y="2217012"/>
                  <a:pt x="5126666" y="2212939"/>
                </a:cubicBezTo>
                <a:cubicBezTo>
                  <a:pt x="5123805" y="2210901"/>
                  <a:pt x="5120945" y="2208865"/>
                  <a:pt x="5115224" y="2204790"/>
                </a:cubicBezTo>
                <a:cubicBezTo>
                  <a:pt x="5112363" y="2202754"/>
                  <a:pt x="5106643" y="2198681"/>
                  <a:pt x="5103782" y="2196642"/>
                </a:cubicBezTo>
                <a:cubicBezTo>
                  <a:pt x="5100923" y="2194606"/>
                  <a:pt x="5098062" y="2192569"/>
                  <a:pt x="5098224" y="2192277"/>
                </a:cubicBezTo>
                <a:cubicBezTo>
                  <a:pt x="5090290" y="2184998"/>
                  <a:pt x="5090290" y="2184998"/>
                  <a:pt x="5081710" y="2178887"/>
                </a:cubicBezTo>
                <a:cubicBezTo>
                  <a:pt x="5070269" y="2170740"/>
                  <a:pt x="5070269" y="2170740"/>
                  <a:pt x="5076636" y="2173645"/>
                </a:cubicBezTo>
                <a:cubicBezTo>
                  <a:pt x="5070915" y="2169572"/>
                  <a:pt x="5059636" y="2161131"/>
                  <a:pt x="5056614" y="2159386"/>
                </a:cubicBezTo>
                <a:cubicBezTo>
                  <a:pt x="5053268" y="2158224"/>
                  <a:pt x="5047061" y="2155026"/>
                  <a:pt x="5049436" y="2157938"/>
                </a:cubicBezTo>
                <a:cubicBezTo>
                  <a:pt x="5049436" y="2157938"/>
                  <a:pt x="5049274" y="2158231"/>
                  <a:pt x="5046252" y="2156487"/>
                </a:cubicBezTo>
                <a:cubicBezTo>
                  <a:pt x="5035620" y="2146878"/>
                  <a:pt x="5020994" y="2137278"/>
                  <a:pt x="5006692" y="2127093"/>
                </a:cubicBezTo>
                <a:cubicBezTo>
                  <a:pt x="5001134" y="2122726"/>
                  <a:pt x="4995251" y="2118944"/>
                  <a:pt x="4986670" y="2112835"/>
                </a:cubicBezTo>
                <a:cubicBezTo>
                  <a:pt x="4986508" y="2113126"/>
                  <a:pt x="4983648" y="2111089"/>
                  <a:pt x="4983648" y="2111089"/>
                </a:cubicBezTo>
                <a:cubicBezTo>
                  <a:pt x="4978251" y="2106431"/>
                  <a:pt x="4969507" y="2100611"/>
                  <a:pt x="4964110" y="2095952"/>
                </a:cubicBezTo>
                <a:cubicBezTo>
                  <a:pt x="4952830" y="2087515"/>
                  <a:pt x="4941065" y="2079950"/>
                  <a:pt x="4937558" y="2079080"/>
                </a:cubicBezTo>
                <a:cubicBezTo>
                  <a:pt x="4937395" y="2079373"/>
                  <a:pt x="4934373" y="2077627"/>
                  <a:pt x="4931513" y="2075590"/>
                </a:cubicBezTo>
                <a:cubicBezTo>
                  <a:pt x="4928490" y="2073845"/>
                  <a:pt x="4925630" y="2071808"/>
                  <a:pt x="4925953" y="2071224"/>
                </a:cubicBezTo>
                <a:cubicBezTo>
                  <a:pt x="4914514" y="2063076"/>
                  <a:pt x="4908307" y="2059879"/>
                  <a:pt x="4899563" y="2054059"/>
                </a:cubicBezTo>
                <a:cubicBezTo>
                  <a:pt x="4899239" y="2054642"/>
                  <a:pt x="4896217" y="2052897"/>
                  <a:pt x="4890658" y="2048531"/>
                </a:cubicBezTo>
                <a:cubicBezTo>
                  <a:pt x="4879216" y="2040383"/>
                  <a:pt x="4867289" y="2033112"/>
                  <a:pt x="4856010" y="2024671"/>
                </a:cubicBezTo>
                <a:cubicBezTo>
                  <a:pt x="4853150" y="2022635"/>
                  <a:pt x="4852988" y="2022926"/>
                  <a:pt x="4852826" y="2023218"/>
                </a:cubicBezTo>
                <a:cubicBezTo>
                  <a:pt x="4852826" y="2023218"/>
                  <a:pt x="4852664" y="2023510"/>
                  <a:pt x="4855523" y="2025548"/>
                </a:cubicBezTo>
                <a:cubicBezTo>
                  <a:pt x="4861244" y="2029621"/>
                  <a:pt x="4864105" y="2031658"/>
                  <a:pt x="4866965" y="2033696"/>
                </a:cubicBezTo>
                <a:cubicBezTo>
                  <a:pt x="4869826" y="2035732"/>
                  <a:pt x="4872686" y="2037770"/>
                  <a:pt x="4875384" y="2040098"/>
                </a:cubicBezTo>
                <a:cubicBezTo>
                  <a:pt x="4877759" y="2043011"/>
                  <a:pt x="4886177" y="2049413"/>
                  <a:pt x="4894760" y="2055525"/>
                </a:cubicBezTo>
                <a:cubicBezTo>
                  <a:pt x="4900481" y="2059599"/>
                  <a:pt x="4906202" y="2063673"/>
                  <a:pt x="4914782" y="2069784"/>
                </a:cubicBezTo>
                <a:cubicBezTo>
                  <a:pt x="4915268" y="2068908"/>
                  <a:pt x="4923525" y="2075602"/>
                  <a:pt x="4926547" y="2077348"/>
                </a:cubicBezTo>
                <a:cubicBezTo>
                  <a:pt x="4943710" y="2089571"/>
                  <a:pt x="4963732" y="2103830"/>
                  <a:pt x="4980895" y="2116051"/>
                </a:cubicBezTo>
                <a:cubicBezTo>
                  <a:pt x="4981056" y="2115760"/>
                  <a:pt x="4984079" y="2117504"/>
                  <a:pt x="4986777" y="2119834"/>
                </a:cubicBezTo>
                <a:cubicBezTo>
                  <a:pt x="4989636" y="2121871"/>
                  <a:pt x="4989636" y="2121871"/>
                  <a:pt x="4989475" y="2122162"/>
                </a:cubicBezTo>
                <a:cubicBezTo>
                  <a:pt x="4989313" y="2122453"/>
                  <a:pt x="4989151" y="2122746"/>
                  <a:pt x="4988990" y="2123037"/>
                </a:cubicBezTo>
                <a:cubicBezTo>
                  <a:pt x="5012034" y="2139042"/>
                  <a:pt x="5031571" y="2154176"/>
                  <a:pt x="5054454" y="2170474"/>
                </a:cubicBezTo>
                <a:cubicBezTo>
                  <a:pt x="5060500" y="2173962"/>
                  <a:pt x="5066220" y="2178038"/>
                  <a:pt x="5071616" y="2182696"/>
                </a:cubicBezTo>
                <a:cubicBezTo>
                  <a:pt x="5094501" y="2198992"/>
                  <a:pt x="5120242" y="2217323"/>
                  <a:pt x="5143126" y="2233620"/>
                </a:cubicBezTo>
                <a:cubicBezTo>
                  <a:pt x="5143288" y="2233328"/>
                  <a:pt x="5143449" y="2233036"/>
                  <a:pt x="5143449" y="2233036"/>
                </a:cubicBezTo>
                <a:cubicBezTo>
                  <a:pt x="5157752" y="2243222"/>
                  <a:pt x="5169192" y="2251370"/>
                  <a:pt x="5180634" y="2259517"/>
                </a:cubicBezTo>
                <a:cubicBezTo>
                  <a:pt x="5180634" y="2259517"/>
                  <a:pt x="5183332" y="2261847"/>
                  <a:pt x="5183171" y="2262138"/>
                </a:cubicBezTo>
                <a:cubicBezTo>
                  <a:pt x="5186031" y="2264175"/>
                  <a:pt x="5194774" y="2269994"/>
                  <a:pt x="5194612" y="2270285"/>
                </a:cubicBezTo>
                <a:cubicBezTo>
                  <a:pt x="5196987" y="2273198"/>
                  <a:pt x="5202706" y="2277273"/>
                  <a:pt x="5205568" y="2279310"/>
                </a:cubicBezTo>
                <a:cubicBezTo>
                  <a:pt x="5217333" y="2286874"/>
                  <a:pt x="5225915" y="2292985"/>
                  <a:pt x="5237194" y="2301424"/>
                </a:cubicBezTo>
                <a:cubicBezTo>
                  <a:pt x="5239892" y="2303753"/>
                  <a:pt x="5245613" y="2307828"/>
                  <a:pt x="5248635" y="2309572"/>
                </a:cubicBezTo>
                <a:cubicBezTo>
                  <a:pt x="5257540" y="2315100"/>
                  <a:pt x="5265960" y="2321504"/>
                  <a:pt x="5274378" y="2327906"/>
                </a:cubicBezTo>
                <a:cubicBezTo>
                  <a:pt x="5276592" y="2331110"/>
                  <a:pt x="5285495" y="2336637"/>
                  <a:pt x="5291217" y="2340711"/>
                </a:cubicBezTo>
                <a:cubicBezTo>
                  <a:pt x="5305356" y="2351189"/>
                  <a:pt x="5316960" y="2359045"/>
                  <a:pt x="5328400" y="2367192"/>
                </a:cubicBezTo>
                <a:cubicBezTo>
                  <a:pt x="5342704" y="2377379"/>
                  <a:pt x="5354145" y="2385526"/>
                  <a:pt x="5365586" y="2393674"/>
                </a:cubicBezTo>
                <a:cubicBezTo>
                  <a:pt x="5376218" y="2403280"/>
                  <a:pt x="5388632" y="2409677"/>
                  <a:pt x="5399912" y="2418118"/>
                </a:cubicBezTo>
                <a:cubicBezTo>
                  <a:pt x="5402608" y="2420447"/>
                  <a:pt x="5408491" y="2424229"/>
                  <a:pt x="5408329" y="2424520"/>
                </a:cubicBezTo>
                <a:cubicBezTo>
                  <a:pt x="5416588" y="2431214"/>
                  <a:pt x="5422471" y="2434997"/>
                  <a:pt x="5431051" y="2441108"/>
                </a:cubicBezTo>
                <a:cubicBezTo>
                  <a:pt x="5442491" y="2449256"/>
                  <a:pt x="5456957" y="2459150"/>
                  <a:pt x="5468237" y="2467590"/>
                </a:cubicBezTo>
                <a:cubicBezTo>
                  <a:pt x="5479515" y="2476029"/>
                  <a:pt x="5487934" y="2482432"/>
                  <a:pt x="5496677" y="2488251"/>
                </a:cubicBezTo>
                <a:cubicBezTo>
                  <a:pt x="5505259" y="2494363"/>
                  <a:pt x="5513515" y="2501058"/>
                  <a:pt x="5522097" y="2507167"/>
                </a:cubicBezTo>
                <a:cubicBezTo>
                  <a:pt x="5544981" y="2523464"/>
                  <a:pt x="5567863" y="2539760"/>
                  <a:pt x="5587886" y="2554020"/>
                </a:cubicBezTo>
                <a:lnTo>
                  <a:pt x="5613086" y="2572042"/>
                </a:lnTo>
                <a:lnTo>
                  <a:pt x="5605175" y="2567978"/>
                </a:lnTo>
                <a:cubicBezTo>
                  <a:pt x="5602099" y="2566328"/>
                  <a:pt x="5599238" y="2564292"/>
                  <a:pt x="5596378" y="2562255"/>
                </a:cubicBezTo>
                <a:cubicBezTo>
                  <a:pt x="5593518" y="2560218"/>
                  <a:pt x="5590657" y="2558181"/>
                  <a:pt x="5584938" y="2554107"/>
                </a:cubicBezTo>
                <a:cubicBezTo>
                  <a:pt x="5582076" y="2552070"/>
                  <a:pt x="5581861" y="2552458"/>
                  <a:pt x="5581861" y="2552458"/>
                </a:cubicBezTo>
                <a:cubicBezTo>
                  <a:pt x="5581645" y="2552846"/>
                  <a:pt x="5581431" y="2553234"/>
                  <a:pt x="5584291" y="2555272"/>
                </a:cubicBezTo>
                <a:cubicBezTo>
                  <a:pt x="5595948" y="2563032"/>
                  <a:pt x="5606742" y="2572344"/>
                  <a:pt x="5618185" y="2580492"/>
                </a:cubicBezTo>
                <a:cubicBezTo>
                  <a:pt x="5624121" y="2584178"/>
                  <a:pt x="5626765" y="2586603"/>
                  <a:pt x="5626335" y="2587379"/>
                </a:cubicBezTo>
                <a:cubicBezTo>
                  <a:pt x="5634701" y="2593878"/>
                  <a:pt x="5639775" y="2599117"/>
                  <a:pt x="5651216" y="2607265"/>
                </a:cubicBezTo>
                <a:cubicBezTo>
                  <a:pt x="5651647" y="2606488"/>
                  <a:pt x="5654507" y="2608525"/>
                  <a:pt x="5657153" y="2610950"/>
                </a:cubicBezTo>
                <a:cubicBezTo>
                  <a:pt x="5660013" y="2612989"/>
                  <a:pt x="5662658" y="2615412"/>
                  <a:pt x="5662444" y="2615801"/>
                </a:cubicBezTo>
                <a:cubicBezTo>
                  <a:pt x="5664443" y="2619391"/>
                  <a:pt x="5675453" y="2628315"/>
                  <a:pt x="5687108" y="2636075"/>
                </a:cubicBezTo>
                <a:cubicBezTo>
                  <a:pt x="5693261" y="2639371"/>
                  <a:pt x="5701626" y="2645871"/>
                  <a:pt x="5707778" y="2649170"/>
                </a:cubicBezTo>
                <a:cubicBezTo>
                  <a:pt x="5707778" y="2649170"/>
                  <a:pt x="5710639" y="2651207"/>
                  <a:pt x="5710424" y="2651595"/>
                </a:cubicBezTo>
                <a:cubicBezTo>
                  <a:pt x="5719004" y="2657705"/>
                  <a:pt x="5724510" y="2662168"/>
                  <a:pt x="5730444" y="2665853"/>
                </a:cubicBezTo>
                <a:cubicBezTo>
                  <a:pt x="5744748" y="2676040"/>
                  <a:pt x="5758618" y="2687000"/>
                  <a:pt x="5771136" y="2693206"/>
                </a:cubicBezTo>
                <a:cubicBezTo>
                  <a:pt x="5773782" y="2695633"/>
                  <a:pt x="5773566" y="2696020"/>
                  <a:pt x="5773566" y="2696020"/>
                </a:cubicBezTo>
                <a:cubicBezTo>
                  <a:pt x="5770059" y="2695148"/>
                  <a:pt x="5775134" y="2700386"/>
                  <a:pt x="5777349" y="2703587"/>
                </a:cubicBezTo>
                <a:cubicBezTo>
                  <a:pt x="5779994" y="2706013"/>
                  <a:pt x="5791651" y="2713773"/>
                  <a:pt x="5797372" y="2717847"/>
                </a:cubicBezTo>
                <a:cubicBezTo>
                  <a:pt x="5792514" y="2712220"/>
                  <a:pt x="5792514" y="2712220"/>
                  <a:pt x="5803953" y="2720368"/>
                </a:cubicBezTo>
                <a:cubicBezTo>
                  <a:pt x="5812535" y="2726478"/>
                  <a:pt x="5812535" y="2726478"/>
                  <a:pt x="5821978" y="2731037"/>
                </a:cubicBezTo>
                <a:cubicBezTo>
                  <a:pt x="5822193" y="2730649"/>
                  <a:pt x="5825053" y="2732687"/>
                  <a:pt x="5827915" y="2734723"/>
                </a:cubicBezTo>
                <a:cubicBezTo>
                  <a:pt x="5830774" y="2736760"/>
                  <a:pt x="5836495" y="2740834"/>
                  <a:pt x="5839355" y="2742871"/>
                </a:cubicBezTo>
                <a:cubicBezTo>
                  <a:pt x="5845076" y="2746946"/>
                  <a:pt x="5847936" y="2748982"/>
                  <a:pt x="5850796" y="2751019"/>
                </a:cubicBezTo>
                <a:cubicBezTo>
                  <a:pt x="5856517" y="2755093"/>
                  <a:pt x="5856517" y="2755093"/>
                  <a:pt x="5856948" y="2754316"/>
                </a:cubicBezTo>
                <a:cubicBezTo>
                  <a:pt x="5860238" y="2755578"/>
                  <a:pt x="5857809" y="2752763"/>
                  <a:pt x="5861100" y="2754025"/>
                </a:cubicBezTo>
                <a:cubicBezTo>
                  <a:pt x="5863961" y="2756062"/>
                  <a:pt x="5869682" y="2760137"/>
                  <a:pt x="5872542" y="2762173"/>
                </a:cubicBezTo>
                <a:cubicBezTo>
                  <a:pt x="5878047" y="2766635"/>
                  <a:pt x="5874973" y="2764987"/>
                  <a:pt x="5874758" y="2765375"/>
                </a:cubicBezTo>
                <a:cubicBezTo>
                  <a:pt x="5883121" y="2771873"/>
                  <a:pt x="5888196" y="2777112"/>
                  <a:pt x="5896994" y="2782835"/>
                </a:cubicBezTo>
                <a:cubicBezTo>
                  <a:pt x="5897208" y="2782447"/>
                  <a:pt x="5900068" y="2784483"/>
                  <a:pt x="5902930" y="2786520"/>
                </a:cubicBezTo>
                <a:cubicBezTo>
                  <a:pt x="5905789" y="2788558"/>
                  <a:pt x="5911512" y="2792631"/>
                  <a:pt x="5914372" y="2794669"/>
                </a:cubicBezTo>
                <a:cubicBezTo>
                  <a:pt x="5914802" y="2793893"/>
                  <a:pt x="5917661" y="2795930"/>
                  <a:pt x="5920522" y="2797967"/>
                </a:cubicBezTo>
                <a:cubicBezTo>
                  <a:pt x="5926028" y="2802429"/>
                  <a:pt x="5922952" y="2800779"/>
                  <a:pt x="5922736" y="2801169"/>
                </a:cubicBezTo>
                <a:cubicBezTo>
                  <a:pt x="5925597" y="2803205"/>
                  <a:pt x="5925597" y="2803205"/>
                  <a:pt x="5925597" y="2803205"/>
                </a:cubicBezTo>
                <a:cubicBezTo>
                  <a:pt x="5937037" y="2811353"/>
                  <a:pt x="5943836" y="2813486"/>
                  <a:pt x="5951771" y="2820762"/>
                </a:cubicBezTo>
                <a:cubicBezTo>
                  <a:pt x="5962781" y="2829686"/>
                  <a:pt x="5974869" y="2836670"/>
                  <a:pt x="5979943" y="2841908"/>
                </a:cubicBezTo>
                <a:cubicBezTo>
                  <a:pt x="5988525" y="2848020"/>
                  <a:pt x="5999751" y="2856555"/>
                  <a:pt x="6008762" y="2861889"/>
                </a:cubicBezTo>
                <a:lnTo>
                  <a:pt x="6020443" y="2870208"/>
                </a:lnTo>
                <a:lnTo>
                  <a:pt x="6019005" y="2879251"/>
                </a:lnTo>
                <a:cubicBezTo>
                  <a:pt x="6021016" y="2885152"/>
                  <a:pt x="6024622" y="2891617"/>
                  <a:pt x="6026189" y="2897667"/>
                </a:cubicBezTo>
                <a:cubicBezTo>
                  <a:pt x="6039145" y="2932776"/>
                  <a:pt x="6055658" y="2966705"/>
                  <a:pt x="6068612" y="3001816"/>
                </a:cubicBezTo>
                <a:cubicBezTo>
                  <a:pt x="6075922" y="3030043"/>
                  <a:pt x="6097463" y="3053540"/>
                  <a:pt x="6090539" y="3086498"/>
                </a:cubicBezTo>
                <a:cubicBezTo>
                  <a:pt x="6089699" y="3094441"/>
                  <a:pt x="6088596" y="3101376"/>
                  <a:pt x="6087008" y="3106902"/>
                </a:cubicBezTo>
                <a:lnTo>
                  <a:pt x="6083251" y="3113849"/>
                </a:lnTo>
                <a:lnTo>
                  <a:pt x="6085287" y="3116009"/>
                </a:lnTo>
                <a:cubicBezTo>
                  <a:pt x="6120990" y="3154346"/>
                  <a:pt x="6154372" y="3195307"/>
                  <a:pt x="6172917" y="3249925"/>
                </a:cubicBezTo>
                <a:cubicBezTo>
                  <a:pt x="6176628" y="3266729"/>
                  <a:pt x="6187754" y="3279334"/>
                  <a:pt x="6198885" y="3296139"/>
                </a:cubicBezTo>
                <a:cubicBezTo>
                  <a:pt x="6184047" y="3312945"/>
                  <a:pt x="6165500" y="3312946"/>
                  <a:pt x="6150663" y="3333952"/>
                </a:cubicBezTo>
                <a:cubicBezTo>
                  <a:pt x="6139536" y="3352858"/>
                  <a:pt x="6120064" y="3364411"/>
                  <a:pt x="6098735" y="3367563"/>
                </a:cubicBezTo>
                <a:lnTo>
                  <a:pt x="6067910" y="3365946"/>
                </a:lnTo>
                <a:lnTo>
                  <a:pt x="6075856" y="3388917"/>
                </a:lnTo>
                <a:cubicBezTo>
                  <a:pt x="6082715" y="3406072"/>
                  <a:pt x="6090617" y="3422607"/>
                  <a:pt x="6100393" y="3437970"/>
                </a:cubicBezTo>
                <a:cubicBezTo>
                  <a:pt x="6101436" y="3442002"/>
                  <a:pt x="6104570" y="3454100"/>
                  <a:pt x="6102056" y="3459314"/>
                </a:cubicBezTo>
                <a:lnTo>
                  <a:pt x="6099386" y="3460846"/>
                </a:lnTo>
                <a:lnTo>
                  <a:pt x="6079334" y="3445164"/>
                </a:lnTo>
                <a:cubicBezTo>
                  <a:pt x="6070176" y="3437442"/>
                  <a:pt x="6060736" y="3429337"/>
                  <a:pt x="6050878" y="3421944"/>
                </a:cubicBezTo>
                <a:cubicBezTo>
                  <a:pt x="6041876" y="3416555"/>
                  <a:pt x="6033427" y="3410218"/>
                  <a:pt x="6026132" y="3408838"/>
                </a:cubicBezTo>
                <a:cubicBezTo>
                  <a:pt x="6025578" y="3409787"/>
                  <a:pt x="6022207" y="3408623"/>
                  <a:pt x="6024470" y="3411684"/>
                </a:cubicBezTo>
                <a:cubicBezTo>
                  <a:pt x="6029547" y="3416857"/>
                  <a:pt x="6035733" y="3420133"/>
                  <a:pt x="6031255" y="3420867"/>
                </a:cubicBezTo>
                <a:cubicBezTo>
                  <a:pt x="6030146" y="3422765"/>
                  <a:pt x="6025067" y="3417590"/>
                  <a:pt x="6022252" y="3415479"/>
                </a:cubicBezTo>
                <a:cubicBezTo>
                  <a:pt x="6019436" y="3413366"/>
                  <a:pt x="6016620" y="3411253"/>
                  <a:pt x="6010988" y="3407028"/>
                </a:cubicBezTo>
                <a:cubicBezTo>
                  <a:pt x="6008171" y="3404916"/>
                  <a:pt x="6002539" y="3400691"/>
                  <a:pt x="5996906" y="3396466"/>
                </a:cubicBezTo>
                <a:cubicBezTo>
                  <a:pt x="5996352" y="3397414"/>
                  <a:pt x="5995797" y="3398362"/>
                  <a:pt x="5995244" y="3399311"/>
                </a:cubicBezTo>
                <a:cubicBezTo>
                  <a:pt x="5998060" y="3401424"/>
                  <a:pt x="6000877" y="3403536"/>
                  <a:pt x="6006508" y="3407760"/>
                </a:cubicBezTo>
                <a:cubicBezTo>
                  <a:pt x="6014957" y="3414099"/>
                  <a:pt x="6017218" y="3417160"/>
                  <a:pt x="6012738" y="3417894"/>
                </a:cubicBezTo>
                <a:cubicBezTo>
                  <a:pt x="6020057" y="3422700"/>
                  <a:pt x="6025977" y="3428165"/>
                  <a:pt x="6031898" y="3433630"/>
                </a:cubicBezTo>
                <a:lnTo>
                  <a:pt x="6049666" y="3448224"/>
                </a:lnTo>
                <a:lnTo>
                  <a:pt x="6037110" y="3442297"/>
                </a:lnTo>
                <a:lnTo>
                  <a:pt x="6032496" y="3439537"/>
                </a:lnTo>
                <a:cubicBezTo>
                  <a:pt x="6012783" y="3424749"/>
                  <a:pt x="5995887" y="3412074"/>
                  <a:pt x="5978990" y="3399398"/>
                </a:cubicBezTo>
                <a:cubicBezTo>
                  <a:pt x="5967725" y="3390948"/>
                  <a:pt x="5957015" y="3381549"/>
                  <a:pt x="5946903" y="3378057"/>
                </a:cubicBezTo>
                <a:cubicBezTo>
                  <a:pt x="5946903" y="3378057"/>
                  <a:pt x="5944087" y="3375946"/>
                  <a:pt x="5941270" y="3373834"/>
                </a:cubicBezTo>
                <a:cubicBezTo>
                  <a:pt x="5928853" y="3360425"/>
                  <a:pt x="5912556" y="3353658"/>
                  <a:pt x="5899029" y="3342146"/>
                </a:cubicBezTo>
                <a:cubicBezTo>
                  <a:pt x="5885502" y="3330633"/>
                  <a:pt x="5871422" y="3320072"/>
                  <a:pt x="5856786" y="3310457"/>
                </a:cubicBezTo>
                <a:cubicBezTo>
                  <a:pt x="5812881" y="3281615"/>
                  <a:pt x="5774564" y="3250143"/>
                  <a:pt x="5731767" y="3219404"/>
                </a:cubicBezTo>
                <a:cubicBezTo>
                  <a:pt x="5731767" y="3219404"/>
                  <a:pt x="5732322" y="3218457"/>
                  <a:pt x="5729504" y="3216343"/>
                </a:cubicBezTo>
                <a:cubicBezTo>
                  <a:pt x="5733430" y="3216558"/>
                  <a:pt x="5735692" y="3219620"/>
                  <a:pt x="5741323" y="3223845"/>
                </a:cubicBezTo>
                <a:cubicBezTo>
                  <a:pt x="5744140" y="3225958"/>
                  <a:pt x="5744695" y="3225009"/>
                  <a:pt x="5744695" y="3225009"/>
                </a:cubicBezTo>
                <a:cubicBezTo>
                  <a:pt x="5745249" y="3224060"/>
                  <a:pt x="5746357" y="3222164"/>
                  <a:pt x="5742987" y="3220999"/>
                </a:cubicBezTo>
                <a:cubicBezTo>
                  <a:pt x="5740171" y="3218886"/>
                  <a:pt x="5738464" y="3214876"/>
                  <a:pt x="5735647" y="3212765"/>
                </a:cubicBezTo>
                <a:cubicBezTo>
                  <a:pt x="5718196" y="3201038"/>
                  <a:pt x="5705778" y="3187629"/>
                  <a:pt x="5688881" y="3174955"/>
                </a:cubicBezTo>
                <a:cubicBezTo>
                  <a:pt x="5638190" y="3136929"/>
                  <a:pt x="5584684" y="3096792"/>
                  <a:pt x="5533993" y="3058766"/>
                </a:cubicBezTo>
                <a:cubicBezTo>
                  <a:pt x="5517096" y="3046092"/>
                  <a:pt x="5503570" y="3034579"/>
                  <a:pt x="5497893" y="3023499"/>
                </a:cubicBezTo>
                <a:cubicBezTo>
                  <a:pt x="5501818" y="3023714"/>
                  <a:pt x="5507451" y="3027940"/>
                  <a:pt x="5510821" y="3029104"/>
                </a:cubicBezTo>
                <a:cubicBezTo>
                  <a:pt x="5528827" y="3039880"/>
                  <a:pt x="5534459" y="3044105"/>
                  <a:pt x="5536765" y="3054024"/>
                </a:cubicBezTo>
                <a:cubicBezTo>
                  <a:pt x="5538473" y="3058034"/>
                  <a:pt x="5541288" y="3060146"/>
                  <a:pt x="5544659" y="3061310"/>
                </a:cubicBezTo>
                <a:cubicBezTo>
                  <a:pt x="5554215" y="3065749"/>
                  <a:pt x="5564927" y="3075148"/>
                  <a:pt x="5573375" y="3081485"/>
                </a:cubicBezTo>
                <a:cubicBezTo>
                  <a:pt x="5590271" y="3094160"/>
                  <a:pt x="5604353" y="3104723"/>
                  <a:pt x="5622913" y="3114552"/>
                </a:cubicBezTo>
                <a:cubicBezTo>
                  <a:pt x="5629099" y="3117829"/>
                  <a:pt x="5640917" y="3125331"/>
                  <a:pt x="5643179" y="3128391"/>
                </a:cubicBezTo>
                <a:cubicBezTo>
                  <a:pt x="5652782" y="3139688"/>
                  <a:pt x="5667971" y="3148353"/>
                  <a:pt x="5675310" y="3156588"/>
                </a:cubicBezTo>
                <a:cubicBezTo>
                  <a:pt x="5680388" y="3161761"/>
                  <a:pt x="5686020" y="3165985"/>
                  <a:pt x="5692206" y="3169262"/>
                </a:cubicBezTo>
                <a:cubicBezTo>
                  <a:pt x="5704581" y="3175815"/>
                  <a:pt x="5713030" y="3182152"/>
                  <a:pt x="5723186" y="3192501"/>
                </a:cubicBezTo>
                <a:cubicBezTo>
                  <a:pt x="5731079" y="3199787"/>
                  <a:pt x="5736712" y="3204011"/>
                  <a:pt x="5746270" y="3208453"/>
                </a:cubicBezTo>
                <a:cubicBezTo>
                  <a:pt x="5763121" y="3214272"/>
                  <a:pt x="5783389" y="3228111"/>
                  <a:pt x="5802547" y="3243846"/>
                </a:cubicBezTo>
                <a:cubicBezTo>
                  <a:pt x="5808180" y="3248072"/>
                  <a:pt x="5813258" y="3253245"/>
                  <a:pt x="5815519" y="3256307"/>
                </a:cubicBezTo>
                <a:cubicBezTo>
                  <a:pt x="5827382" y="3270663"/>
                  <a:pt x="5840909" y="3282174"/>
                  <a:pt x="5854990" y="3292737"/>
                </a:cubicBezTo>
                <a:cubicBezTo>
                  <a:pt x="5869071" y="3303300"/>
                  <a:pt x="5885967" y="3315975"/>
                  <a:pt x="5900049" y="3326536"/>
                </a:cubicBezTo>
                <a:cubicBezTo>
                  <a:pt x="5916945" y="3339211"/>
                  <a:pt x="5937213" y="3353050"/>
                  <a:pt x="5955773" y="3362880"/>
                </a:cubicBezTo>
                <a:cubicBezTo>
                  <a:pt x="5961405" y="3367106"/>
                  <a:pt x="5967038" y="3371331"/>
                  <a:pt x="5969854" y="3373444"/>
                </a:cubicBezTo>
                <a:cubicBezTo>
                  <a:pt x="5978302" y="3379781"/>
                  <a:pt x="5981672" y="3380945"/>
                  <a:pt x="5985597" y="3381160"/>
                </a:cubicBezTo>
                <a:cubicBezTo>
                  <a:pt x="5965330" y="3367321"/>
                  <a:pt x="5952913" y="3353912"/>
                  <a:pt x="5936015" y="3341237"/>
                </a:cubicBezTo>
                <a:cubicBezTo>
                  <a:pt x="5914041" y="3323389"/>
                  <a:pt x="5892065" y="3305541"/>
                  <a:pt x="5873462" y="3288855"/>
                </a:cubicBezTo>
                <a:cubicBezTo>
                  <a:pt x="5859934" y="3277344"/>
                  <a:pt x="5846408" y="3265833"/>
                  <a:pt x="5832882" y="3254321"/>
                </a:cubicBezTo>
                <a:cubicBezTo>
                  <a:pt x="5816539" y="3240698"/>
                  <a:pt x="5801349" y="3232034"/>
                  <a:pt x="5787823" y="3220521"/>
                </a:cubicBezTo>
                <a:cubicBezTo>
                  <a:pt x="5777113" y="3211123"/>
                  <a:pt x="5767001" y="3207631"/>
                  <a:pt x="5752921" y="3197069"/>
                </a:cubicBezTo>
                <a:cubicBezTo>
                  <a:pt x="5745026" y="3189783"/>
                  <a:pt x="5733208" y="3182281"/>
                  <a:pt x="5721944" y="3173830"/>
                </a:cubicBezTo>
                <a:cubicBezTo>
                  <a:pt x="5719127" y="3171718"/>
                  <a:pt x="5719127" y="3171718"/>
                  <a:pt x="5716311" y="3169605"/>
                </a:cubicBezTo>
                <a:cubicBezTo>
                  <a:pt x="5702275" y="3165899"/>
                  <a:pt x="5688749" y="3154388"/>
                  <a:pt x="5675776" y="3141928"/>
                </a:cubicBezTo>
                <a:cubicBezTo>
                  <a:pt x="5665620" y="3131580"/>
                  <a:pt x="5653801" y="3124079"/>
                  <a:pt x="5644201" y="3112783"/>
                </a:cubicBezTo>
                <a:cubicBezTo>
                  <a:pt x="5644201" y="3112783"/>
                  <a:pt x="5641383" y="3110671"/>
                  <a:pt x="5638012" y="3109507"/>
                </a:cubicBezTo>
                <a:cubicBezTo>
                  <a:pt x="5634643" y="3108343"/>
                  <a:pt x="5631826" y="3106230"/>
                  <a:pt x="5629010" y="3104118"/>
                </a:cubicBezTo>
                <a:cubicBezTo>
                  <a:pt x="5601402" y="3082044"/>
                  <a:pt x="5571024" y="3064714"/>
                  <a:pt x="5543971" y="3041691"/>
                </a:cubicBezTo>
                <a:cubicBezTo>
                  <a:pt x="5532707" y="3033240"/>
                  <a:pt x="5525412" y="3031863"/>
                  <a:pt x="5517516" y="3024577"/>
                </a:cubicBezTo>
                <a:cubicBezTo>
                  <a:pt x="5509069" y="3018237"/>
                  <a:pt x="5497804" y="3009789"/>
                  <a:pt x="5489355" y="3003450"/>
                </a:cubicBezTo>
                <a:cubicBezTo>
                  <a:pt x="5471905" y="2991724"/>
                  <a:pt x="5460041" y="2977367"/>
                  <a:pt x="5444852" y="2968702"/>
                </a:cubicBezTo>
                <a:cubicBezTo>
                  <a:pt x="5439219" y="2964477"/>
                  <a:pt x="5436403" y="2962366"/>
                  <a:pt x="5433587" y="2960253"/>
                </a:cubicBezTo>
                <a:cubicBezTo>
                  <a:pt x="5430771" y="2958140"/>
                  <a:pt x="5428508" y="2955077"/>
                  <a:pt x="5424585" y="2954863"/>
                </a:cubicBezTo>
                <a:cubicBezTo>
                  <a:pt x="5424031" y="2955812"/>
                  <a:pt x="5425737" y="2959821"/>
                  <a:pt x="5428553" y="2961934"/>
                </a:cubicBezTo>
                <a:cubicBezTo>
                  <a:pt x="5436448" y="2969220"/>
                  <a:pt x="5443232" y="2978403"/>
                  <a:pt x="5454497" y="2986853"/>
                </a:cubicBezTo>
                <a:cubicBezTo>
                  <a:pt x="5460130" y="2991079"/>
                  <a:pt x="5459022" y="2992976"/>
                  <a:pt x="5464100" y="2998150"/>
                </a:cubicBezTo>
                <a:cubicBezTo>
                  <a:pt x="5448355" y="2990433"/>
                  <a:pt x="5434274" y="2979871"/>
                  <a:pt x="5419639" y="2970256"/>
                </a:cubicBezTo>
                <a:cubicBezTo>
                  <a:pt x="5407820" y="2962754"/>
                  <a:pt x="5398263" y="2958315"/>
                  <a:pt x="5386444" y="2950812"/>
                </a:cubicBezTo>
                <a:cubicBezTo>
                  <a:pt x="5383628" y="2948700"/>
                  <a:pt x="5376887" y="2946372"/>
                  <a:pt x="5378596" y="2950381"/>
                </a:cubicBezTo>
                <a:cubicBezTo>
                  <a:pt x="5380302" y="2954392"/>
                  <a:pt x="5386489" y="2957668"/>
                  <a:pt x="5389305" y="2959781"/>
                </a:cubicBezTo>
                <a:cubicBezTo>
                  <a:pt x="5409018" y="2974569"/>
                  <a:pt x="5425915" y="2987244"/>
                  <a:pt x="5445628" y="3002031"/>
                </a:cubicBezTo>
                <a:cubicBezTo>
                  <a:pt x="5479421" y="3027381"/>
                  <a:pt x="5511552" y="3055577"/>
                  <a:pt x="5539205" y="3084505"/>
                </a:cubicBezTo>
                <a:cubicBezTo>
                  <a:pt x="5549360" y="3094854"/>
                  <a:pt x="5563995" y="3104468"/>
                  <a:pt x="5574152" y="3114814"/>
                </a:cubicBezTo>
                <a:cubicBezTo>
                  <a:pt x="5584862" y="3124214"/>
                  <a:pt x="5599497" y="3133826"/>
                  <a:pt x="5614131" y="3143441"/>
                </a:cubicBezTo>
                <a:cubicBezTo>
                  <a:pt x="5626505" y="3149993"/>
                  <a:pt x="5643956" y="3161720"/>
                  <a:pt x="5658038" y="3172283"/>
                </a:cubicBezTo>
                <a:cubicBezTo>
                  <a:pt x="5680012" y="3190130"/>
                  <a:pt x="5703649" y="3205135"/>
                  <a:pt x="5724516" y="3224881"/>
                </a:cubicBezTo>
                <a:cubicBezTo>
                  <a:pt x="5726778" y="3227942"/>
                  <a:pt x="5729593" y="3230055"/>
                  <a:pt x="5732965" y="3231219"/>
                </a:cubicBezTo>
                <a:cubicBezTo>
                  <a:pt x="5757157" y="3245272"/>
                  <a:pt x="5778578" y="3264069"/>
                  <a:pt x="5801106" y="3280969"/>
                </a:cubicBezTo>
                <a:cubicBezTo>
                  <a:pt x="5827006" y="3299034"/>
                  <a:pt x="5850089" y="3314985"/>
                  <a:pt x="5874327" y="3335895"/>
                </a:cubicBezTo>
                <a:lnTo>
                  <a:pt x="5896602" y="3353123"/>
                </a:lnTo>
                <a:lnTo>
                  <a:pt x="5869191" y="3338282"/>
                </a:lnTo>
                <a:cubicBezTo>
                  <a:pt x="5847715" y="3329149"/>
                  <a:pt x="5825405" y="3324144"/>
                  <a:pt x="5802463" y="3320889"/>
                </a:cubicBezTo>
                <a:lnTo>
                  <a:pt x="5797202" y="3320339"/>
                </a:lnTo>
                <a:lnTo>
                  <a:pt x="5761392" y="3293477"/>
                </a:lnTo>
                <a:cubicBezTo>
                  <a:pt x="5763101" y="3297485"/>
                  <a:pt x="5767624" y="3303608"/>
                  <a:pt x="5773810" y="3306886"/>
                </a:cubicBezTo>
                <a:lnTo>
                  <a:pt x="5790861" y="3319676"/>
                </a:lnTo>
                <a:lnTo>
                  <a:pt x="5758188" y="3316259"/>
                </a:lnTo>
                <a:lnTo>
                  <a:pt x="5759849" y="3321706"/>
                </a:lnTo>
                <a:lnTo>
                  <a:pt x="5749198" y="3314346"/>
                </a:lnTo>
                <a:cubicBezTo>
                  <a:pt x="5745826" y="3313183"/>
                  <a:pt x="5740194" y="3308957"/>
                  <a:pt x="5735116" y="3303783"/>
                </a:cubicBezTo>
                <a:cubicBezTo>
                  <a:pt x="5733409" y="3299774"/>
                  <a:pt x="5727222" y="3296498"/>
                  <a:pt x="5724406" y="3294384"/>
                </a:cubicBezTo>
                <a:cubicBezTo>
                  <a:pt x="5718774" y="3290159"/>
                  <a:pt x="5716512" y="3287098"/>
                  <a:pt x="5715403" y="3288996"/>
                </a:cubicBezTo>
                <a:cubicBezTo>
                  <a:pt x="5714294" y="3290892"/>
                  <a:pt x="5717112" y="3293005"/>
                  <a:pt x="5722743" y="3297231"/>
                </a:cubicBezTo>
                <a:cubicBezTo>
                  <a:pt x="5731192" y="3303569"/>
                  <a:pt x="5739640" y="3309906"/>
                  <a:pt x="5745272" y="3314130"/>
                </a:cubicBezTo>
                <a:cubicBezTo>
                  <a:pt x="5756537" y="3322581"/>
                  <a:pt x="5757690" y="3327538"/>
                  <a:pt x="5750396" y="3326160"/>
                </a:cubicBezTo>
                <a:cubicBezTo>
                  <a:pt x="5750396" y="3326160"/>
                  <a:pt x="5749841" y="3327108"/>
                  <a:pt x="5749287" y="3328057"/>
                </a:cubicBezTo>
                <a:cubicBezTo>
                  <a:pt x="5737512" y="3327411"/>
                  <a:pt x="5737512" y="3327411"/>
                  <a:pt x="5714982" y="3310510"/>
                </a:cubicBezTo>
                <a:cubicBezTo>
                  <a:pt x="5714982" y="3310510"/>
                  <a:pt x="5712166" y="3308398"/>
                  <a:pt x="5712166" y="3308398"/>
                </a:cubicBezTo>
                <a:cubicBezTo>
                  <a:pt x="5702055" y="3304906"/>
                  <a:pt x="5693607" y="3298569"/>
                  <a:pt x="5686821" y="3289386"/>
                </a:cubicBezTo>
                <a:cubicBezTo>
                  <a:pt x="5681189" y="3285161"/>
                  <a:pt x="5678373" y="3283048"/>
                  <a:pt x="5672741" y="3278823"/>
                </a:cubicBezTo>
                <a:cubicBezTo>
                  <a:pt x="5669925" y="3276710"/>
                  <a:pt x="5663737" y="3273433"/>
                  <a:pt x="5662584" y="3268477"/>
                </a:cubicBezTo>
                <a:cubicBezTo>
                  <a:pt x="5656951" y="3264250"/>
                  <a:pt x="5647949" y="3258862"/>
                  <a:pt x="5642870" y="3253688"/>
                </a:cubicBezTo>
                <a:cubicBezTo>
                  <a:pt x="5631606" y="3245239"/>
                  <a:pt x="5622603" y="3239850"/>
                  <a:pt x="5616417" y="3236573"/>
                </a:cubicBezTo>
                <a:cubicBezTo>
                  <a:pt x="5606861" y="3232132"/>
                  <a:pt x="5598411" y="3225795"/>
                  <a:pt x="5591071" y="3217560"/>
                </a:cubicBezTo>
                <a:cubicBezTo>
                  <a:pt x="5585993" y="3212387"/>
                  <a:pt x="5575283" y="3202988"/>
                  <a:pt x="5566835" y="3196651"/>
                </a:cubicBezTo>
                <a:cubicBezTo>
                  <a:pt x="5563464" y="3195486"/>
                  <a:pt x="5557833" y="3191261"/>
                  <a:pt x="5556124" y="3187251"/>
                </a:cubicBezTo>
                <a:cubicBezTo>
                  <a:pt x="5553862" y="3184191"/>
                  <a:pt x="5551048" y="3182078"/>
                  <a:pt x="5547676" y="3180914"/>
                </a:cubicBezTo>
                <a:cubicBezTo>
                  <a:pt x="5531932" y="3173198"/>
                  <a:pt x="5516144" y="3158625"/>
                  <a:pt x="5502064" y="3148064"/>
                </a:cubicBezTo>
                <a:cubicBezTo>
                  <a:pt x="5500955" y="3149960"/>
                  <a:pt x="5503216" y="3153021"/>
                  <a:pt x="5497030" y="3149745"/>
                </a:cubicBezTo>
                <a:cubicBezTo>
                  <a:pt x="5494213" y="3147632"/>
                  <a:pt x="5488581" y="3143407"/>
                  <a:pt x="5492507" y="3143623"/>
                </a:cubicBezTo>
                <a:cubicBezTo>
                  <a:pt x="5486875" y="3139397"/>
                  <a:pt x="5481242" y="3135171"/>
                  <a:pt x="5475610" y="3130947"/>
                </a:cubicBezTo>
                <a:cubicBezTo>
                  <a:pt x="5475055" y="3131896"/>
                  <a:pt x="5476764" y="3135905"/>
                  <a:pt x="5470576" y="3132629"/>
                </a:cubicBezTo>
                <a:cubicBezTo>
                  <a:pt x="5467760" y="3130517"/>
                  <a:pt x="5465499" y="3127456"/>
                  <a:pt x="5466052" y="3126507"/>
                </a:cubicBezTo>
                <a:cubicBezTo>
                  <a:pt x="5460420" y="3122282"/>
                  <a:pt x="5454788" y="3118057"/>
                  <a:pt x="5451973" y="3115945"/>
                </a:cubicBezTo>
                <a:cubicBezTo>
                  <a:pt x="5448601" y="3114780"/>
                  <a:pt x="5450308" y="3118790"/>
                  <a:pt x="5444676" y="3114566"/>
                </a:cubicBezTo>
                <a:cubicBezTo>
                  <a:pt x="5441860" y="3112453"/>
                  <a:pt x="5435674" y="3109176"/>
                  <a:pt x="5433967" y="3105166"/>
                </a:cubicBezTo>
                <a:cubicBezTo>
                  <a:pt x="5428888" y="3099991"/>
                  <a:pt x="5418777" y="3096501"/>
                  <a:pt x="5413699" y="3091328"/>
                </a:cubicBezTo>
                <a:cubicBezTo>
                  <a:pt x="5406359" y="3083093"/>
                  <a:pt x="5400172" y="3079816"/>
                  <a:pt x="5394540" y="3075591"/>
                </a:cubicBezTo>
                <a:cubicBezTo>
                  <a:pt x="5389462" y="3070418"/>
                  <a:pt x="5386092" y="3069254"/>
                  <a:pt x="5380459" y="3065028"/>
                </a:cubicBezTo>
                <a:cubicBezTo>
                  <a:pt x="5370902" y="3060588"/>
                  <a:pt x="5356821" y="3050026"/>
                  <a:pt x="5346665" y="3039678"/>
                </a:cubicBezTo>
                <a:cubicBezTo>
                  <a:pt x="5338217" y="3033340"/>
                  <a:pt x="5328105" y="3029849"/>
                  <a:pt x="5317950" y="3019502"/>
                </a:cubicBezTo>
                <a:cubicBezTo>
                  <a:pt x="5317396" y="3020451"/>
                  <a:pt x="5307284" y="3016959"/>
                  <a:pt x="5303914" y="3015794"/>
                </a:cubicBezTo>
                <a:cubicBezTo>
                  <a:pt x="5290985" y="3010190"/>
                  <a:pt x="5290985" y="3010190"/>
                  <a:pt x="5284754" y="3000060"/>
                </a:cubicBezTo>
                <a:cubicBezTo>
                  <a:pt x="5282491" y="2996997"/>
                  <a:pt x="5280232" y="2993937"/>
                  <a:pt x="5283601" y="2995101"/>
                </a:cubicBezTo>
                <a:cubicBezTo>
                  <a:pt x="5286972" y="2996264"/>
                  <a:pt x="5287526" y="2995316"/>
                  <a:pt x="5293159" y="2999541"/>
                </a:cubicBezTo>
                <a:cubicBezTo>
                  <a:pt x="5301607" y="3005878"/>
                  <a:pt x="5310056" y="3012216"/>
                  <a:pt x="5318504" y="3018553"/>
                </a:cubicBezTo>
                <a:cubicBezTo>
                  <a:pt x="5329170" y="3021096"/>
                  <a:pt x="5341542" y="3027649"/>
                  <a:pt x="5358440" y="3040325"/>
                </a:cubicBezTo>
                <a:cubicBezTo>
                  <a:pt x="5364072" y="3044550"/>
                  <a:pt x="5369705" y="3048776"/>
                  <a:pt x="5375336" y="3052999"/>
                </a:cubicBezTo>
                <a:cubicBezTo>
                  <a:pt x="5402944" y="3075072"/>
                  <a:pt x="5432768" y="3093353"/>
                  <a:pt x="5461484" y="3113530"/>
                </a:cubicBezTo>
                <a:cubicBezTo>
                  <a:pt x="5464300" y="3115642"/>
                  <a:pt x="5468225" y="3115857"/>
                  <a:pt x="5474412" y="3119133"/>
                </a:cubicBezTo>
                <a:cubicBezTo>
                  <a:pt x="5458069" y="3105509"/>
                  <a:pt x="5441172" y="3092835"/>
                  <a:pt x="5427091" y="3082272"/>
                </a:cubicBezTo>
                <a:cubicBezTo>
                  <a:pt x="5427091" y="3082272"/>
                  <a:pt x="5427647" y="3081323"/>
                  <a:pt x="5427647" y="3081323"/>
                </a:cubicBezTo>
                <a:cubicBezTo>
                  <a:pt x="5444543" y="3093999"/>
                  <a:pt x="5461441" y="3106674"/>
                  <a:pt x="5475521" y="3117237"/>
                </a:cubicBezTo>
                <a:cubicBezTo>
                  <a:pt x="5492418" y="3129911"/>
                  <a:pt x="5506499" y="3140474"/>
                  <a:pt x="5520579" y="3151036"/>
                </a:cubicBezTo>
                <a:cubicBezTo>
                  <a:pt x="5523396" y="3153149"/>
                  <a:pt x="5529027" y="3157374"/>
                  <a:pt x="5532398" y="3158538"/>
                </a:cubicBezTo>
                <a:cubicBezTo>
                  <a:pt x="5539139" y="3160866"/>
                  <a:pt x="5538540" y="3154960"/>
                  <a:pt x="5549250" y="3164357"/>
                </a:cubicBezTo>
                <a:cubicBezTo>
                  <a:pt x="5557145" y="3171644"/>
                  <a:pt x="5564440" y="3173022"/>
                  <a:pt x="5572333" y="3180308"/>
                </a:cubicBezTo>
                <a:cubicBezTo>
                  <a:pt x="5577966" y="3184534"/>
                  <a:pt x="5586969" y="3189923"/>
                  <a:pt x="5591493" y="3196045"/>
                </a:cubicBezTo>
                <a:cubicBezTo>
                  <a:pt x="5593754" y="3199107"/>
                  <a:pt x="5597125" y="3200270"/>
                  <a:pt x="5602757" y="3204495"/>
                </a:cubicBezTo>
                <a:cubicBezTo>
                  <a:pt x="5601050" y="3200485"/>
                  <a:pt x="5595971" y="3195312"/>
                  <a:pt x="5596527" y="3194363"/>
                </a:cubicBezTo>
                <a:cubicBezTo>
                  <a:pt x="5594820" y="3190354"/>
                  <a:pt x="5598743" y="3190570"/>
                  <a:pt x="5604376" y="3194794"/>
                </a:cubicBezTo>
                <a:cubicBezTo>
                  <a:pt x="5610008" y="3199019"/>
                  <a:pt x="5618455" y="3205357"/>
                  <a:pt x="5620120" y="3202510"/>
                </a:cubicBezTo>
                <a:cubicBezTo>
                  <a:pt x="5620674" y="3201562"/>
                  <a:pt x="5626306" y="3205787"/>
                  <a:pt x="5629122" y="3207899"/>
                </a:cubicBezTo>
                <a:cubicBezTo>
                  <a:pt x="5641540" y="3221308"/>
                  <a:pt x="5657837" y="3228075"/>
                  <a:pt x="5669103" y="3236526"/>
                </a:cubicBezTo>
                <a:cubicBezTo>
                  <a:pt x="5672473" y="3237689"/>
                  <a:pt x="5675289" y="3239803"/>
                  <a:pt x="5675844" y="3238855"/>
                </a:cubicBezTo>
                <a:cubicBezTo>
                  <a:pt x="5676399" y="3237904"/>
                  <a:pt x="5674136" y="3234843"/>
                  <a:pt x="5671321" y="3232732"/>
                </a:cubicBezTo>
                <a:cubicBezTo>
                  <a:pt x="5658348" y="3220272"/>
                  <a:pt x="5645376" y="3207812"/>
                  <a:pt x="5636328" y="3195568"/>
                </a:cubicBezTo>
                <a:cubicBezTo>
                  <a:pt x="5631251" y="3190393"/>
                  <a:pt x="5627326" y="3190179"/>
                  <a:pt x="5626771" y="3191126"/>
                </a:cubicBezTo>
                <a:cubicBezTo>
                  <a:pt x="5625108" y="3193972"/>
                  <a:pt x="5621185" y="3193759"/>
                  <a:pt x="5611627" y="3189317"/>
                </a:cubicBezTo>
                <a:cubicBezTo>
                  <a:pt x="5608256" y="3188153"/>
                  <a:pt x="5605440" y="3186041"/>
                  <a:pt x="5602623" y="3183929"/>
                </a:cubicBezTo>
                <a:cubicBezTo>
                  <a:pt x="5595839" y="3174745"/>
                  <a:pt x="5580649" y="3166079"/>
                  <a:pt x="5573310" y="3157845"/>
                </a:cubicBezTo>
                <a:cubicBezTo>
                  <a:pt x="5568231" y="3152672"/>
                  <a:pt x="5562599" y="3148447"/>
                  <a:pt x="5554151" y="3142110"/>
                </a:cubicBezTo>
                <a:cubicBezTo>
                  <a:pt x="5548518" y="3137884"/>
                  <a:pt x="5544040" y="3138616"/>
                  <a:pt x="5540114" y="3138401"/>
                </a:cubicBezTo>
                <a:cubicBezTo>
                  <a:pt x="5532820" y="3137022"/>
                  <a:pt x="5521000" y="3129521"/>
                  <a:pt x="5517586" y="3121503"/>
                </a:cubicBezTo>
                <a:cubicBezTo>
                  <a:pt x="5518695" y="3119605"/>
                  <a:pt x="5516432" y="3116543"/>
                  <a:pt x="5514725" y="3112534"/>
                </a:cubicBezTo>
                <a:cubicBezTo>
                  <a:pt x="5515833" y="3110636"/>
                  <a:pt x="5510755" y="3105463"/>
                  <a:pt x="5502305" y="3099125"/>
                </a:cubicBezTo>
                <a:cubicBezTo>
                  <a:pt x="5496674" y="3094901"/>
                  <a:pt x="5491042" y="3090676"/>
                  <a:pt x="5486519" y="3084552"/>
                </a:cubicBezTo>
                <a:cubicBezTo>
                  <a:pt x="5478624" y="3077268"/>
                  <a:pt x="5469068" y="3072826"/>
                  <a:pt x="5461772" y="3071447"/>
                </a:cubicBezTo>
                <a:cubicBezTo>
                  <a:pt x="5449997" y="3070801"/>
                  <a:pt x="5433101" y="3058126"/>
                  <a:pt x="5417911" y="3049460"/>
                </a:cubicBezTo>
                <a:cubicBezTo>
                  <a:pt x="5411726" y="3046184"/>
                  <a:pt x="5407200" y="3040063"/>
                  <a:pt x="5399307" y="3032777"/>
                </a:cubicBezTo>
                <a:cubicBezTo>
                  <a:pt x="5390859" y="3026438"/>
                  <a:pt x="5383520" y="3018204"/>
                  <a:pt x="5378994" y="3012082"/>
                </a:cubicBezTo>
                <a:cubicBezTo>
                  <a:pt x="5364316" y="2995612"/>
                  <a:pt x="5361498" y="2993499"/>
                  <a:pt x="5347463" y="2989793"/>
                </a:cubicBezTo>
                <a:cubicBezTo>
                  <a:pt x="5344647" y="2987680"/>
                  <a:pt x="5343538" y="2989578"/>
                  <a:pt x="5340167" y="2988412"/>
                </a:cubicBezTo>
                <a:cubicBezTo>
                  <a:pt x="5326043" y="2970996"/>
                  <a:pt x="5311962" y="2960432"/>
                  <a:pt x="5295065" y="2947758"/>
                </a:cubicBezTo>
                <a:cubicBezTo>
                  <a:pt x="5283800" y="2939308"/>
                  <a:pt x="5275351" y="2932970"/>
                  <a:pt x="5264087" y="2924520"/>
                </a:cubicBezTo>
                <a:cubicBezTo>
                  <a:pt x="5241004" y="2908569"/>
                  <a:pt x="5220137" y="2888823"/>
                  <a:pt x="5194237" y="2870757"/>
                </a:cubicBezTo>
                <a:cubicBezTo>
                  <a:pt x="5185789" y="2864420"/>
                  <a:pt x="5185191" y="2858515"/>
                  <a:pt x="5175078" y="2855022"/>
                </a:cubicBezTo>
                <a:cubicBezTo>
                  <a:pt x="5165521" y="2850583"/>
                  <a:pt x="5158182" y="2842347"/>
                  <a:pt x="5151996" y="2839072"/>
                </a:cubicBezTo>
                <a:cubicBezTo>
                  <a:pt x="5143546" y="2832734"/>
                  <a:pt x="5135099" y="2826396"/>
                  <a:pt x="5126650" y="2820059"/>
                </a:cubicBezTo>
                <a:cubicBezTo>
                  <a:pt x="5119909" y="2817731"/>
                  <a:pt x="5124433" y="2823853"/>
                  <a:pt x="5120508" y="2823637"/>
                </a:cubicBezTo>
                <a:cubicBezTo>
                  <a:pt x="5109842" y="2821094"/>
                  <a:pt x="5098022" y="2813593"/>
                  <a:pt x="5085051" y="2801133"/>
                </a:cubicBezTo>
                <a:cubicBezTo>
                  <a:pt x="5082234" y="2799020"/>
                  <a:pt x="5082789" y="2798071"/>
                  <a:pt x="5077157" y="2793847"/>
                </a:cubicBezTo>
                <a:cubicBezTo>
                  <a:pt x="5074341" y="2791734"/>
                  <a:pt x="5070969" y="2790570"/>
                  <a:pt x="5069861" y="2792467"/>
                </a:cubicBezTo>
                <a:cubicBezTo>
                  <a:pt x="5069307" y="2793417"/>
                  <a:pt x="5068198" y="2795314"/>
                  <a:pt x="5073831" y="2799540"/>
                </a:cubicBezTo>
                <a:cubicBezTo>
                  <a:pt x="5082833" y="2804927"/>
                  <a:pt x="5090727" y="2812214"/>
                  <a:pt x="5096914" y="2815491"/>
                </a:cubicBezTo>
                <a:cubicBezTo>
                  <a:pt x="5108178" y="2823941"/>
                  <a:pt x="5112703" y="2830063"/>
                  <a:pt x="5121152" y="2836401"/>
                </a:cubicBezTo>
                <a:cubicBezTo>
                  <a:pt x="5126229" y="2841573"/>
                  <a:pt x="5127382" y="2846531"/>
                  <a:pt x="5126272" y="2848430"/>
                </a:cubicBezTo>
                <a:cubicBezTo>
                  <a:pt x="5130243" y="2855501"/>
                  <a:pt x="5129688" y="2856448"/>
                  <a:pt x="5139247" y="2860889"/>
                </a:cubicBezTo>
                <a:cubicBezTo>
                  <a:pt x="5151065" y="2868389"/>
                  <a:pt x="5162883" y="2875892"/>
                  <a:pt x="5175257" y="2882445"/>
                </a:cubicBezTo>
                <a:cubicBezTo>
                  <a:pt x="5178627" y="2883609"/>
                  <a:pt x="5183705" y="2888782"/>
                  <a:pt x="5189337" y="2893007"/>
                </a:cubicBezTo>
                <a:cubicBezTo>
                  <a:pt x="5192153" y="2895120"/>
                  <a:pt x="5191045" y="2897017"/>
                  <a:pt x="5193305" y="2900078"/>
                </a:cubicBezTo>
                <a:cubicBezTo>
                  <a:pt x="5197831" y="2906201"/>
                  <a:pt x="5191643" y="2902922"/>
                  <a:pt x="5187719" y="2902710"/>
                </a:cubicBezTo>
                <a:cubicBezTo>
                  <a:pt x="5183793" y="2902493"/>
                  <a:pt x="5175346" y="2896156"/>
                  <a:pt x="5168604" y="2893829"/>
                </a:cubicBezTo>
                <a:cubicBezTo>
                  <a:pt x="5165234" y="2892664"/>
                  <a:pt x="5165234" y="2892664"/>
                  <a:pt x="5164680" y="2893613"/>
                </a:cubicBezTo>
                <a:cubicBezTo>
                  <a:pt x="5164126" y="2894562"/>
                  <a:pt x="5166941" y="2896673"/>
                  <a:pt x="5169757" y="2898786"/>
                </a:cubicBezTo>
                <a:cubicBezTo>
                  <a:pt x="5178206" y="2905124"/>
                  <a:pt x="5188916" y="2914523"/>
                  <a:pt x="5198473" y="2918962"/>
                </a:cubicBezTo>
                <a:cubicBezTo>
                  <a:pt x="5199028" y="2918014"/>
                  <a:pt x="5201290" y="2921075"/>
                  <a:pt x="5201290" y="2921075"/>
                </a:cubicBezTo>
                <a:cubicBezTo>
                  <a:pt x="5206367" y="2926249"/>
                  <a:pt x="5200736" y="2922024"/>
                  <a:pt x="5200181" y="2922972"/>
                </a:cubicBezTo>
                <a:cubicBezTo>
                  <a:pt x="5196811" y="2921810"/>
                  <a:pt x="5195701" y="2923706"/>
                  <a:pt x="5201335" y="2927931"/>
                </a:cubicBezTo>
                <a:cubicBezTo>
                  <a:pt x="5206966" y="2932157"/>
                  <a:pt x="5212599" y="2936381"/>
                  <a:pt x="5221047" y="2942718"/>
                </a:cubicBezTo>
                <a:cubicBezTo>
                  <a:pt x="5211490" y="2938278"/>
                  <a:pt x="5203041" y="2931939"/>
                  <a:pt x="5194039" y="2926551"/>
                </a:cubicBezTo>
                <a:cubicBezTo>
                  <a:pt x="5187853" y="2923275"/>
                  <a:pt x="5187298" y="2924224"/>
                  <a:pt x="5189560" y="2927285"/>
                </a:cubicBezTo>
                <a:cubicBezTo>
                  <a:pt x="5190158" y="2933191"/>
                  <a:pt x="5189604" y="2934140"/>
                  <a:pt x="5177785" y="2926638"/>
                </a:cubicBezTo>
                <a:cubicBezTo>
                  <a:pt x="5174970" y="2924527"/>
                  <a:pt x="5169337" y="2920301"/>
                  <a:pt x="5166520" y="2918187"/>
                </a:cubicBezTo>
                <a:cubicBezTo>
                  <a:pt x="5165966" y="2919138"/>
                  <a:pt x="5165966" y="2919138"/>
                  <a:pt x="5165412" y="2920086"/>
                </a:cubicBezTo>
                <a:cubicBezTo>
                  <a:pt x="5165412" y="2920086"/>
                  <a:pt x="5164857" y="2921035"/>
                  <a:pt x="5164857" y="2921035"/>
                </a:cubicBezTo>
                <a:cubicBezTo>
                  <a:pt x="5185125" y="2934874"/>
                  <a:pt x="5196435" y="2950180"/>
                  <a:pt x="5216146" y="2964968"/>
                </a:cubicBezTo>
                <a:cubicBezTo>
                  <a:pt x="5227411" y="2973417"/>
                  <a:pt x="5237567" y="2983764"/>
                  <a:pt x="5247169" y="2995061"/>
                </a:cubicBezTo>
                <a:cubicBezTo>
                  <a:pt x="5246615" y="2996009"/>
                  <a:pt x="5252247" y="3000233"/>
                  <a:pt x="5251692" y="3001183"/>
                </a:cubicBezTo>
                <a:cubicBezTo>
                  <a:pt x="5250584" y="3003078"/>
                  <a:pt x="5244952" y="2998854"/>
                  <a:pt x="5242136" y="2996742"/>
                </a:cubicBezTo>
                <a:cubicBezTo>
                  <a:pt x="5233688" y="2990404"/>
                  <a:pt x="5225239" y="2984067"/>
                  <a:pt x="5216791" y="2977729"/>
                </a:cubicBezTo>
                <a:cubicBezTo>
                  <a:pt x="5213974" y="2975617"/>
                  <a:pt x="5211157" y="2973504"/>
                  <a:pt x="5210602" y="2974454"/>
                </a:cubicBezTo>
                <a:cubicBezTo>
                  <a:pt x="5210049" y="2975402"/>
                  <a:pt x="5209494" y="2976350"/>
                  <a:pt x="5212311" y="2978463"/>
                </a:cubicBezTo>
                <a:cubicBezTo>
                  <a:pt x="5217943" y="2982687"/>
                  <a:pt x="5219651" y="2986698"/>
                  <a:pt x="5228099" y="2993035"/>
                </a:cubicBezTo>
                <a:cubicBezTo>
                  <a:pt x="5236546" y="2999372"/>
                  <a:pt x="5244996" y="3005710"/>
                  <a:pt x="5253444" y="3012048"/>
                </a:cubicBezTo>
                <a:cubicBezTo>
                  <a:pt x="5258522" y="3017221"/>
                  <a:pt x="5254598" y="3017006"/>
                  <a:pt x="5254043" y="3017955"/>
                </a:cubicBezTo>
                <a:cubicBezTo>
                  <a:pt x="5253489" y="3018903"/>
                  <a:pt x="5252936" y="3019852"/>
                  <a:pt x="5252936" y="3019852"/>
                </a:cubicBezTo>
                <a:cubicBezTo>
                  <a:pt x="5235483" y="3008126"/>
                  <a:pt x="5224263" y="3006529"/>
                  <a:pt x="5207367" y="2993856"/>
                </a:cubicBezTo>
                <a:cubicBezTo>
                  <a:pt x="5173573" y="2968505"/>
                  <a:pt x="5144258" y="2942422"/>
                  <a:pt x="5109910" y="2918020"/>
                </a:cubicBezTo>
                <a:cubicBezTo>
                  <a:pt x="5103724" y="2914745"/>
                  <a:pt x="5096384" y="2906510"/>
                  <a:pt x="5094720" y="2909355"/>
                </a:cubicBezTo>
                <a:cubicBezTo>
                  <a:pt x="5089687" y="2911037"/>
                  <a:pt x="5102060" y="2917590"/>
                  <a:pt x="5107692" y="2921814"/>
                </a:cubicBezTo>
                <a:cubicBezTo>
                  <a:pt x="5119510" y="2929316"/>
                  <a:pt x="5129113" y="2940612"/>
                  <a:pt x="5140377" y="2949062"/>
                </a:cubicBezTo>
                <a:cubicBezTo>
                  <a:pt x="5152196" y="2956563"/>
                  <a:pt x="5166832" y="2966178"/>
                  <a:pt x="5176988" y="2976524"/>
                </a:cubicBezTo>
                <a:cubicBezTo>
                  <a:pt x="5195592" y="2993210"/>
                  <a:pt x="5215860" y="3007048"/>
                  <a:pt x="5232757" y="3019723"/>
                </a:cubicBezTo>
                <a:cubicBezTo>
                  <a:pt x="5268811" y="3048134"/>
                  <a:pt x="5300942" y="3076331"/>
                  <a:pt x="5321300" y="3103882"/>
                </a:cubicBezTo>
                <a:cubicBezTo>
                  <a:pt x="5330901" y="3115178"/>
                  <a:pt x="5342165" y="3123627"/>
                  <a:pt x="5353430" y="3132076"/>
                </a:cubicBezTo>
                <a:cubicBezTo>
                  <a:pt x="5356245" y="3134191"/>
                  <a:pt x="5365248" y="3139578"/>
                  <a:pt x="5364140" y="3141476"/>
                </a:cubicBezTo>
                <a:cubicBezTo>
                  <a:pt x="5361922" y="3145269"/>
                  <a:pt x="5354583" y="3137035"/>
                  <a:pt x="5351766" y="3134922"/>
                </a:cubicBezTo>
                <a:cubicBezTo>
                  <a:pt x="5303892" y="3099010"/>
                  <a:pt x="5256018" y="3063097"/>
                  <a:pt x="5205328" y="3025071"/>
                </a:cubicBezTo>
                <a:cubicBezTo>
                  <a:pt x="5188430" y="3012397"/>
                  <a:pt x="5174393" y="3008690"/>
                  <a:pt x="5157542" y="3002871"/>
                </a:cubicBezTo>
                <a:cubicBezTo>
                  <a:pt x="5157542" y="3002871"/>
                  <a:pt x="5156986" y="3003819"/>
                  <a:pt x="5156432" y="3004768"/>
                </a:cubicBezTo>
                <a:cubicBezTo>
                  <a:pt x="5160402" y="3011838"/>
                  <a:pt x="5162109" y="3015848"/>
                  <a:pt x="5163262" y="3020807"/>
                </a:cubicBezTo>
                <a:cubicBezTo>
                  <a:pt x="5161600" y="3023652"/>
                  <a:pt x="5168385" y="3032836"/>
                  <a:pt x="5176833" y="3039174"/>
                </a:cubicBezTo>
                <a:cubicBezTo>
                  <a:pt x="5199363" y="3056073"/>
                  <a:pt x="5195482" y="3062713"/>
                  <a:pt x="5195525" y="3069569"/>
                </a:cubicBezTo>
                <a:cubicBezTo>
                  <a:pt x="5194462" y="3078322"/>
                  <a:pt x="5205772" y="3093627"/>
                  <a:pt x="5217080" y="3108932"/>
                </a:cubicBezTo>
                <a:cubicBezTo>
                  <a:pt x="5218788" y="3112942"/>
                  <a:pt x="5224975" y="3116219"/>
                  <a:pt x="5227790" y="3118331"/>
                </a:cubicBezTo>
                <a:cubicBezTo>
                  <a:pt x="5239055" y="3126781"/>
                  <a:pt x="5250875" y="3134283"/>
                  <a:pt x="5257659" y="3143466"/>
                </a:cubicBezTo>
                <a:cubicBezTo>
                  <a:pt x="5259921" y="3146527"/>
                  <a:pt x="5262738" y="3148640"/>
                  <a:pt x="5268370" y="3152865"/>
                </a:cubicBezTo>
                <a:cubicBezTo>
                  <a:pt x="5276818" y="3159202"/>
                  <a:pt x="5285267" y="3165540"/>
                  <a:pt x="5290900" y="3169765"/>
                </a:cubicBezTo>
                <a:cubicBezTo>
                  <a:pt x="5304426" y="3181277"/>
                  <a:pt x="5319061" y="3190889"/>
                  <a:pt x="5331989" y="3196495"/>
                </a:cubicBezTo>
                <a:cubicBezTo>
                  <a:pt x="5342100" y="3199985"/>
                  <a:pt x="5352811" y="3209385"/>
                  <a:pt x="5359596" y="3218567"/>
                </a:cubicBezTo>
                <a:cubicBezTo>
                  <a:pt x="5371459" y="3232925"/>
                  <a:pt x="5391172" y="3247713"/>
                  <a:pt x="5403590" y="3261121"/>
                </a:cubicBezTo>
                <a:cubicBezTo>
                  <a:pt x="5405851" y="3264182"/>
                  <a:pt x="5457053" y="3294403"/>
                  <a:pt x="5457606" y="3293455"/>
                </a:cubicBezTo>
                <a:cubicBezTo>
                  <a:pt x="5465455" y="3293886"/>
                  <a:pt x="5477275" y="3301387"/>
                  <a:pt x="5485723" y="3307724"/>
                </a:cubicBezTo>
                <a:cubicBezTo>
                  <a:pt x="5494726" y="3313113"/>
                  <a:pt x="5501512" y="3322297"/>
                  <a:pt x="5508852" y="3330531"/>
                </a:cubicBezTo>
                <a:cubicBezTo>
                  <a:pt x="5508297" y="3331480"/>
                  <a:pt x="5507743" y="3332429"/>
                  <a:pt x="5510559" y="3334542"/>
                </a:cubicBezTo>
                <a:cubicBezTo>
                  <a:pt x="5527456" y="3347216"/>
                  <a:pt x="5536502" y="3359460"/>
                  <a:pt x="5550029" y="3370972"/>
                </a:cubicBezTo>
                <a:cubicBezTo>
                  <a:pt x="5557924" y="3378258"/>
                  <a:pt x="5562957" y="3376577"/>
                  <a:pt x="5570297" y="3384810"/>
                </a:cubicBezTo>
                <a:cubicBezTo>
                  <a:pt x="5573113" y="3386924"/>
                  <a:pt x="5598414" y="3399080"/>
                  <a:pt x="5602339" y="3399295"/>
                </a:cubicBezTo>
                <a:cubicBezTo>
                  <a:pt x="5605710" y="3400459"/>
                  <a:pt x="5609080" y="3401623"/>
                  <a:pt x="5612450" y="3402787"/>
                </a:cubicBezTo>
                <a:cubicBezTo>
                  <a:pt x="5628195" y="3410504"/>
                  <a:pt x="5639459" y="3418954"/>
                  <a:pt x="5648506" y="3431199"/>
                </a:cubicBezTo>
                <a:cubicBezTo>
                  <a:pt x="5650768" y="3434259"/>
                  <a:pt x="5653030" y="3437321"/>
                  <a:pt x="5658107" y="3442494"/>
                </a:cubicBezTo>
                <a:cubicBezTo>
                  <a:pt x="5657553" y="3443443"/>
                  <a:pt x="5659815" y="3446504"/>
                  <a:pt x="5659815" y="3446504"/>
                </a:cubicBezTo>
                <a:cubicBezTo>
                  <a:pt x="5673896" y="3457067"/>
                  <a:pt x="5683497" y="3468362"/>
                  <a:pt x="5695317" y="3475864"/>
                </a:cubicBezTo>
                <a:cubicBezTo>
                  <a:pt x="5707136" y="3483365"/>
                  <a:pt x="5718955" y="3490867"/>
                  <a:pt x="5728513" y="3495306"/>
                </a:cubicBezTo>
                <a:cubicBezTo>
                  <a:pt x="5747625" y="3504188"/>
                  <a:pt x="5756074" y="3510526"/>
                  <a:pt x="5767939" y="3524883"/>
                </a:cubicBezTo>
                <a:cubicBezTo>
                  <a:pt x="5772462" y="3531004"/>
                  <a:pt x="5778094" y="3535230"/>
                  <a:pt x="5786542" y="3541568"/>
                </a:cubicBezTo>
                <a:lnTo>
                  <a:pt x="5795997" y="3548660"/>
                </a:lnTo>
                <a:lnTo>
                  <a:pt x="5799257" y="3552318"/>
                </a:lnTo>
                <a:cubicBezTo>
                  <a:pt x="5800964" y="3556327"/>
                  <a:pt x="5806042" y="3561501"/>
                  <a:pt x="5799301" y="3559174"/>
                </a:cubicBezTo>
                <a:cubicBezTo>
                  <a:pt x="5795931" y="3558009"/>
                  <a:pt x="5794822" y="3559906"/>
                  <a:pt x="5792007" y="3557794"/>
                </a:cubicBezTo>
                <a:cubicBezTo>
                  <a:pt x="5786374" y="3553569"/>
                  <a:pt x="5780188" y="3550292"/>
                  <a:pt x="5777927" y="3547231"/>
                </a:cubicBezTo>
                <a:cubicBezTo>
                  <a:pt x="5767769" y="3536884"/>
                  <a:pt x="5757059" y="3527485"/>
                  <a:pt x="5746350" y="3518088"/>
                </a:cubicBezTo>
                <a:cubicBezTo>
                  <a:pt x="5739010" y="3509851"/>
                  <a:pt x="5738455" y="3510801"/>
                  <a:pt x="5731160" y="3509421"/>
                </a:cubicBezTo>
                <a:cubicBezTo>
                  <a:pt x="5730050" y="3511318"/>
                  <a:pt x="5725572" y="3512052"/>
                  <a:pt x="5719386" y="3508775"/>
                </a:cubicBezTo>
                <a:cubicBezTo>
                  <a:pt x="5710936" y="3502438"/>
                  <a:pt x="5704196" y="3500110"/>
                  <a:pt x="5692931" y="3491660"/>
                </a:cubicBezTo>
                <a:cubicBezTo>
                  <a:pt x="5687853" y="3486487"/>
                  <a:pt x="5678850" y="3481098"/>
                  <a:pt x="5670956" y="3473812"/>
                </a:cubicBezTo>
                <a:cubicBezTo>
                  <a:pt x="5665323" y="3469586"/>
                  <a:pt x="5664215" y="3471483"/>
                  <a:pt x="5663661" y="3472432"/>
                </a:cubicBezTo>
                <a:cubicBezTo>
                  <a:pt x="5662552" y="3474329"/>
                  <a:pt x="5664814" y="3477390"/>
                  <a:pt x="5667631" y="3479503"/>
                </a:cubicBezTo>
                <a:cubicBezTo>
                  <a:pt x="5673262" y="3483728"/>
                  <a:pt x="5673816" y="3482779"/>
                  <a:pt x="5676633" y="3484891"/>
                </a:cubicBezTo>
                <a:cubicBezTo>
                  <a:pt x="5691823" y="3493556"/>
                  <a:pt x="5702533" y="3502956"/>
                  <a:pt x="5708764" y="3513088"/>
                </a:cubicBezTo>
                <a:cubicBezTo>
                  <a:pt x="5710471" y="3517098"/>
                  <a:pt x="5703730" y="3514769"/>
                  <a:pt x="5708253" y="3520892"/>
                </a:cubicBezTo>
                <a:cubicBezTo>
                  <a:pt x="5716702" y="3527230"/>
                  <a:pt x="5725152" y="3533567"/>
                  <a:pt x="5733600" y="3539904"/>
                </a:cubicBezTo>
                <a:cubicBezTo>
                  <a:pt x="5738677" y="3545078"/>
                  <a:pt x="5748236" y="3549518"/>
                  <a:pt x="5755573" y="3557753"/>
                </a:cubicBezTo>
                <a:cubicBezTo>
                  <a:pt x="5762359" y="3566937"/>
                  <a:pt x="5767393" y="3565255"/>
                  <a:pt x="5775841" y="3571593"/>
                </a:cubicBezTo>
                <a:cubicBezTo>
                  <a:pt x="5800631" y="3591553"/>
                  <a:pt x="5824825" y="3605608"/>
                  <a:pt x="5846800" y="3623456"/>
                </a:cubicBezTo>
                <a:cubicBezTo>
                  <a:pt x="5858064" y="3631906"/>
                  <a:pt x="5866513" y="3638244"/>
                  <a:pt x="5877777" y="3646694"/>
                </a:cubicBezTo>
                <a:cubicBezTo>
                  <a:pt x="5894675" y="3659368"/>
                  <a:pt x="5908756" y="3669932"/>
                  <a:pt x="5928423" y="3677864"/>
                </a:cubicBezTo>
                <a:cubicBezTo>
                  <a:pt x="5930685" y="3680925"/>
                  <a:pt x="5929576" y="3682822"/>
                  <a:pt x="5932392" y="3684935"/>
                </a:cubicBezTo>
                <a:cubicBezTo>
                  <a:pt x="5940885" y="3698128"/>
                  <a:pt x="5943702" y="3700240"/>
                  <a:pt x="5962816" y="3709120"/>
                </a:cubicBezTo>
                <a:lnTo>
                  <a:pt x="5968331" y="3712041"/>
                </a:lnTo>
                <a:lnTo>
                  <a:pt x="5970061" y="3714396"/>
                </a:lnTo>
                <a:cubicBezTo>
                  <a:pt x="5984880" y="3732406"/>
                  <a:pt x="6001366" y="3749882"/>
                  <a:pt x="6020840" y="3766688"/>
                </a:cubicBezTo>
                <a:cubicBezTo>
                  <a:pt x="6048659" y="3787694"/>
                  <a:pt x="6070915" y="3816053"/>
                  <a:pt x="6091315" y="3847039"/>
                </a:cubicBezTo>
                <a:lnTo>
                  <a:pt x="6096922" y="3856116"/>
                </a:lnTo>
                <a:lnTo>
                  <a:pt x="6084222" y="3847949"/>
                </a:lnTo>
                <a:cubicBezTo>
                  <a:pt x="6049918" y="3830402"/>
                  <a:pt x="6014461" y="3807897"/>
                  <a:pt x="5980667" y="3782546"/>
                </a:cubicBezTo>
                <a:cubicBezTo>
                  <a:pt x="5960954" y="3767759"/>
                  <a:pt x="5944058" y="3755085"/>
                  <a:pt x="5924345" y="3740297"/>
                </a:cubicBezTo>
                <a:cubicBezTo>
                  <a:pt x="5921528" y="3738184"/>
                  <a:pt x="5916450" y="3733011"/>
                  <a:pt x="5912525" y="3732796"/>
                </a:cubicBezTo>
                <a:cubicBezTo>
                  <a:pt x="5908600" y="3732580"/>
                  <a:pt x="5913126" y="3738703"/>
                  <a:pt x="5915940" y="3740815"/>
                </a:cubicBezTo>
                <a:cubicBezTo>
                  <a:pt x="5926650" y="3750213"/>
                  <a:pt x="5933991" y="3758448"/>
                  <a:pt x="5944701" y="3767846"/>
                </a:cubicBezTo>
                <a:cubicBezTo>
                  <a:pt x="5958227" y="3779357"/>
                  <a:pt x="5972309" y="3789921"/>
                  <a:pt x="5984725" y="3803329"/>
                </a:cubicBezTo>
                <a:cubicBezTo>
                  <a:pt x="5978540" y="3800053"/>
                  <a:pt x="5977431" y="3801949"/>
                  <a:pt x="5971798" y="3797724"/>
                </a:cubicBezTo>
                <a:cubicBezTo>
                  <a:pt x="5960534" y="3789274"/>
                  <a:pt x="5950422" y="3785783"/>
                  <a:pt x="5941419" y="3780393"/>
                </a:cubicBezTo>
                <a:cubicBezTo>
                  <a:pt x="5938603" y="3778281"/>
                  <a:pt x="5934679" y="3778067"/>
                  <a:pt x="5934124" y="3779014"/>
                </a:cubicBezTo>
                <a:cubicBezTo>
                  <a:pt x="5935831" y="3783025"/>
                  <a:pt x="5939202" y="3784189"/>
                  <a:pt x="5942019" y="3786300"/>
                </a:cubicBezTo>
                <a:cubicBezTo>
                  <a:pt x="5944835" y="3788413"/>
                  <a:pt x="5947650" y="3790525"/>
                  <a:pt x="5953283" y="3794750"/>
                </a:cubicBezTo>
                <a:cubicBezTo>
                  <a:pt x="5966254" y="3807210"/>
                  <a:pt x="5982554" y="3813978"/>
                  <a:pt x="5998895" y="3827602"/>
                </a:cubicBezTo>
                <a:cubicBezTo>
                  <a:pt x="6007344" y="3833940"/>
                  <a:pt x="6018608" y="3842390"/>
                  <a:pt x="6027057" y="3848727"/>
                </a:cubicBezTo>
                <a:cubicBezTo>
                  <a:pt x="6036060" y="3854118"/>
                  <a:pt x="6040029" y="3861187"/>
                  <a:pt x="6051294" y="3869637"/>
                </a:cubicBezTo>
                <a:cubicBezTo>
                  <a:pt x="6080564" y="3888864"/>
                  <a:pt x="6106509" y="3913785"/>
                  <a:pt x="6135224" y="3933962"/>
                </a:cubicBezTo>
                <a:cubicBezTo>
                  <a:pt x="6138040" y="3936074"/>
                  <a:pt x="6140856" y="3938186"/>
                  <a:pt x="6143118" y="3941248"/>
                </a:cubicBezTo>
                <a:cubicBezTo>
                  <a:pt x="6145379" y="3944309"/>
                  <a:pt x="6148196" y="3946422"/>
                  <a:pt x="6148196" y="3946422"/>
                </a:cubicBezTo>
                <a:lnTo>
                  <a:pt x="6158748" y="3952738"/>
                </a:lnTo>
                <a:lnTo>
                  <a:pt x="6170136" y="3966251"/>
                </a:lnTo>
                <a:cubicBezTo>
                  <a:pt x="6176628" y="3971502"/>
                  <a:pt x="6184046" y="3974654"/>
                  <a:pt x="6195174" y="3976755"/>
                </a:cubicBezTo>
                <a:lnTo>
                  <a:pt x="6199917" y="3978154"/>
                </a:lnTo>
                <a:lnTo>
                  <a:pt x="6205877" y="3982016"/>
                </a:lnTo>
                <a:cubicBezTo>
                  <a:pt x="6212495" y="3987151"/>
                  <a:pt x="6218278" y="3992852"/>
                  <a:pt x="6222524" y="3999449"/>
                </a:cubicBezTo>
                <a:cubicBezTo>
                  <a:pt x="6225341" y="4001561"/>
                  <a:pt x="6225341" y="4001561"/>
                  <a:pt x="6228157" y="4003675"/>
                </a:cubicBezTo>
                <a:lnTo>
                  <a:pt x="6240586" y="4012998"/>
                </a:lnTo>
                <a:lnTo>
                  <a:pt x="6232264" y="4039775"/>
                </a:lnTo>
                <a:cubicBezTo>
                  <a:pt x="6224849" y="4052379"/>
                  <a:pt x="6235975" y="4069185"/>
                  <a:pt x="6247101" y="4064982"/>
                </a:cubicBezTo>
                <a:cubicBezTo>
                  <a:pt x="6299031" y="4043975"/>
                  <a:pt x="6310160" y="4094391"/>
                  <a:pt x="6336124" y="4119601"/>
                </a:cubicBezTo>
                <a:cubicBezTo>
                  <a:pt x="6354667" y="4140608"/>
                  <a:pt x="6369506" y="4161612"/>
                  <a:pt x="6384342" y="4182620"/>
                </a:cubicBezTo>
                <a:cubicBezTo>
                  <a:pt x="6406599" y="4224634"/>
                  <a:pt x="6399180" y="4241439"/>
                  <a:pt x="6358378" y="4245639"/>
                </a:cubicBezTo>
                <a:cubicBezTo>
                  <a:pt x="6347250" y="4249842"/>
                  <a:pt x="6339831" y="4245639"/>
                  <a:pt x="6332414" y="4258243"/>
                </a:cubicBezTo>
                <a:cubicBezTo>
                  <a:pt x="6313868" y="4304459"/>
                  <a:pt x="6276777" y="4325464"/>
                  <a:pt x="6239685" y="4296054"/>
                </a:cubicBezTo>
                <a:cubicBezTo>
                  <a:pt x="6172917" y="4249842"/>
                  <a:pt x="6106153" y="4203626"/>
                  <a:pt x="6061642" y="4128002"/>
                </a:cubicBezTo>
                <a:cubicBezTo>
                  <a:pt x="6050514" y="4106996"/>
                  <a:pt x="6039389" y="4085991"/>
                  <a:pt x="6020840" y="4077587"/>
                </a:cubicBezTo>
                <a:cubicBezTo>
                  <a:pt x="5935528" y="4035575"/>
                  <a:pt x="5865053" y="3964150"/>
                  <a:pt x="5798288" y="3896929"/>
                </a:cubicBezTo>
                <a:lnTo>
                  <a:pt x="5786159" y="3884415"/>
                </a:lnTo>
                <a:lnTo>
                  <a:pt x="5776155" y="3893232"/>
                </a:lnTo>
                <a:cubicBezTo>
                  <a:pt x="5765637" y="3898782"/>
                  <a:pt x="5755479" y="3893126"/>
                  <a:pt x="5743556" y="3880664"/>
                </a:cubicBezTo>
                <a:lnTo>
                  <a:pt x="5701894" y="3841647"/>
                </a:lnTo>
                <a:lnTo>
                  <a:pt x="5672176" y="3846514"/>
                </a:lnTo>
                <a:cubicBezTo>
                  <a:pt x="5653631" y="3850714"/>
                  <a:pt x="5635084" y="3838111"/>
                  <a:pt x="5620246" y="3821306"/>
                </a:cubicBezTo>
                <a:cubicBezTo>
                  <a:pt x="5616538" y="3812902"/>
                  <a:pt x="5609120" y="3808701"/>
                  <a:pt x="5601699" y="3817105"/>
                </a:cubicBezTo>
                <a:lnTo>
                  <a:pt x="5601701" y="3822079"/>
                </a:lnTo>
                <a:lnTo>
                  <a:pt x="5633563" y="3855295"/>
                </a:lnTo>
                <a:cubicBezTo>
                  <a:pt x="5642471" y="3864555"/>
                  <a:pt x="5649425" y="3874679"/>
                  <a:pt x="5654461" y="3885319"/>
                </a:cubicBezTo>
                <a:cubicBezTo>
                  <a:pt x="5655699" y="3889688"/>
                  <a:pt x="5656939" y="3894056"/>
                  <a:pt x="5658179" y="3898424"/>
                </a:cubicBezTo>
                <a:lnTo>
                  <a:pt x="5666613" y="3907431"/>
                </a:lnTo>
                <a:cubicBezTo>
                  <a:pt x="5687013" y="3931590"/>
                  <a:pt x="5705560" y="3957850"/>
                  <a:pt x="5720396" y="3989359"/>
                </a:cubicBezTo>
                <a:cubicBezTo>
                  <a:pt x="5813125" y="4014565"/>
                  <a:pt x="5853926" y="4119601"/>
                  <a:pt x="5931822" y="4170016"/>
                </a:cubicBezTo>
                <a:cubicBezTo>
                  <a:pt x="5935528" y="4174217"/>
                  <a:pt x="5939238" y="4174217"/>
                  <a:pt x="5942949" y="4178417"/>
                </a:cubicBezTo>
                <a:cubicBezTo>
                  <a:pt x="5954076" y="4199426"/>
                  <a:pt x="5987460" y="4212028"/>
                  <a:pt x="5968912" y="4245640"/>
                </a:cubicBezTo>
                <a:cubicBezTo>
                  <a:pt x="5950365" y="4279249"/>
                  <a:pt x="5924402" y="4258243"/>
                  <a:pt x="5902147" y="4249842"/>
                </a:cubicBezTo>
                <a:cubicBezTo>
                  <a:pt x="5868764" y="4241439"/>
                  <a:pt x="5839091" y="4220433"/>
                  <a:pt x="5816835" y="4191022"/>
                </a:cubicBezTo>
                <a:cubicBezTo>
                  <a:pt x="5772325" y="4146908"/>
                  <a:pt x="5719467" y="4116973"/>
                  <a:pt x="5670785" y="4081720"/>
                </a:cubicBezTo>
                <a:lnTo>
                  <a:pt x="5633513" y="4051679"/>
                </a:lnTo>
                <a:lnTo>
                  <a:pt x="5632591" y="4064493"/>
                </a:lnTo>
                <a:cubicBezTo>
                  <a:pt x="5631686" y="4072585"/>
                  <a:pt x="5630173" y="4080386"/>
                  <a:pt x="5627136" y="4087834"/>
                </a:cubicBezTo>
                <a:cubicBezTo>
                  <a:pt x="5594011" y="4158800"/>
                  <a:pt x="5666350" y="4123788"/>
                  <a:pt x="5673069" y="4152202"/>
                </a:cubicBezTo>
                <a:cubicBezTo>
                  <a:pt x="5679533" y="4163294"/>
                  <a:pt x="5688617" y="4169238"/>
                  <a:pt x="5695077" y="4180327"/>
                </a:cubicBezTo>
                <a:cubicBezTo>
                  <a:pt x="5723548" y="4219542"/>
                  <a:pt x="5751056" y="4254700"/>
                  <a:pt x="5794556" y="4276301"/>
                </a:cubicBezTo>
                <a:cubicBezTo>
                  <a:pt x="5808180" y="4285215"/>
                  <a:pt x="5815604" y="4300366"/>
                  <a:pt x="5829227" y="4309281"/>
                </a:cubicBezTo>
                <a:cubicBezTo>
                  <a:pt x="5884690" y="4349002"/>
                  <a:pt x="5885278" y="4448891"/>
                  <a:pt x="5956729" y="4475058"/>
                </a:cubicBezTo>
                <a:cubicBezTo>
                  <a:pt x="5961271" y="4478029"/>
                  <a:pt x="5966776" y="4485062"/>
                  <a:pt x="5964150" y="4490207"/>
                </a:cubicBezTo>
                <a:cubicBezTo>
                  <a:pt x="5954884" y="4532179"/>
                  <a:pt x="5990259" y="4551893"/>
                  <a:pt x="6005102" y="4582192"/>
                </a:cubicBezTo>
                <a:cubicBezTo>
                  <a:pt x="6012524" y="4597343"/>
                  <a:pt x="6028070" y="4614377"/>
                  <a:pt x="6013742" y="4618728"/>
                </a:cubicBezTo>
                <a:cubicBezTo>
                  <a:pt x="5984128" y="4623366"/>
                  <a:pt x="5975817" y="4669396"/>
                  <a:pt x="5942362" y="4657800"/>
                </a:cubicBezTo>
                <a:cubicBezTo>
                  <a:pt x="5936862" y="4650768"/>
                  <a:pt x="5931360" y="4643738"/>
                  <a:pt x="5937562" y="4637503"/>
                </a:cubicBezTo>
                <a:cubicBezTo>
                  <a:pt x="5975745" y="4604158"/>
                  <a:pt x="5938709" y="4593649"/>
                  <a:pt x="5920542" y="4581760"/>
                </a:cubicBezTo>
                <a:cubicBezTo>
                  <a:pt x="5902373" y="4569874"/>
                  <a:pt x="5899493" y="4557695"/>
                  <a:pt x="5901858" y="4535223"/>
                </a:cubicBezTo>
                <a:cubicBezTo>
                  <a:pt x="5902300" y="4504636"/>
                  <a:pt x="5854004" y="4462737"/>
                  <a:pt x="5830850" y="4478468"/>
                </a:cubicBezTo>
                <a:cubicBezTo>
                  <a:pt x="5817484" y="4486875"/>
                  <a:pt x="5794329" y="4502606"/>
                  <a:pt x="5822540" y="4524497"/>
                </a:cubicBezTo>
                <a:cubicBezTo>
                  <a:pt x="5840709" y="4536384"/>
                  <a:pt x="5837385" y="4554797"/>
                  <a:pt x="5838604" y="4576179"/>
                </a:cubicBezTo>
                <a:cubicBezTo>
                  <a:pt x="5842959" y="4627067"/>
                  <a:pt x="5875971" y="4669254"/>
                  <a:pt x="5894654" y="4715791"/>
                </a:cubicBezTo>
                <a:cubicBezTo>
                  <a:pt x="5903997" y="4739057"/>
                  <a:pt x="5934313" y="4721153"/>
                  <a:pt x="5955102" y="4727894"/>
                </a:cubicBezTo>
                <a:cubicBezTo>
                  <a:pt x="6020090" y="4742971"/>
                  <a:pt x="6031351" y="4774358"/>
                  <a:pt x="5989146" y="4839380"/>
                </a:cubicBezTo>
                <a:cubicBezTo>
                  <a:pt x="5989146" y="4839380"/>
                  <a:pt x="5987483" y="4848586"/>
                  <a:pt x="5983902" y="4849672"/>
                </a:cubicBezTo>
                <a:cubicBezTo>
                  <a:pt x="6002069" y="4861561"/>
                  <a:pt x="6009936" y="4846122"/>
                  <a:pt x="6015178" y="4835827"/>
                </a:cubicBezTo>
                <a:cubicBezTo>
                  <a:pt x="6026625" y="4819300"/>
                  <a:pt x="6039292" y="4824157"/>
                  <a:pt x="6050296" y="4838217"/>
                </a:cubicBezTo>
                <a:cubicBezTo>
                  <a:pt x="6062258" y="4856341"/>
                  <a:pt x="6076143" y="4882580"/>
                  <a:pt x="6055611" y="4893165"/>
                </a:cubicBezTo>
                <a:cubicBezTo>
                  <a:pt x="6018132" y="4913243"/>
                  <a:pt x="6024851" y="4941660"/>
                  <a:pt x="6038735" y="4967899"/>
                </a:cubicBezTo>
                <a:cubicBezTo>
                  <a:pt x="6056202" y="4993052"/>
                  <a:pt x="6041430" y="5027991"/>
                  <a:pt x="6060557" y="5043940"/>
                </a:cubicBezTo>
                <a:cubicBezTo>
                  <a:pt x="6122480" y="5094749"/>
                  <a:pt x="6170336" y="5167237"/>
                  <a:pt x="6235843" y="5216963"/>
                </a:cubicBezTo>
                <a:cubicBezTo>
                  <a:pt x="6266676" y="5233706"/>
                  <a:pt x="6292263" y="5260744"/>
                  <a:pt x="6308069" y="5295104"/>
                </a:cubicBezTo>
                <a:cubicBezTo>
                  <a:pt x="6320991" y="5317284"/>
                  <a:pt x="6345620" y="5340262"/>
                  <a:pt x="6321766" y="5369257"/>
                </a:cubicBezTo>
                <a:cubicBezTo>
                  <a:pt x="6309838" y="5383756"/>
                  <a:pt x="6299029" y="5382687"/>
                  <a:pt x="6288602" y="5377151"/>
                </a:cubicBezTo>
                <a:lnTo>
                  <a:pt x="6280447" y="5371730"/>
                </a:lnTo>
                <a:lnTo>
                  <a:pt x="6265258" y="5359081"/>
                </a:lnTo>
                <a:cubicBezTo>
                  <a:pt x="6243927" y="5340293"/>
                  <a:pt x="6225261" y="5323850"/>
                  <a:pt x="6206596" y="5307410"/>
                </a:cubicBezTo>
                <a:cubicBezTo>
                  <a:pt x="6203929" y="5305060"/>
                  <a:pt x="6198597" y="5300364"/>
                  <a:pt x="6195315" y="5298914"/>
                </a:cubicBezTo>
                <a:cubicBezTo>
                  <a:pt x="6192648" y="5296565"/>
                  <a:pt x="6186699" y="5292765"/>
                  <a:pt x="6185467" y="5294561"/>
                </a:cubicBezTo>
                <a:lnTo>
                  <a:pt x="6186881" y="5297109"/>
                </a:lnTo>
                <a:lnTo>
                  <a:pt x="6136704" y="5264462"/>
                </a:lnTo>
                <a:lnTo>
                  <a:pt x="6107651" y="5242155"/>
                </a:lnTo>
                <a:lnTo>
                  <a:pt x="6088928" y="5222495"/>
                </a:lnTo>
                <a:lnTo>
                  <a:pt x="6066568" y="5201412"/>
                </a:lnTo>
                <a:lnTo>
                  <a:pt x="6038954" y="5163615"/>
                </a:lnTo>
                <a:lnTo>
                  <a:pt x="6011992" y="5153847"/>
                </a:lnTo>
                <a:lnTo>
                  <a:pt x="5976655" y="5125041"/>
                </a:lnTo>
                <a:cubicBezTo>
                  <a:pt x="5964757" y="5117441"/>
                  <a:pt x="5961474" y="5115992"/>
                  <a:pt x="5967008" y="5126630"/>
                </a:cubicBezTo>
                <a:cubicBezTo>
                  <a:pt x="5969059" y="5129876"/>
                  <a:pt x="5971724" y="5132226"/>
                  <a:pt x="5968441" y="5130775"/>
                </a:cubicBezTo>
                <a:cubicBezTo>
                  <a:pt x="5954493" y="5119930"/>
                  <a:pt x="5940343" y="5103143"/>
                  <a:pt x="5926597" y="5098239"/>
                </a:cubicBezTo>
                <a:lnTo>
                  <a:pt x="5943791" y="5117987"/>
                </a:lnTo>
                <a:lnTo>
                  <a:pt x="5879288" y="5072864"/>
                </a:lnTo>
                <a:cubicBezTo>
                  <a:pt x="5874745" y="5069893"/>
                  <a:pt x="5867583" y="5072067"/>
                  <a:pt x="5861378" y="5078301"/>
                </a:cubicBezTo>
                <a:lnTo>
                  <a:pt x="5860591" y="5090523"/>
                </a:lnTo>
                <a:lnTo>
                  <a:pt x="5845132" y="5079798"/>
                </a:lnTo>
                <a:cubicBezTo>
                  <a:pt x="5842465" y="5077450"/>
                  <a:pt x="5833849" y="5071303"/>
                  <a:pt x="5831799" y="5068055"/>
                </a:cubicBezTo>
                <a:cubicBezTo>
                  <a:pt x="5825649" y="5058315"/>
                  <a:pt x="5816417" y="5053066"/>
                  <a:pt x="5811700" y="5047469"/>
                </a:cubicBezTo>
                <a:cubicBezTo>
                  <a:pt x="5803701" y="5040424"/>
                  <a:pt x="5797753" y="5036625"/>
                  <a:pt x="5796520" y="5038421"/>
                </a:cubicBezTo>
                <a:cubicBezTo>
                  <a:pt x="5795288" y="5040217"/>
                  <a:pt x="5796720" y="5044362"/>
                  <a:pt x="5802054" y="5049059"/>
                </a:cubicBezTo>
                <a:cubicBezTo>
                  <a:pt x="5812104" y="5059353"/>
                  <a:pt x="5819486" y="5067297"/>
                  <a:pt x="5830152" y="5076691"/>
                </a:cubicBezTo>
                <a:cubicBezTo>
                  <a:pt x="5846150" y="5090783"/>
                  <a:pt x="5859482" y="5102528"/>
                  <a:pt x="5878148" y="5118968"/>
                </a:cubicBezTo>
                <a:cubicBezTo>
                  <a:pt x="5868916" y="5113719"/>
                  <a:pt x="5861532" y="5105775"/>
                  <a:pt x="5854967" y="5102873"/>
                </a:cubicBezTo>
                <a:cubicBezTo>
                  <a:pt x="5854350" y="5103772"/>
                  <a:pt x="5849018" y="5099075"/>
                  <a:pt x="5848401" y="5099973"/>
                </a:cubicBezTo>
                <a:cubicBezTo>
                  <a:pt x="5849834" y="5104116"/>
                  <a:pt x="5852501" y="5106467"/>
                  <a:pt x="5855168" y="5108815"/>
                </a:cubicBezTo>
                <a:cubicBezTo>
                  <a:pt x="5865834" y="5118210"/>
                  <a:pt x="5877115" y="5126706"/>
                  <a:pt x="5888397" y="5135202"/>
                </a:cubicBezTo>
                <a:lnTo>
                  <a:pt x="5904893" y="5149733"/>
                </a:lnTo>
                <a:lnTo>
                  <a:pt x="5905833" y="5158694"/>
                </a:lnTo>
                <a:lnTo>
                  <a:pt x="5876083" y="5134443"/>
                </a:lnTo>
                <a:cubicBezTo>
                  <a:pt x="5873417" y="5132095"/>
                  <a:pt x="5870752" y="5129747"/>
                  <a:pt x="5868085" y="5127398"/>
                </a:cubicBezTo>
                <a:cubicBezTo>
                  <a:pt x="5866235" y="5130092"/>
                  <a:pt x="5869103" y="5138382"/>
                  <a:pt x="5855155" y="5127536"/>
                </a:cubicBezTo>
                <a:cubicBezTo>
                  <a:pt x="5855155" y="5127536"/>
                  <a:pt x="5854540" y="5128435"/>
                  <a:pt x="5853923" y="5129334"/>
                </a:cubicBezTo>
                <a:cubicBezTo>
                  <a:pt x="5855973" y="5132581"/>
                  <a:pt x="5859254" y="5134029"/>
                  <a:pt x="5861305" y="5137277"/>
                </a:cubicBezTo>
                <a:cubicBezTo>
                  <a:pt x="5869305" y="5144324"/>
                  <a:pt x="5880586" y="5152820"/>
                  <a:pt x="5887969" y="5160764"/>
                </a:cubicBezTo>
                <a:cubicBezTo>
                  <a:pt x="5887969" y="5160764"/>
                  <a:pt x="5890019" y="5164012"/>
                  <a:pt x="5889404" y="5164910"/>
                </a:cubicBezTo>
                <a:cubicBezTo>
                  <a:pt x="5886737" y="5162561"/>
                  <a:pt x="5886120" y="5163459"/>
                  <a:pt x="5886120" y="5163459"/>
                </a:cubicBezTo>
                <a:cubicBezTo>
                  <a:pt x="5878121" y="5156412"/>
                  <a:pt x="5867456" y="5147017"/>
                  <a:pt x="5859456" y="5139972"/>
                </a:cubicBezTo>
                <a:cubicBezTo>
                  <a:pt x="5851457" y="5132927"/>
                  <a:pt x="5840792" y="5123531"/>
                  <a:pt x="5832792" y="5116485"/>
                </a:cubicBezTo>
                <a:cubicBezTo>
                  <a:pt x="5827459" y="5111788"/>
                  <a:pt x="5822126" y="5107090"/>
                  <a:pt x="5819459" y="5104740"/>
                </a:cubicBezTo>
                <a:cubicBezTo>
                  <a:pt x="5810228" y="5099491"/>
                  <a:pt x="5803663" y="5096590"/>
                  <a:pt x="5795046" y="5090442"/>
                </a:cubicBezTo>
                <a:cubicBezTo>
                  <a:pt x="5783764" y="5081946"/>
                  <a:pt x="5771867" y="5074348"/>
                  <a:pt x="5760585" y="5065850"/>
                </a:cubicBezTo>
                <a:cubicBezTo>
                  <a:pt x="5752586" y="5058805"/>
                  <a:pt x="5751969" y="5059702"/>
                  <a:pt x="5750737" y="5061500"/>
                </a:cubicBezTo>
                <a:cubicBezTo>
                  <a:pt x="5749505" y="5063295"/>
                  <a:pt x="5752170" y="5065643"/>
                  <a:pt x="5757503" y="5070341"/>
                </a:cubicBezTo>
                <a:cubicBezTo>
                  <a:pt x="5764886" y="5078286"/>
                  <a:pt x="5764886" y="5078286"/>
                  <a:pt x="5758320" y="5075383"/>
                </a:cubicBezTo>
                <a:cubicBezTo>
                  <a:pt x="5754421" y="5074832"/>
                  <a:pt x="5745807" y="5068685"/>
                  <a:pt x="5758521" y="5081325"/>
                </a:cubicBezTo>
                <a:cubicBezTo>
                  <a:pt x="5761188" y="5083674"/>
                  <a:pt x="5757289" y="5083123"/>
                  <a:pt x="5756673" y="5084021"/>
                </a:cubicBezTo>
                <a:cubicBezTo>
                  <a:pt x="5756673" y="5084021"/>
                  <a:pt x="5756673" y="5084021"/>
                  <a:pt x="5754006" y="5081671"/>
                </a:cubicBezTo>
                <a:cubicBezTo>
                  <a:pt x="5743541" y="5078220"/>
                  <a:pt x="5743541" y="5078220"/>
                  <a:pt x="5749691" y="5087958"/>
                </a:cubicBezTo>
                <a:cubicBezTo>
                  <a:pt x="5753792" y="5094453"/>
                  <a:pt x="5763842" y="5104745"/>
                  <a:pt x="5766709" y="5113036"/>
                </a:cubicBezTo>
                <a:cubicBezTo>
                  <a:pt x="5758093" y="5106887"/>
                  <a:pt x="5745377" y="5094246"/>
                  <a:pt x="5738195" y="5092242"/>
                </a:cubicBezTo>
                <a:cubicBezTo>
                  <a:pt x="5738195" y="5092242"/>
                  <a:pt x="5737579" y="5093141"/>
                  <a:pt x="5740246" y="5095490"/>
                </a:cubicBezTo>
                <a:cubicBezTo>
                  <a:pt x="5774909" y="5126023"/>
                  <a:pt x="5809573" y="5156558"/>
                  <a:pt x="5846903" y="5189439"/>
                </a:cubicBezTo>
                <a:cubicBezTo>
                  <a:pt x="5848952" y="5192686"/>
                  <a:pt x="5843620" y="5187988"/>
                  <a:pt x="5848952" y="5192686"/>
                </a:cubicBezTo>
                <a:cubicBezTo>
                  <a:pt x="5843620" y="5187988"/>
                  <a:pt x="5838287" y="5183290"/>
                  <a:pt x="5835005" y="5181840"/>
                </a:cubicBezTo>
                <a:cubicBezTo>
                  <a:pt x="5827005" y="5174793"/>
                  <a:pt x="5815724" y="5166298"/>
                  <a:pt x="5810591" y="5167541"/>
                </a:cubicBezTo>
                <a:cubicBezTo>
                  <a:pt x="5808126" y="5171134"/>
                  <a:pt x="5806075" y="5167888"/>
                  <a:pt x="5798076" y="5160841"/>
                </a:cubicBezTo>
                <a:cubicBezTo>
                  <a:pt x="5787411" y="5151447"/>
                  <a:pt x="5777362" y="5141151"/>
                  <a:pt x="5767514" y="5136802"/>
                </a:cubicBezTo>
                <a:cubicBezTo>
                  <a:pt x="5764847" y="5134452"/>
                  <a:pt x="5761564" y="5133002"/>
                  <a:pt x="5760948" y="5133901"/>
                </a:cubicBezTo>
                <a:cubicBezTo>
                  <a:pt x="5759716" y="5135696"/>
                  <a:pt x="5762998" y="5137146"/>
                  <a:pt x="5765664" y="5139495"/>
                </a:cubicBezTo>
                <a:cubicBezTo>
                  <a:pt x="5786996" y="5158285"/>
                  <a:pt x="5808328" y="5177074"/>
                  <a:pt x="5829658" y="5195864"/>
                </a:cubicBezTo>
                <a:cubicBezTo>
                  <a:pt x="5832325" y="5198213"/>
                  <a:pt x="5837659" y="5202912"/>
                  <a:pt x="5837042" y="5203809"/>
                </a:cubicBezTo>
                <a:cubicBezTo>
                  <a:pt x="5839092" y="5207057"/>
                  <a:pt x="5837859" y="5208852"/>
                  <a:pt x="5839909" y="5212099"/>
                </a:cubicBezTo>
                <a:cubicBezTo>
                  <a:pt x="5836626" y="5210649"/>
                  <a:pt x="5833343" y="5209198"/>
                  <a:pt x="5825344" y="5202151"/>
                </a:cubicBezTo>
                <a:cubicBezTo>
                  <a:pt x="5814679" y="5192757"/>
                  <a:pt x="5804830" y="5188405"/>
                  <a:pt x="5794781" y="5178113"/>
                </a:cubicBezTo>
                <a:cubicBezTo>
                  <a:pt x="5784316" y="5174658"/>
                  <a:pt x="5773450" y="5159323"/>
                  <a:pt x="5762986" y="5155870"/>
                </a:cubicBezTo>
                <a:cubicBezTo>
                  <a:pt x="5752320" y="5146474"/>
                  <a:pt x="5741655" y="5137080"/>
                  <a:pt x="5730989" y="5127684"/>
                </a:cubicBezTo>
                <a:cubicBezTo>
                  <a:pt x="5722989" y="5120639"/>
                  <a:pt x="5714990" y="5113593"/>
                  <a:pt x="5707606" y="5105648"/>
                </a:cubicBezTo>
                <a:cubicBezTo>
                  <a:pt x="5702274" y="5100951"/>
                  <a:pt x="5698375" y="5100397"/>
                  <a:pt x="5695092" y="5098947"/>
                </a:cubicBezTo>
                <a:cubicBezTo>
                  <a:pt x="5694476" y="5099846"/>
                  <a:pt x="5693859" y="5100743"/>
                  <a:pt x="5695910" y="5103992"/>
                </a:cubicBezTo>
                <a:cubicBezTo>
                  <a:pt x="5701242" y="5108688"/>
                  <a:pt x="5703908" y="5111036"/>
                  <a:pt x="5709242" y="5115735"/>
                </a:cubicBezTo>
                <a:cubicBezTo>
                  <a:pt x="5719907" y="5125130"/>
                  <a:pt x="5732623" y="5137771"/>
                  <a:pt x="5744522" y="5145369"/>
                </a:cubicBezTo>
                <a:cubicBezTo>
                  <a:pt x="5759086" y="5155316"/>
                  <a:pt x="5767286" y="5168304"/>
                  <a:pt x="5778569" y="5176802"/>
                </a:cubicBezTo>
                <a:cubicBezTo>
                  <a:pt x="5781851" y="5178251"/>
                  <a:pt x="5787184" y="5182949"/>
                  <a:pt x="5788617" y="5187095"/>
                </a:cubicBezTo>
                <a:cubicBezTo>
                  <a:pt x="5766670" y="5169203"/>
                  <a:pt x="5741439" y="5149861"/>
                  <a:pt x="5718059" y="5127825"/>
                </a:cubicBezTo>
                <a:cubicBezTo>
                  <a:pt x="5715393" y="5125476"/>
                  <a:pt x="5709443" y="5121676"/>
                  <a:pt x="5707394" y="5118428"/>
                </a:cubicBezTo>
                <a:cubicBezTo>
                  <a:pt x="5702677" y="5112832"/>
                  <a:pt x="5697544" y="5114077"/>
                  <a:pt x="5692828" y="5108481"/>
                </a:cubicBezTo>
                <a:cubicBezTo>
                  <a:pt x="5690162" y="5106132"/>
                  <a:pt x="5688929" y="5107929"/>
                  <a:pt x="5688312" y="5108827"/>
                </a:cubicBezTo>
                <a:cubicBezTo>
                  <a:pt x="5687079" y="5110624"/>
                  <a:pt x="5689745" y="5112972"/>
                  <a:pt x="5692412" y="5115322"/>
                </a:cubicBezTo>
                <a:cubicBezTo>
                  <a:pt x="5705744" y="5127065"/>
                  <a:pt x="5719077" y="5138808"/>
                  <a:pt x="5732408" y="5150553"/>
                </a:cubicBezTo>
                <a:cubicBezTo>
                  <a:pt x="5718460" y="5139707"/>
                  <a:pt x="5703280" y="5130658"/>
                  <a:pt x="5687281" y="5116564"/>
                </a:cubicBezTo>
                <a:cubicBezTo>
                  <a:pt x="5685231" y="5113317"/>
                  <a:pt x="5679898" y="5108620"/>
                  <a:pt x="5678049" y="5111316"/>
                </a:cubicBezTo>
                <a:cubicBezTo>
                  <a:pt x="5676816" y="5113111"/>
                  <a:pt x="5682765" y="5116911"/>
                  <a:pt x="5688098" y="5121609"/>
                </a:cubicBezTo>
                <a:cubicBezTo>
                  <a:pt x="5709431" y="5140398"/>
                  <a:pt x="5730760" y="5159188"/>
                  <a:pt x="5754758" y="5180326"/>
                </a:cubicBezTo>
                <a:cubicBezTo>
                  <a:pt x="5757426" y="5182676"/>
                  <a:pt x="5763374" y="5186475"/>
                  <a:pt x="5764192" y="5191518"/>
                </a:cubicBezTo>
                <a:cubicBezTo>
                  <a:pt x="5758858" y="5186819"/>
                  <a:pt x="5748810" y="5176527"/>
                  <a:pt x="5745528" y="5175076"/>
                </a:cubicBezTo>
                <a:cubicBezTo>
                  <a:pt x="5735680" y="5170725"/>
                  <a:pt x="5728912" y="5161883"/>
                  <a:pt x="5719681" y="5156632"/>
                </a:cubicBezTo>
                <a:cubicBezTo>
                  <a:pt x="5713733" y="5152833"/>
                  <a:pt x="5703682" y="5142540"/>
                  <a:pt x="5695682" y="5135494"/>
                </a:cubicBezTo>
                <a:cubicBezTo>
                  <a:pt x="5690350" y="5130796"/>
                  <a:pt x="5687067" y="5129346"/>
                  <a:pt x="5685835" y="5131143"/>
                </a:cubicBezTo>
                <a:cubicBezTo>
                  <a:pt x="5685219" y="5132040"/>
                  <a:pt x="5686652" y="5136185"/>
                  <a:pt x="5691984" y="5140884"/>
                </a:cubicBezTo>
                <a:cubicBezTo>
                  <a:pt x="5711265" y="5156427"/>
                  <a:pt x="5729931" y="5172868"/>
                  <a:pt x="5747979" y="5190206"/>
                </a:cubicBezTo>
                <a:cubicBezTo>
                  <a:pt x="5755978" y="5197251"/>
                  <a:pt x="5761929" y="5201052"/>
                  <a:pt x="5771361" y="5212243"/>
                </a:cubicBezTo>
                <a:cubicBezTo>
                  <a:pt x="5758029" y="5200499"/>
                  <a:pt x="5749413" y="5194352"/>
                  <a:pt x="5742031" y="5186408"/>
                </a:cubicBezTo>
                <a:cubicBezTo>
                  <a:pt x="5731365" y="5177012"/>
                  <a:pt x="5727466" y="5176460"/>
                  <a:pt x="5720899" y="5173558"/>
                </a:cubicBezTo>
                <a:cubicBezTo>
                  <a:pt x="5717617" y="5172108"/>
                  <a:pt x="5717001" y="5173006"/>
                  <a:pt x="5719051" y="5176252"/>
                </a:cubicBezTo>
                <a:cubicBezTo>
                  <a:pt x="5721101" y="5179500"/>
                  <a:pt x="5723152" y="5182747"/>
                  <a:pt x="5728483" y="5187444"/>
                </a:cubicBezTo>
                <a:cubicBezTo>
                  <a:pt x="5742432" y="5198290"/>
                  <a:pt x="5752482" y="5208583"/>
                  <a:pt x="5761915" y="5219775"/>
                </a:cubicBezTo>
                <a:cubicBezTo>
                  <a:pt x="5776681" y="5235663"/>
                  <a:pt x="5790629" y="5246508"/>
                  <a:pt x="5806628" y="5260601"/>
                </a:cubicBezTo>
                <a:cubicBezTo>
                  <a:pt x="5830625" y="5281740"/>
                  <a:pt x="5854623" y="5302877"/>
                  <a:pt x="5881288" y="5326364"/>
                </a:cubicBezTo>
                <a:cubicBezTo>
                  <a:pt x="5883337" y="5329611"/>
                  <a:pt x="5892569" y="5334861"/>
                  <a:pt x="5894003" y="5339006"/>
                </a:cubicBezTo>
                <a:cubicBezTo>
                  <a:pt x="5890721" y="5337555"/>
                  <a:pt x="5884772" y="5333756"/>
                  <a:pt x="5883539" y="5335552"/>
                </a:cubicBezTo>
                <a:cubicBezTo>
                  <a:pt x="5878408" y="5336795"/>
                  <a:pt x="5870408" y="5329751"/>
                  <a:pt x="5859742" y="5320355"/>
                </a:cubicBezTo>
                <a:cubicBezTo>
                  <a:pt x="5854410" y="5315658"/>
                  <a:pt x="5847026" y="5307713"/>
                  <a:pt x="5837178" y="5303362"/>
                </a:cubicBezTo>
                <a:cubicBezTo>
                  <a:pt x="5824463" y="5290721"/>
                  <a:pt x="5807230" y="5278424"/>
                  <a:pt x="5795131" y="5264885"/>
                </a:cubicBezTo>
                <a:cubicBezTo>
                  <a:pt x="5788365" y="5256042"/>
                  <a:pt x="5779750" y="5249894"/>
                  <a:pt x="5771750" y="5242847"/>
                </a:cubicBezTo>
                <a:cubicBezTo>
                  <a:pt x="5769083" y="5240499"/>
                  <a:pt x="5762519" y="5237598"/>
                  <a:pt x="5761286" y="5239394"/>
                </a:cubicBezTo>
                <a:cubicBezTo>
                  <a:pt x="5762720" y="5243540"/>
                  <a:pt x="5766002" y="5244989"/>
                  <a:pt x="5771335" y="5249687"/>
                </a:cubicBezTo>
                <a:cubicBezTo>
                  <a:pt x="5802717" y="5278770"/>
                  <a:pt x="5835329" y="5306056"/>
                  <a:pt x="5866093" y="5336038"/>
                </a:cubicBezTo>
                <a:cubicBezTo>
                  <a:pt x="5894808" y="5362773"/>
                  <a:pt x="5927422" y="5390058"/>
                  <a:pt x="5956753" y="5415895"/>
                </a:cubicBezTo>
                <a:cubicBezTo>
                  <a:pt x="5959418" y="5418244"/>
                  <a:pt x="5964751" y="5422941"/>
                  <a:pt x="5965367" y="5422042"/>
                </a:cubicBezTo>
                <a:cubicBezTo>
                  <a:pt x="5966600" y="5420247"/>
                  <a:pt x="5963934" y="5417897"/>
                  <a:pt x="5961267" y="5415549"/>
                </a:cubicBezTo>
                <a:cubicBezTo>
                  <a:pt x="5956551" y="5409953"/>
                  <a:pt x="5954500" y="5406706"/>
                  <a:pt x="5949784" y="5401111"/>
                </a:cubicBezTo>
                <a:cubicBezTo>
                  <a:pt x="5947118" y="5398762"/>
                  <a:pt x="5948350" y="5396965"/>
                  <a:pt x="5951017" y="5399314"/>
                </a:cubicBezTo>
                <a:cubicBezTo>
                  <a:pt x="5959016" y="5406361"/>
                  <a:pt x="5963532" y="5406014"/>
                  <a:pt x="5968248" y="5411610"/>
                </a:cubicBezTo>
                <a:cubicBezTo>
                  <a:pt x="5972348" y="5418103"/>
                  <a:pt x="5983014" y="5427498"/>
                  <a:pt x="5983832" y="5432542"/>
                </a:cubicBezTo>
                <a:cubicBezTo>
                  <a:pt x="5986700" y="5440832"/>
                  <a:pt x="5995315" y="5446980"/>
                  <a:pt x="6003314" y="5454026"/>
                </a:cubicBezTo>
                <a:cubicBezTo>
                  <a:pt x="6013979" y="5463421"/>
                  <a:pt x="6021161" y="5465423"/>
                  <a:pt x="6032443" y="5473920"/>
                </a:cubicBezTo>
                <a:cubicBezTo>
                  <a:pt x="6044141" y="5475578"/>
                  <a:pt x="6059523" y="5490568"/>
                  <a:pt x="6074704" y="5499617"/>
                </a:cubicBezTo>
                <a:cubicBezTo>
                  <a:pt x="6077371" y="5501966"/>
                  <a:pt x="6082704" y="5506663"/>
                  <a:pt x="6082087" y="5507561"/>
                </a:cubicBezTo>
                <a:cubicBezTo>
                  <a:pt x="6084137" y="5510808"/>
                  <a:pt x="6082904" y="5512604"/>
                  <a:pt x="6077570" y="5507908"/>
                </a:cubicBezTo>
                <a:cubicBezTo>
                  <a:pt x="6072238" y="5503209"/>
                  <a:pt x="6065673" y="5500309"/>
                  <a:pt x="6068340" y="5502657"/>
                </a:cubicBezTo>
                <a:cubicBezTo>
                  <a:pt x="6069772" y="5506803"/>
                  <a:pt x="6070591" y="5511846"/>
                  <a:pt x="6078590" y="5518892"/>
                </a:cubicBezTo>
                <a:cubicBezTo>
                  <a:pt x="6084539" y="5522691"/>
                  <a:pt x="6089255" y="5528288"/>
                  <a:pt x="6095205" y="5532085"/>
                </a:cubicBezTo>
                <a:cubicBezTo>
                  <a:pt x="6125566" y="5550185"/>
                  <a:pt x="6153666" y="5577816"/>
                  <a:pt x="6181561" y="5599508"/>
                </a:cubicBezTo>
                <a:cubicBezTo>
                  <a:pt x="6204125" y="5616500"/>
                  <a:pt x="6225658" y="5641232"/>
                  <a:pt x="6247606" y="5659123"/>
                </a:cubicBezTo>
                <a:cubicBezTo>
                  <a:pt x="6250273" y="5661472"/>
                  <a:pt x="6249657" y="5662370"/>
                  <a:pt x="6251706" y="5665616"/>
                </a:cubicBezTo>
                <a:cubicBezTo>
                  <a:pt x="6259088" y="5673561"/>
                  <a:pt x="6267705" y="5679709"/>
                  <a:pt x="6269554" y="5677015"/>
                </a:cubicBezTo>
                <a:cubicBezTo>
                  <a:pt x="6277967" y="5677222"/>
                  <a:pt x="6294582" y="5690415"/>
                  <a:pt x="6303199" y="5696565"/>
                </a:cubicBezTo>
                <a:cubicBezTo>
                  <a:pt x="6317147" y="5707408"/>
                  <a:pt x="6331095" y="5718255"/>
                  <a:pt x="6336014" y="5729791"/>
                </a:cubicBezTo>
                <a:cubicBezTo>
                  <a:pt x="6338063" y="5733039"/>
                  <a:pt x="6340114" y="5736286"/>
                  <a:pt x="6342780" y="5738633"/>
                </a:cubicBezTo>
                <a:lnTo>
                  <a:pt x="6361825" y="5758293"/>
                </a:lnTo>
                <a:lnTo>
                  <a:pt x="6351655" y="5754938"/>
                </a:lnTo>
                <a:cubicBezTo>
                  <a:pt x="6350423" y="5756735"/>
                  <a:pt x="6355140" y="5762329"/>
                  <a:pt x="6363139" y="5769376"/>
                </a:cubicBezTo>
                <a:cubicBezTo>
                  <a:pt x="6369088" y="5773176"/>
                  <a:pt x="6375855" y="5782018"/>
                  <a:pt x="6385703" y="5786369"/>
                </a:cubicBezTo>
                <a:cubicBezTo>
                  <a:pt x="6388986" y="5787820"/>
                  <a:pt x="6396369" y="5795764"/>
                  <a:pt x="6399036" y="5798113"/>
                </a:cubicBezTo>
                <a:lnTo>
                  <a:pt x="6423997" y="5823336"/>
                </a:lnTo>
                <a:lnTo>
                  <a:pt x="6424013" y="5823664"/>
                </a:lnTo>
                <a:lnTo>
                  <a:pt x="6419785" y="5833946"/>
                </a:lnTo>
                <a:lnTo>
                  <a:pt x="6411738" y="5829477"/>
                </a:lnTo>
                <a:cubicBezTo>
                  <a:pt x="6407840" y="5828926"/>
                  <a:pt x="6409889" y="5832172"/>
                  <a:pt x="6414606" y="5837768"/>
                </a:cubicBezTo>
                <a:lnTo>
                  <a:pt x="6416470" y="5840323"/>
                </a:lnTo>
                <a:lnTo>
                  <a:pt x="6414349" y="5841030"/>
                </a:lnTo>
                <a:lnTo>
                  <a:pt x="6412756" y="5840462"/>
                </a:lnTo>
                <a:cubicBezTo>
                  <a:pt x="6408140" y="5837837"/>
                  <a:pt x="6405833" y="5836524"/>
                  <a:pt x="6405602" y="5836862"/>
                </a:cubicBezTo>
                <a:lnTo>
                  <a:pt x="6410263" y="5842393"/>
                </a:lnTo>
                <a:lnTo>
                  <a:pt x="6401428" y="5845340"/>
                </a:lnTo>
                <a:cubicBezTo>
                  <a:pt x="6394528" y="5845328"/>
                  <a:pt x="6385956" y="5843578"/>
                  <a:pt x="6375562" y="5840208"/>
                </a:cubicBezTo>
                <a:cubicBezTo>
                  <a:pt x="6353810" y="5829409"/>
                  <a:pt x="6332063" y="5818607"/>
                  <a:pt x="6309353" y="5803749"/>
                </a:cubicBezTo>
                <a:cubicBezTo>
                  <a:pt x="6281141" y="5781859"/>
                  <a:pt x="6235279" y="5782729"/>
                  <a:pt x="6239747" y="5720462"/>
                </a:cubicBezTo>
                <a:cubicBezTo>
                  <a:pt x="6240452" y="5707196"/>
                  <a:pt x="6223243" y="5699370"/>
                  <a:pt x="6214418" y="5710748"/>
                </a:cubicBezTo>
                <a:cubicBezTo>
                  <a:pt x="6175535" y="5757360"/>
                  <a:pt x="6164014" y="5708647"/>
                  <a:pt x="6151089" y="5686468"/>
                </a:cubicBezTo>
                <a:cubicBezTo>
                  <a:pt x="6141749" y="5663198"/>
                  <a:pt x="6132664" y="5657255"/>
                  <a:pt x="6110915" y="5646455"/>
                </a:cubicBezTo>
                <a:cubicBezTo>
                  <a:pt x="6046626" y="5618112"/>
                  <a:pt x="5977097" y="5600064"/>
                  <a:pt x="5926878" y="5550049"/>
                </a:cubicBezTo>
                <a:cubicBezTo>
                  <a:pt x="5849408" y="5482203"/>
                  <a:pt x="5756209" y="5445236"/>
                  <a:pt x="5670873" y="5392829"/>
                </a:cubicBezTo>
                <a:cubicBezTo>
                  <a:pt x="5629998" y="5366082"/>
                  <a:pt x="5586499" y="5344480"/>
                  <a:pt x="5543001" y="5322880"/>
                </a:cubicBezTo>
                <a:cubicBezTo>
                  <a:pt x="5534877" y="5320998"/>
                  <a:pt x="5527456" y="5305847"/>
                  <a:pt x="5517927" y="5330492"/>
                </a:cubicBezTo>
                <a:cubicBezTo>
                  <a:pt x="5500792" y="5387902"/>
                  <a:pt x="5475719" y="5395514"/>
                  <a:pt x="5436506" y="5359561"/>
                </a:cubicBezTo>
                <a:cubicBezTo>
                  <a:pt x="5411876" y="5336583"/>
                  <a:pt x="5391087" y="5329843"/>
                  <a:pt x="5366272" y="5354779"/>
                </a:cubicBezTo>
                <a:cubicBezTo>
                  <a:pt x="5352903" y="5363187"/>
                  <a:pt x="5340496" y="5375657"/>
                  <a:pt x="5324953" y="5358621"/>
                </a:cubicBezTo>
                <a:cubicBezTo>
                  <a:pt x="5273772" y="5304545"/>
                  <a:pt x="5206163" y="5294616"/>
                  <a:pt x="5145457" y="5265188"/>
                </a:cubicBezTo>
                <a:cubicBezTo>
                  <a:pt x="5127289" y="5253300"/>
                  <a:pt x="5107459" y="5250620"/>
                  <a:pt x="5111487" y="5218942"/>
                </a:cubicBezTo>
                <a:cubicBezTo>
                  <a:pt x="5118390" y="5199444"/>
                  <a:pt x="5098560" y="5196760"/>
                  <a:pt x="5086856" y="5195962"/>
                </a:cubicBezTo>
                <a:cubicBezTo>
                  <a:pt x="5070608" y="5192194"/>
                  <a:pt x="5056281" y="5196545"/>
                  <a:pt x="5045793" y="5217131"/>
                </a:cubicBezTo>
                <a:cubicBezTo>
                  <a:pt x="5043173" y="5222279"/>
                  <a:pt x="5039851" y="5240690"/>
                  <a:pt x="5043432" y="5239603"/>
                </a:cubicBezTo>
                <a:cubicBezTo>
                  <a:pt x="5090254" y="5242791"/>
                  <a:pt x="5080282" y="5298026"/>
                  <a:pt x="5108494" y="5319918"/>
                </a:cubicBezTo>
                <a:cubicBezTo>
                  <a:pt x="5172078" y="5361525"/>
                  <a:pt x="5224217" y="5419656"/>
                  <a:pt x="5273733" y="5482936"/>
                </a:cubicBezTo>
                <a:cubicBezTo>
                  <a:pt x="5291199" y="5508093"/>
                  <a:pt x="5309366" y="5519980"/>
                  <a:pt x="5332260" y="5486923"/>
                </a:cubicBezTo>
                <a:cubicBezTo>
                  <a:pt x="5337506" y="5476631"/>
                  <a:pt x="5345370" y="5461189"/>
                  <a:pt x="5359956" y="5474165"/>
                </a:cubicBezTo>
                <a:cubicBezTo>
                  <a:pt x="5369041" y="5480109"/>
                  <a:pt x="5368337" y="5493375"/>
                  <a:pt x="5363094" y="5503669"/>
                </a:cubicBezTo>
                <a:cubicBezTo>
                  <a:pt x="5346402" y="5530489"/>
                  <a:pt x="5356448" y="5540491"/>
                  <a:pt x="5379157" y="5555351"/>
                </a:cubicBezTo>
                <a:cubicBezTo>
                  <a:pt x="5406408" y="5573183"/>
                  <a:pt x="5433658" y="5591015"/>
                  <a:pt x="5466854" y="5585289"/>
                </a:cubicBezTo>
                <a:cubicBezTo>
                  <a:pt x="5478559" y="5586084"/>
                  <a:pt x="5496467" y="5580646"/>
                  <a:pt x="5500308" y="5596885"/>
                </a:cubicBezTo>
                <a:cubicBezTo>
                  <a:pt x="5510869" y="5641538"/>
                  <a:pt x="5547906" y="5652046"/>
                  <a:pt x="5576116" y="5673937"/>
                </a:cubicBezTo>
                <a:cubicBezTo>
                  <a:pt x="5610791" y="5706920"/>
                  <a:pt x="5618027" y="5769983"/>
                  <a:pt x="5591550" y="5804125"/>
                </a:cubicBezTo>
                <a:cubicBezTo>
                  <a:pt x="5577481" y="5825799"/>
                  <a:pt x="5582281" y="5846097"/>
                  <a:pt x="5571793" y="5866683"/>
                </a:cubicBezTo>
                <a:cubicBezTo>
                  <a:pt x="5554587" y="5858852"/>
                  <a:pt x="5540961" y="5849938"/>
                  <a:pt x="5525674" y="5850229"/>
                </a:cubicBezTo>
                <a:cubicBezTo>
                  <a:pt x="5422948" y="5837907"/>
                  <a:pt x="5351421" y="5746503"/>
                  <a:pt x="5261803" y="5708448"/>
                </a:cubicBezTo>
                <a:cubicBezTo>
                  <a:pt x="5198476" y="5684167"/>
                  <a:pt x="5151582" y="5615739"/>
                  <a:pt x="5075145" y="5617189"/>
                </a:cubicBezTo>
                <a:cubicBezTo>
                  <a:pt x="5067021" y="5615305"/>
                  <a:pt x="5054356" y="5610449"/>
                  <a:pt x="5055058" y="5597184"/>
                </a:cubicBezTo>
                <a:cubicBezTo>
                  <a:pt x="5060743" y="5556300"/>
                  <a:pt x="5036631" y="5567971"/>
                  <a:pt x="5017763" y="5569349"/>
                </a:cubicBezTo>
                <a:cubicBezTo>
                  <a:pt x="5007017" y="5572611"/>
                  <a:pt x="4992690" y="5576961"/>
                  <a:pt x="4983606" y="5571014"/>
                </a:cubicBezTo>
                <a:cubicBezTo>
                  <a:pt x="4929804" y="5522088"/>
                  <a:pt x="4855991" y="5518393"/>
                  <a:pt x="4802190" y="5469465"/>
                </a:cubicBezTo>
                <a:cubicBezTo>
                  <a:pt x="4767572" y="5450245"/>
                  <a:pt x="4721538" y="5421982"/>
                  <a:pt x="4677926" y="5396518"/>
                </a:cubicBezTo>
                <a:lnTo>
                  <a:pt x="4673381" y="5393975"/>
                </a:lnTo>
                <a:lnTo>
                  <a:pt x="4588341" y="5331789"/>
                </a:lnTo>
                <a:cubicBezTo>
                  <a:pt x="4554492" y="5306509"/>
                  <a:pt x="4523463" y="5283335"/>
                  <a:pt x="4489614" y="5258055"/>
                </a:cubicBezTo>
                <a:cubicBezTo>
                  <a:pt x="4483972" y="5253842"/>
                  <a:pt x="4477720" y="5250678"/>
                  <a:pt x="4471468" y="5247516"/>
                </a:cubicBezTo>
                <a:cubicBezTo>
                  <a:pt x="4468646" y="5245408"/>
                  <a:pt x="4467048" y="5241201"/>
                  <a:pt x="4461406" y="5236989"/>
                </a:cubicBezTo>
                <a:cubicBezTo>
                  <a:pt x="4444481" y="5224348"/>
                  <a:pt x="4426946" y="5212758"/>
                  <a:pt x="4411621" y="5204324"/>
                </a:cubicBezTo>
                <a:cubicBezTo>
                  <a:pt x="4405979" y="5200111"/>
                  <a:pt x="4396905" y="5194841"/>
                  <a:pt x="4391875" y="5189578"/>
                </a:cubicBezTo>
                <a:cubicBezTo>
                  <a:pt x="4384635" y="5181158"/>
                  <a:pt x="4372742" y="5173781"/>
                  <a:pt x="4364278" y="5167461"/>
                </a:cubicBezTo>
                <a:cubicBezTo>
                  <a:pt x="4355816" y="5161142"/>
                  <a:pt x="4345754" y="5150614"/>
                  <a:pt x="4335459" y="5147443"/>
                </a:cubicBezTo>
                <a:cubicBezTo>
                  <a:pt x="4328597" y="5145331"/>
                  <a:pt x="4327607" y="5140075"/>
                  <a:pt x="4321967" y="5135861"/>
                </a:cubicBezTo>
                <a:cubicBezTo>
                  <a:pt x="4288118" y="5110580"/>
                  <a:pt x="4251448" y="5083194"/>
                  <a:pt x="4214778" y="5055807"/>
                </a:cubicBezTo>
                <a:cubicBezTo>
                  <a:pt x="4190379" y="5042102"/>
                  <a:pt x="4169034" y="5023150"/>
                  <a:pt x="4146468" y="5006296"/>
                </a:cubicBezTo>
                <a:cubicBezTo>
                  <a:pt x="4140826" y="5002082"/>
                  <a:pt x="4134574" y="4998919"/>
                  <a:pt x="4130532" y="4998913"/>
                </a:cubicBezTo>
                <a:cubicBezTo>
                  <a:pt x="4138382" y="5006283"/>
                  <a:pt x="4146235" y="5013653"/>
                  <a:pt x="4154697" y="5019973"/>
                </a:cubicBezTo>
                <a:cubicBezTo>
                  <a:pt x="4165979" y="5028400"/>
                  <a:pt x="4177263" y="5036827"/>
                  <a:pt x="4188546" y="5045252"/>
                </a:cubicBezTo>
                <a:cubicBezTo>
                  <a:pt x="4194187" y="5049466"/>
                  <a:pt x="4205470" y="5057893"/>
                  <a:pt x="4200205" y="5059987"/>
                </a:cubicBezTo>
                <a:cubicBezTo>
                  <a:pt x="4198984" y="5062087"/>
                  <a:pt x="4204626" y="5066300"/>
                  <a:pt x="4207446" y="5068406"/>
                </a:cubicBezTo>
                <a:cubicBezTo>
                  <a:pt x="4224371" y="5081047"/>
                  <a:pt x="4241296" y="5093687"/>
                  <a:pt x="4258220" y="5106328"/>
                </a:cubicBezTo>
                <a:cubicBezTo>
                  <a:pt x="4261041" y="5108433"/>
                  <a:pt x="4263862" y="5110541"/>
                  <a:pt x="4266682" y="5112648"/>
                </a:cubicBezTo>
                <a:cubicBezTo>
                  <a:pt x="4269504" y="5114754"/>
                  <a:pt x="4268892" y="5115805"/>
                  <a:pt x="4268282" y="5116854"/>
                </a:cubicBezTo>
                <a:cubicBezTo>
                  <a:pt x="4268282" y="5116854"/>
                  <a:pt x="4268282" y="5116854"/>
                  <a:pt x="4267670" y="5117904"/>
                </a:cubicBezTo>
                <a:cubicBezTo>
                  <a:pt x="4267670" y="5117904"/>
                  <a:pt x="4264849" y="5115798"/>
                  <a:pt x="4264849" y="5115798"/>
                </a:cubicBezTo>
                <a:cubicBezTo>
                  <a:pt x="4245715" y="5100001"/>
                  <a:pt x="4224748" y="5087353"/>
                  <a:pt x="4204392" y="5073657"/>
                </a:cubicBezTo>
                <a:cubicBezTo>
                  <a:pt x="4190288" y="5063123"/>
                  <a:pt x="4179005" y="5054697"/>
                  <a:pt x="4163679" y="5046263"/>
                </a:cubicBezTo>
                <a:cubicBezTo>
                  <a:pt x="4160248" y="5045206"/>
                  <a:pt x="4157427" y="5043100"/>
                  <a:pt x="4157427" y="5043100"/>
                </a:cubicBezTo>
                <a:cubicBezTo>
                  <a:pt x="4142334" y="5027310"/>
                  <a:pt x="4127009" y="5018877"/>
                  <a:pt x="4110696" y="5005186"/>
                </a:cubicBezTo>
                <a:cubicBezTo>
                  <a:pt x="4105054" y="5000973"/>
                  <a:pt x="4095980" y="4995702"/>
                  <a:pt x="4088740" y="4987282"/>
                </a:cubicBezTo>
                <a:cubicBezTo>
                  <a:pt x="4083710" y="4982020"/>
                  <a:pt x="4077457" y="4978856"/>
                  <a:pt x="4072803" y="4979898"/>
                </a:cubicBezTo>
                <a:cubicBezTo>
                  <a:pt x="4064717" y="4979886"/>
                  <a:pt x="4064108" y="4980936"/>
                  <a:pt x="4074779" y="4990414"/>
                </a:cubicBezTo>
                <a:cubicBezTo>
                  <a:pt x="4085451" y="4999890"/>
                  <a:pt x="4086440" y="5005147"/>
                  <a:pt x="4098334" y="5012522"/>
                </a:cubicBezTo>
                <a:cubicBezTo>
                  <a:pt x="4107407" y="5017793"/>
                  <a:pt x="4115259" y="5025163"/>
                  <a:pt x="4123721" y="5031484"/>
                </a:cubicBezTo>
                <a:cubicBezTo>
                  <a:pt x="4126541" y="5033590"/>
                  <a:pt x="4129363" y="5035698"/>
                  <a:pt x="4134393" y="5040961"/>
                </a:cubicBezTo>
                <a:cubicBezTo>
                  <a:pt x="4123110" y="5032534"/>
                  <a:pt x="4114036" y="5027263"/>
                  <a:pt x="4105575" y="5020944"/>
                </a:cubicBezTo>
                <a:cubicBezTo>
                  <a:pt x="4104352" y="5023043"/>
                  <a:pt x="4100310" y="5023036"/>
                  <a:pt x="4106939" y="5032507"/>
                </a:cubicBezTo>
                <a:cubicBezTo>
                  <a:pt x="4108539" y="5036713"/>
                  <a:pt x="4114180" y="5040927"/>
                  <a:pt x="4122642" y="5047248"/>
                </a:cubicBezTo>
                <a:cubicBezTo>
                  <a:pt x="4125463" y="5049353"/>
                  <a:pt x="4127673" y="5052511"/>
                  <a:pt x="4123630" y="5052504"/>
                </a:cubicBezTo>
                <a:cubicBezTo>
                  <a:pt x="4120809" y="5050398"/>
                  <a:pt x="4120198" y="5051449"/>
                  <a:pt x="4117378" y="5049340"/>
                </a:cubicBezTo>
                <a:cubicBezTo>
                  <a:pt x="4103275" y="5038808"/>
                  <a:pt x="4087948" y="5030374"/>
                  <a:pt x="4078498" y="5018798"/>
                </a:cubicBezTo>
                <a:cubicBezTo>
                  <a:pt x="4071258" y="5010377"/>
                  <a:pt x="4059974" y="5001950"/>
                  <a:pt x="4053111" y="4999837"/>
                </a:cubicBezTo>
                <a:cubicBezTo>
                  <a:pt x="4045637" y="4998773"/>
                  <a:pt x="4037174" y="4992453"/>
                  <a:pt x="4025891" y="4984027"/>
                </a:cubicBezTo>
                <a:cubicBezTo>
                  <a:pt x="4017429" y="4977706"/>
                  <a:pt x="4008967" y="4971386"/>
                  <a:pt x="4005912" y="4976637"/>
                </a:cubicBezTo>
                <a:cubicBezTo>
                  <a:pt x="4004690" y="4978736"/>
                  <a:pt x="3996227" y="4972416"/>
                  <a:pt x="3989975" y="4969253"/>
                </a:cubicBezTo>
                <a:cubicBezTo>
                  <a:pt x="3984334" y="4965040"/>
                  <a:pt x="3978692" y="4960826"/>
                  <a:pt x="3975871" y="4958720"/>
                </a:cubicBezTo>
                <a:cubicBezTo>
                  <a:pt x="3970231" y="4954506"/>
                  <a:pt x="3966399" y="4952399"/>
                  <a:pt x="3964806" y="4952527"/>
                </a:cubicBezTo>
                <a:cubicBezTo>
                  <a:pt x="3963214" y="4952656"/>
                  <a:pt x="3963860" y="4955022"/>
                  <a:pt x="3967175" y="4959757"/>
                </a:cubicBezTo>
                <a:cubicBezTo>
                  <a:pt x="3968774" y="4963963"/>
                  <a:pt x="3969763" y="4969220"/>
                  <a:pt x="3978836" y="4974491"/>
                </a:cubicBezTo>
                <a:cubicBezTo>
                  <a:pt x="3990730" y="4981866"/>
                  <a:pt x="4002013" y="4990294"/>
                  <a:pt x="4012684" y="4999771"/>
                </a:cubicBezTo>
                <a:cubicBezTo>
                  <a:pt x="4026177" y="5011354"/>
                  <a:pt x="4038071" y="5018731"/>
                  <a:pt x="4049354" y="5027157"/>
                </a:cubicBezTo>
                <a:cubicBezTo>
                  <a:pt x="4060638" y="5035585"/>
                  <a:pt x="4067878" y="5044004"/>
                  <a:pt x="4079162" y="5052431"/>
                </a:cubicBezTo>
                <a:cubicBezTo>
                  <a:pt x="4087624" y="5058751"/>
                  <a:pt x="4088612" y="5064008"/>
                  <a:pt x="4085557" y="5069258"/>
                </a:cubicBezTo>
                <a:cubicBezTo>
                  <a:pt x="4081514" y="5069251"/>
                  <a:pt x="4090355" y="5081879"/>
                  <a:pt x="4096606" y="5085042"/>
                </a:cubicBezTo>
                <a:cubicBezTo>
                  <a:pt x="4107890" y="5093469"/>
                  <a:pt x="4115130" y="5101889"/>
                  <a:pt x="4128245" y="5107165"/>
                </a:cubicBezTo>
                <a:cubicBezTo>
                  <a:pt x="4134498" y="5110328"/>
                  <a:pt x="4142350" y="5117699"/>
                  <a:pt x="4141127" y="5119799"/>
                </a:cubicBezTo>
                <a:cubicBezTo>
                  <a:pt x="4138684" y="5123998"/>
                  <a:pt x="4144937" y="5127162"/>
                  <a:pt x="4151190" y="5130326"/>
                </a:cubicBezTo>
                <a:cubicBezTo>
                  <a:pt x="4168724" y="5141916"/>
                  <a:pt x="4168724" y="5141916"/>
                  <a:pt x="4185039" y="5155606"/>
                </a:cubicBezTo>
                <a:cubicBezTo>
                  <a:pt x="4195710" y="5165082"/>
                  <a:pt x="4206382" y="5174560"/>
                  <a:pt x="4217665" y="5182985"/>
                </a:cubicBezTo>
                <a:cubicBezTo>
                  <a:pt x="4231159" y="5194570"/>
                  <a:pt x="4247472" y="5208260"/>
                  <a:pt x="4261576" y="5218793"/>
                </a:cubicBezTo>
                <a:cubicBezTo>
                  <a:pt x="4264397" y="5220900"/>
                  <a:pt x="4264397" y="5220900"/>
                  <a:pt x="4267217" y="5223006"/>
                </a:cubicBezTo>
                <a:cubicBezTo>
                  <a:pt x="4270038" y="5225113"/>
                  <a:pt x="4265385" y="5226158"/>
                  <a:pt x="4271026" y="5230370"/>
                </a:cubicBezTo>
                <a:cubicBezTo>
                  <a:pt x="4277280" y="5233533"/>
                  <a:pt x="4280710" y="5234590"/>
                  <a:pt x="4283531" y="5236698"/>
                </a:cubicBezTo>
                <a:cubicBezTo>
                  <a:pt x="4291993" y="5243017"/>
                  <a:pt x="4296414" y="5249330"/>
                  <a:pt x="4302055" y="5253545"/>
                </a:cubicBezTo>
                <a:cubicBezTo>
                  <a:pt x="4310516" y="5259863"/>
                  <a:pt x="4316770" y="5263027"/>
                  <a:pt x="4321800" y="5268290"/>
                </a:cubicBezTo>
                <a:cubicBezTo>
                  <a:pt x="4326830" y="5273555"/>
                  <a:pt x="4329651" y="5275661"/>
                  <a:pt x="4335293" y="5279875"/>
                </a:cubicBezTo>
                <a:cubicBezTo>
                  <a:pt x="4346577" y="5288301"/>
                  <a:pt x="4356638" y="5298828"/>
                  <a:pt x="4367920" y="5307254"/>
                </a:cubicBezTo>
                <a:cubicBezTo>
                  <a:pt x="4369520" y="5311461"/>
                  <a:pt x="4378592" y="5316731"/>
                  <a:pt x="4384234" y="5320945"/>
                </a:cubicBezTo>
                <a:cubicBezTo>
                  <a:pt x="4387056" y="5323052"/>
                  <a:pt x="4389876" y="5325158"/>
                  <a:pt x="4389876" y="5325158"/>
                </a:cubicBezTo>
                <a:cubicBezTo>
                  <a:pt x="4409622" y="5339905"/>
                  <a:pt x="4429367" y="5354652"/>
                  <a:pt x="4448501" y="5370449"/>
                </a:cubicBezTo>
                <a:cubicBezTo>
                  <a:pt x="4467635" y="5386246"/>
                  <a:pt x="4484561" y="5398885"/>
                  <a:pt x="4504305" y="5413632"/>
                </a:cubicBezTo>
                <a:lnTo>
                  <a:pt x="4519074" y="5424662"/>
                </a:lnTo>
                <a:lnTo>
                  <a:pt x="4519081" y="5424891"/>
                </a:lnTo>
                <a:cubicBezTo>
                  <a:pt x="4528293" y="5439497"/>
                  <a:pt x="4539887" y="5447942"/>
                  <a:pt x="4552464" y="5454456"/>
                </a:cubicBezTo>
                <a:lnTo>
                  <a:pt x="4568754" y="5461914"/>
                </a:lnTo>
                <a:lnTo>
                  <a:pt x="4588335" y="5476902"/>
                </a:lnTo>
                <a:lnTo>
                  <a:pt x="4583821" y="5482802"/>
                </a:lnTo>
                <a:cubicBezTo>
                  <a:pt x="4573051" y="5492801"/>
                  <a:pt x="4559355" y="5501853"/>
                  <a:pt x="4593226" y="5511148"/>
                </a:cubicBezTo>
                <a:cubicBezTo>
                  <a:pt x="4613056" y="5513832"/>
                  <a:pt x="4619516" y="5524921"/>
                  <a:pt x="4605448" y="5546596"/>
                </a:cubicBezTo>
                <a:cubicBezTo>
                  <a:pt x="4600205" y="5556888"/>
                  <a:pt x="4594961" y="5567182"/>
                  <a:pt x="4608586" y="5576098"/>
                </a:cubicBezTo>
                <a:cubicBezTo>
                  <a:pt x="4618629" y="5586100"/>
                  <a:pt x="4627456" y="5574720"/>
                  <a:pt x="4637241" y="5567399"/>
                </a:cubicBezTo>
                <a:cubicBezTo>
                  <a:pt x="4661096" y="5538402"/>
                  <a:pt x="4692631" y="5541883"/>
                  <a:pt x="4704852" y="5577328"/>
                </a:cubicBezTo>
                <a:cubicBezTo>
                  <a:pt x="4709651" y="5597624"/>
                  <a:pt x="4719696" y="5607627"/>
                  <a:pt x="4734984" y="5607338"/>
                </a:cubicBezTo>
                <a:lnTo>
                  <a:pt x="4763677" y="5611862"/>
                </a:lnTo>
                <a:lnTo>
                  <a:pt x="4793012" y="5633772"/>
                </a:lnTo>
                <a:cubicBezTo>
                  <a:pt x="4805894" y="5646405"/>
                  <a:pt x="4820609" y="5655888"/>
                  <a:pt x="4834101" y="5667471"/>
                </a:cubicBezTo>
                <a:lnTo>
                  <a:pt x="4954061" y="5757062"/>
                </a:lnTo>
                <a:lnTo>
                  <a:pt x="4937260" y="5780871"/>
                </a:lnTo>
                <a:cubicBezTo>
                  <a:pt x="4927476" y="5788189"/>
                  <a:pt x="4925814" y="5797397"/>
                  <a:pt x="4928693" y="5809574"/>
                </a:cubicBezTo>
                <a:cubicBezTo>
                  <a:pt x="4928251" y="5840163"/>
                  <a:pt x="4913923" y="5844514"/>
                  <a:pt x="4889551" y="5838860"/>
                </a:cubicBezTo>
                <a:cubicBezTo>
                  <a:pt x="4820019" y="5820812"/>
                  <a:pt x="4753813" y="5784353"/>
                  <a:pt x="4687606" y="5747891"/>
                </a:cubicBezTo>
                <a:cubicBezTo>
                  <a:pt x="4660354" y="5730062"/>
                  <a:pt x="4630481" y="5717376"/>
                  <a:pt x="4607587" y="5750432"/>
                </a:cubicBezTo>
                <a:cubicBezTo>
                  <a:pt x="4590896" y="5777251"/>
                  <a:pt x="4616485" y="5804289"/>
                  <a:pt x="4632991" y="5825381"/>
                </a:cubicBezTo>
                <a:cubicBezTo>
                  <a:pt x="4663122" y="5855392"/>
                  <a:pt x="4666259" y="5884893"/>
                  <a:pt x="4648866" y="5924978"/>
                </a:cubicBezTo>
                <a:cubicBezTo>
                  <a:pt x="4639341" y="5949627"/>
                  <a:pt x="4623611" y="5980505"/>
                  <a:pt x="4632953" y="6003775"/>
                </a:cubicBezTo>
                <a:cubicBezTo>
                  <a:pt x="4666220" y="6063285"/>
                  <a:pt x="4640004" y="6114753"/>
                  <a:pt x="4630031" y="6169988"/>
                </a:cubicBezTo>
                <a:cubicBezTo>
                  <a:pt x="4623385" y="6206811"/>
                  <a:pt x="4600231" y="6222543"/>
                  <a:pt x="4580143" y="6202536"/>
                </a:cubicBezTo>
                <a:cubicBezTo>
                  <a:pt x="4522763" y="6154695"/>
                  <a:pt x="4446584" y="6173472"/>
                  <a:pt x="4397069" y="6110189"/>
                </a:cubicBezTo>
                <a:cubicBezTo>
                  <a:pt x="4371477" y="6083156"/>
                  <a:pt x="4333480" y="6068584"/>
                  <a:pt x="4332707" y="6016610"/>
                </a:cubicBezTo>
                <a:cubicBezTo>
                  <a:pt x="4334368" y="6007405"/>
                  <a:pt x="4327907" y="5996315"/>
                  <a:pt x="4319782" y="5994429"/>
                </a:cubicBezTo>
                <a:cubicBezTo>
                  <a:pt x="4281083" y="5993127"/>
                  <a:pt x="4248332" y="5968264"/>
                  <a:pt x="4205536" y="5933398"/>
                </a:cubicBezTo>
                <a:cubicBezTo>
                  <a:pt x="4223516" y="5993198"/>
                  <a:pt x="4251986" y="6032415"/>
                  <a:pt x="4256344" y="6083300"/>
                </a:cubicBezTo>
                <a:cubicBezTo>
                  <a:pt x="4259225" y="6095478"/>
                  <a:pt x="4257563" y="6104683"/>
                  <a:pt x="4246816" y="6107945"/>
                </a:cubicBezTo>
                <a:cubicBezTo>
                  <a:pt x="4236070" y="6111208"/>
                  <a:pt x="4226988" y="6105265"/>
                  <a:pt x="4223148" y="6089028"/>
                </a:cubicBezTo>
                <a:cubicBezTo>
                  <a:pt x="4215724" y="6073878"/>
                  <a:pt x="4233375" y="6051116"/>
                  <a:pt x="4209004" y="6045463"/>
                </a:cubicBezTo>
                <a:cubicBezTo>
                  <a:pt x="4205423" y="6046550"/>
                  <a:pt x="4205423" y="6046550"/>
                  <a:pt x="4202802" y="6051698"/>
                </a:cubicBezTo>
                <a:cubicBezTo>
                  <a:pt x="4195196" y="6084461"/>
                  <a:pt x="4224624" y="6127737"/>
                  <a:pt x="4186441" y="6161081"/>
                </a:cubicBezTo>
                <a:cubicBezTo>
                  <a:pt x="4186441" y="6161081"/>
                  <a:pt x="4193161" y="6189495"/>
                  <a:pt x="4209150" y="6175940"/>
                </a:cubicBezTo>
                <a:cubicBezTo>
                  <a:pt x="4225138" y="6162383"/>
                  <a:pt x="4233263" y="6164269"/>
                  <a:pt x="4241645" y="6183480"/>
                </a:cubicBezTo>
                <a:cubicBezTo>
                  <a:pt x="4256489" y="6213779"/>
                  <a:pt x="4273954" y="6238932"/>
                  <a:pt x="4260143" y="6277932"/>
                </a:cubicBezTo>
                <a:cubicBezTo>
                  <a:pt x="4256819" y="6296342"/>
                  <a:pt x="4259699" y="6308520"/>
                  <a:pt x="4283111" y="6310113"/>
                </a:cubicBezTo>
                <a:cubicBezTo>
                  <a:pt x="4293856" y="6306851"/>
                  <a:pt x="4304603" y="6303589"/>
                  <a:pt x="4305821" y="6324974"/>
                </a:cubicBezTo>
                <a:cubicBezTo>
                  <a:pt x="4306078" y="6342298"/>
                  <a:pt x="4297252" y="6353678"/>
                  <a:pt x="4283886" y="6362087"/>
                </a:cubicBezTo>
                <a:cubicBezTo>
                  <a:pt x="4270516" y="6370497"/>
                  <a:pt x="4261436" y="6364551"/>
                  <a:pt x="4254972" y="6353462"/>
                </a:cubicBezTo>
                <a:cubicBezTo>
                  <a:pt x="4237507" y="6328308"/>
                  <a:pt x="4227205" y="6300982"/>
                  <a:pt x="4187547" y="6295619"/>
                </a:cubicBezTo>
                <a:cubicBezTo>
                  <a:pt x="4224656" y="6371367"/>
                  <a:pt x="4262468" y="6433849"/>
                  <a:pt x="4334178" y="6477341"/>
                </a:cubicBezTo>
                <a:cubicBezTo>
                  <a:pt x="4332000" y="6451899"/>
                  <a:pt x="4317414" y="6438925"/>
                  <a:pt x="4313571" y="6422687"/>
                </a:cubicBezTo>
                <a:cubicBezTo>
                  <a:pt x="4305191" y="6403478"/>
                  <a:pt x="4288685" y="6382384"/>
                  <a:pt x="4311838" y="6366653"/>
                </a:cubicBezTo>
                <a:cubicBezTo>
                  <a:pt x="4331411" y="6352012"/>
                  <a:pt x="4349577" y="6363899"/>
                  <a:pt x="4362501" y="6386080"/>
                </a:cubicBezTo>
                <a:lnTo>
                  <a:pt x="4496093" y="6658775"/>
                </a:lnTo>
                <a:cubicBezTo>
                  <a:pt x="4505435" y="6682042"/>
                  <a:pt x="4471869" y="6783599"/>
                  <a:pt x="4453960" y="6789036"/>
                </a:cubicBezTo>
                <a:cubicBezTo>
                  <a:pt x="4424346" y="6793674"/>
                  <a:pt x="4393771" y="6794256"/>
                  <a:pt x="4374384" y="6760985"/>
                </a:cubicBezTo>
                <a:cubicBezTo>
                  <a:pt x="4366963" y="6745836"/>
                  <a:pt x="4356218" y="6749098"/>
                  <a:pt x="4344511" y="6748299"/>
                </a:cubicBezTo>
                <a:cubicBezTo>
                  <a:pt x="4292448" y="6755404"/>
                  <a:pt x="4262315" y="6725394"/>
                  <a:pt x="4239089" y="6675887"/>
                </a:cubicBezTo>
                <a:cubicBezTo>
                  <a:pt x="4221366" y="6633410"/>
                  <a:pt x="4196480" y="6593109"/>
                  <a:pt x="4185918" y="6548453"/>
                </a:cubicBezTo>
                <a:cubicBezTo>
                  <a:pt x="4183039" y="6536275"/>
                  <a:pt x="4175617" y="6521126"/>
                  <a:pt x="4157706" y="6526563"/>
                </a:cubicBezTo>
                <a:cubicBezTo>
                  <a:pt x="4154385" y="6544975"/>
                  <a:pt x="4160845" y="6556065"/>
                  <a:pt x="4167307" y="6567157"/>
                </a:cubicBezTo>
                <a:cubicBezTo>
                  <a:pt x="4172810" y="6574187"/>
                  <a:pt x="4179273" y="6585278"/>
                  <a:pt x="4169485" y="6592600"/>
                </a:cubicBezTo>
                <a:cubicBezTo>
                  <a:pt x="4159699" y="6599923"/>
                  <a:pt x="4153239" y="6588831"/>
                  <a:pt x="4147737" y="6581799"/>
                </a:cubicBezTo>
                <a:cubicBezTo>
                  <a:pt x="4116389" y="6530407"/>
                  <a:pt x="4115871" y="6495758"/>
                  <a:pt x="4152133" y="6454293"/>
                </a:cubicBezTo>
                <a:cubicBezTo>
                  <a:pt x="4110813" y="6458136"/>
                  <a:pt x="4083562" y="6440305"/>
                  <a:pt x="4066797" y="6401889"/>
                </a:cubicBezTo>
                <a:cubicBezTo>
                  <a:pt x="4041653" y="6344261"/>
                  <a:pt x="3975519" y="6373039"/>
                  <a:pt x="3948711" y="6324618"/>
                </a:cubicBezTo>
                <a:cubicBezTo>
                  <a:pt x="3947751" y="6320559"/>
                  <a:pt x="3944168" y="6321646"/>
                  <a:pt x="3940587" y="6322732"/>
                </a:cubicBezTo>
                <a:cubicBezTo>
                  <a:pt x="3883277" y="6340131"/>
                  <a:pt x="3874710" y="6368836"/>
                  <a:pt x="3911563" y="6427260"/>
                </a:cubicBezTo>
                <a:lnTo>
                  <a:pt x="3928065" y="6448354"/>
                </a:lnTo>
                <a:cubicBezTo>
                  <a:pt x="3946750" y="6494891"/>
                  <a:pt x="3995048" y="6536789"/>
                  <a:pt x="3938257" y="6588835"/>
                </a:cubicBezTo>
                <a:cubicBezTo>
                  <a:pt x="3934676" y="6589923"/>
                  <a:pt x="3933012" y="6599129"/>
                  <a:pt x="3933971" y="6603188"/>
                </a:cubicBezTo>
                <a:cubicBezTo>
                  <a:pt x="3935708" y="6659219"/>
                  <a:pt x="3917097" y="6677924"/>
                  <a:pt x="3867395" y="6662557"/>
                </a:cubicBezTo>
                <a:cubicBezTo>
                  <a:pt x="3859272" y="6660671"/>
                  <a:pt x="3846605" y="6655814"/>
                  <a:pt x="3842321" y="6670170"/>
                </a:cubicBezTo>
                <a:cubicBezTo>
                  <a:pt x="3837337" y="6697786"/>
                  <a:pt x="3820128" y="6689959"/>
                  <a:pt x="3802921" y="6682131"/>
                </a:cubicBezTo>
                <a:lnTo>
                  <a:pt x="3801960" y="6681709"/>
                </a:lnTo>
                <a:lnTo>
                  <a:pt x="3792202" y="6673520"/>
                </a:lnTo>
                <a:cubicBezTo>
                  <a:pt x="3792202" y="6673520"/>
                  <a:pt x="3789755" y="6670884"/>
                  <a:pt x="3787307" y="6668247"/>
                </a:cubicBezTo>
                <a:cubicBezTo>
                  <a:pt x="3777144" y="6652589"/>
                  <a:pt x="3762138" y="6642704"/>
                  <a:pt x="3750591" y="6628695"/>
                </a:cubicBezTo>
                <a:cubicBezTo>
                  <a:pt x="3739045" y="6614686"/>
                  <a:pt x="3726807" y="6601504"/>
                  <a:pt x="3713876" y="6589144"/>
                </a:cubicBezTo>
                <a:cubicBezTo>
                  <a:pt x="3675085" y="6552067"/>
                  <a:pt x="3642201" y="6513503"/>
                  <a:pt x="3604795" y="6474775"/>
                </a:cubicBezTo>
                <a:cubicBezTo>
                  <a:pt x="3604795" y="6474775"/>
                  <a:pt x="3605486" y="6473952"/>
                  <a:pt x="3603039" y="6471314"/>
                </a:cubicBezTo>
                <a:cubicBezTo>
                  <a:pt x="3606870" y="6472302"/>
                  <a:pt x="3608626" y="6475764"/>
                  <a:pt x="3613521" y="6481037"/>
                </a:cubicBezTo>
                <a:cubicBezTo>
                  <a:pt x="3615968" y="6483674"/>
                  <a:pt x="3616661" y="6482849"/>
                  <a:pt x="3616661" y="6482849"/>
                </a:cubicBezTo>
                <a:cubicBezTo>
                  <a:pt x="3617353" y="6482024"/>
                  <a:pt x="3618736" y="6480377"/>
                  <a:pt x="3615597" y="6478563"/>
                </a:cubicBezTo>
                <a:cubicBezTo>
                  <a:pt x="3613149" y="6475928"/>
                  <a:pt x="3612085" y="6471641"/>
                  <a:pt x="3609638" y="6469005"/>
                </a:cubicBezTo>
                <a:cubicBezTo>
                  <a:pt x="3594259" y="6454009"/>
                  <a:pt x="3584097" y="6438352"/>
                  <a:pt x="3569410" y="6422531"/>
                </a:cubicBezTo>
                <a:cubicBezTo>
                  <a:pt x="3525351" y="6375069"/>
                  <a:pt x="3478846" y="6324971"/>
                  <a:pt x="3434788" y="6277510"/>
                </a:cubicBezTo>
                <a:cubicBezTo>
                  <a:pt x="3420103" y="6261689"/>
                  <a:pt x="3408556" y="6247681"/>
                  <a:pt x="3404671" y="6235649"/>
                </a:cubicBezTo>
                <a:cubicBezTo>
                  <a:pt x="3408503" y="6236636"/>
                  <a:pt x="3413399" y="6241910"/>
                  <a:pt x="3416538" y="6243722"/>
                </a:cubicBezTo>
                <a:cubicBezTo>
                  <a:pt x="3432609" y="6257893"/>
                  <a:pt x="3437504" y="6263167"/>
                  <a:pt x="3438248" y="6273387"/>
                </a:cubicBezTo>
                <a:cubicBezTo>
                  <a:pt x="3439312" y="6277674"/>
                  <a:pt x="3441759" y="6280310"/>
                  <a:pt x="3444899" y="6282122"/>
                </a:cubicBezTo>
                <a:cubicBezTo>
                  <a:pt x="3453625" y="6288383"/>
                  <a:pt x="3462725" y="6299755"/>
                  <a:pt x="3470068" y="6307664"/>
                </a:cubicBezTo>
                <a:cubicBezTo>
                  <a:pt x="3484753" y="6323484"/>
                  <a:pt x="3496992" y="6336669"/>
                  <a:pt x="3513755" y="6350016"/>
                </a:cubicBezTo>
                <a:cubicBezTo>
                  <a:pt x="3519341" y="6354466"/>
                  <a:pt x="3529824" y="6364188"/>
                  <a:pt x="3531579" y="6367648"/>
                </a:cubicBezTo>
                <a:cubicBezTo>
                  <a:pt x="3539295" y="6380670"/>
                  <a:pt x="3552917" y="6392204"/>
                  <a:pt x="3558876" y="6401763"/>
                </a:cubicBezTo>
                <a:cubicBezTo>
                  <a:pt x="3563080" y="6407862"/>
                  <a:pt x="3567974" y="6413135"/>
                  <a:pt x="3573561" y="6417584"/>
                </a:cubicBezTo>
                <a:cubicBezTo>
                  <a:pt x="3584737" y="6426483"/>
                  <a:pt x="3592080" y="6434392"/>
                  <a:pt x="3600487" y="6446589"/>
                </a:cubicBezTo>
                <a:cubicBezTo>
                  <a:pt x="3607138" y="6455323"/>
                  <a:pt x="3612033" y="6460596"/>
                  <a:pt x="3620760" y="6466859"/>
                </a:cubicBezTo>
                <a:cubicBezTo>
                  <a:pt x="3636458" y="6475919"/>
                  <a:pt x="3654284" y="6493552"/>
                  <a:pt x="3670725" y="6512833"/>
                </a:cubicBezTo>
                <a:cubicBezTo>
                  <a:pt x="3675621" y="6518107"/>
                  <a:pt x="3679825" y="6524205"/>
                  <a:pt x="3681580" y="6527666"/>
                </a:cubicBezTo>
                <a:cubicBezTo>
                  <a:pt x="3691051" y="6544148"/>
                  <a:pt x="3702598" y="6558156"/>
                  <a:pt x="3714836" y="6571340"/>
                </a:cubicBezTo>
                <a:cubicBezTo>
                  <a:pt x="3727075" y="6584523"/>
                  <a:pt x="3741760" y="6600344"/>
                  <a:pt x="3753999" y="6613527"/>
                </a:cubicBezTo>
                <a:cubicBezTo>
                  <a:pt x="3768685" y="6629349"/>
                  <a:pt x="3786511" y="6646981"/>
                  <a:pt x="3803273" y="6660328"/>
                </a:cubicBezTo>
                <a:cubicBezTo>
                  <a:pt x="3808168" y="6665602"/>
                  <a:pt x="3813063" y="6670875"/>
                  <a:pt x="3815512" y="6673513"/>
                </a:cubicBezTo>
                <a:cubicBezTo>
                  <a:pt x="3822854" y="6681422"/>
                  <a:pt x="3825994" y="6683235"/>
                  <a:pt x="3829825" y="6684222"/>
                </a:cubicBezTo>
                <a:cubicBezTo>
                  <a:pt x="3812000" y="6666588"/>
                  <a:pt x="3801837" y="6650932"/>
                  <a:pt x="3787150" y="6635111"/>
                </a:cubicBezTo>
                <a:cubicBezTo>
                  <a:pt x="3768261" y="6613193"/>
                  <a:pt x="3749371" y="6591275"/>
                  <a:pt x="3733622" y="6571169"/>
                </a:cubicBezTo>
                <a:cubicBezTo>
                  <a:pt x="3722075" y="6557160"/>
                  <a:pt x="3710528" y="6543153"/>
                  <a:pt x="3698982" y="6529144"/>
                </a:cubicBezTo>
                <a:cubicBezTo>
                  <a:pt x="3684987" y="6512498"/>
                  <a:pt x="3671366" y="6500964"/>
                  <a:pt x="3659819" y="6486955"/>
                </a:cubicBezTo>
                <a:cubicBezTo>
                  <a:pt x="3650720" y="6475584"/>
                  <a:pt x="3641301" y="6470147"/>
                  <a:pt x="3629063" y="6456965"/>
                </a:cubicBezTo>
                <a:cubicBezTo>
                  <a:pt x="3622411" y="6448229"/>
                  <a:pt x="3611929" y="6438507"/>
                  <a:pt x="3602138" y="6427960"/>
                </a:cubicBezTo>
                <a:cubicBezTo>
                  <a:pt x="3599690" y="6425323"/>
                  <a:pt x="3599690" y="6425323"/>
                  <a:pt x="3597243" y="6422687"/>
                </a:cubicBezTo>
                <a:cubicBezTo>
                  <a:pt x="3583993" y="6416261"/>
                  <a:pt x="3572447" y="6402254"/>
                  <a:pt x="3561591" y="6387421"/>
                </a:cubicBezTo>
                <a:cubicBezTo>
                  <a:pt x="3553184" y="6375225"/>
                  <a:pt x="3542702" y="6365502"/>
                  <a:pt x="3534987" y="6352481"/>
                </a:cubicBezTo>
                <a:cubicBezTo>
                  <a:pt x="3534987" y="6352481"/>
                  <a:pt x="3532539" y="6349845"/>
                  <a:pt x="3529400" y="6348033"/>
                </a:cubicBezTo>
                <a:cubicBezTo>
                  <a:pt x="3526260" y="6346221"/>
                  <a:pt x="3523812" y="6343583"/>
                  <a:pt x="3521365" y="6340948"/>
                </a:cubicBezTo>
                <a:cubicBezTo>
                  <a:pt x="3497579" y="6313755"/>
                  <a:pt x="3470336" y="6290686"/>
                  <a:pt x="3447243" y="6262669"/>
                </a:cubicBezTo>
                <a:cubicBezTo>
                  <a:pt x="3437452" y="6252122"/>
                  <a:pt x="3430481" y="6249322"/>
                  <a:pt x="3423829" y="6240587"/>
                </a:cubicBezTo>
                <a:cubicBezTo>
                  <a:pt x="3416486" y="6232677"/>
                  <a:pt x="3406695" y="6222130"/>
                  <a:pt x="3399352" y="6214219"/>
                </a:cubicBezTo>
                <a:cubicBezTo>
                  <a:pt x="3383975" y="6199224"/>
                  <a:pt x="3374504" y="6182742"/>
                  <a:pt x="3360882" y="6171208"/>
                </a:cubicBezTo>
                <a:cubicBezTo>
                  <a:pt x="3355986" y="6165934"/>
                  <a:pt x="3353538" y="6163298"/>
                  <a:pt x="3351091" y="6160661"/>
                </a:cubicBezTo>
                <a:cubicBezTo>
                  <a:pt x="3348643" y="6158023"/>
                  <a:pt x="3346888" y="6154562"/>
                  <a:pt x="3343057" y="6153575"/>
                </a:cubicBezTo>
                <a:cubicBezTo>
                  <a:pt x="3342365" y="6154399"/>
                  <a:pt x="3343428" y="6158685"/>
                  <a:pt x="3345875" y="6161321"/>
                </a:cubicBezTo>
                <a:cubicBezTo>
                  <a:pt x="3352527" y="6170057"/>
                  <a:pt x="3357794" y="6180440"/>
                  <a:pt x="3367584" y="6190988"/>
                </a:cubicBezTo>
                <a:cubicBezTo>
                  <a:pt x="3372481" y="6196261"/>
                  <a:pt x="3371097" y="6197910"/>
                  <a:pt x="3375300" y="6204007"/>
                </a:cubicBezTo>
                <a:cubicBezTo>
                  <a:pt x="3360985" y="6193297"/>
                  <a:pt x="3348747" y="6180115"/>
                  <a:pt x="3335817" y="6167754"/>
                </a:cubicBezTo>
                <a:cubicBezTo>
                  <a:pt x="3325334" y="6158031"/>
                  <a:pt x="3316607" y="6151770"/>
                  <a:pt x="3306125" y="6142047"/>
                </a:cubicBezTo>
                <a:cubicBezTo>
                  <a:pt x="3303677" y="6139411"/>
                  <a:pt x="3297399" y="6135788"/>
                  <a:pt x="3298462" y="6140072"/>
                </a:cubicBezTo>
                <a:cubicBezTo>
                  <a:pt x="3299525" y="6144358"/>
                  <a:pt x="3305113" y="6148807"/>
                  <a:pt x="3307560" y="6151444"/>
                </a:cubicBezTo>
                <a:cubicBezTo>
                  <a:pt x="3324695" y="6169902"/>
                  <a:pt x="3339380" y="6185722"/>
                  <a:pt x="3356513" y="6204180"/>
                </a:cubicBezTo>
                <a:cubicBezTo>
                  <a:pt x="3385886" y="6235820"/>
                  <a:pt x="3413183" y="6269934"/>
                  <a:pt x="3435957" y="6303886"/>
                </a:cubicBezTo>
                <a:cubicBezTo>
                  <a:pt x="3444363" y="6316081"/>
                  <a:pt x="3457293" y="6328441"/>
                  <a:pt x="3465700" y="6340636"/>
                </a:cubicBezTo>
                <a:cubicBezTo>
                  <a:pt x="3474799" y="6352008"/>
                  <a:pt x="3487730" y="6364367"/>
                  <a:pt x="3500659" y="6376726"/>
                </a:cubicBezTo>
                <a:cubicBezTo>
                  <a:pt x="3511834" y="6385624"/>
                  <a:pt x="3527212" y="6400620"/>
                  <a:pt x="3539450" y="6413805"/>
                </a:cubicBezTo>
                <a:cubicBezTo>
                  <a:pt x="3558340" y="6435721"/>
                  <a:pt x="3579305" y="6455168"/>
                  <a:pt x="3596811" y="6478735"/>
                </a:cubicBezTo>
                <a:cubicBezTo>
                  <a:pt x="3598567" y="6482197"/>
                  <a:pt x="3601015" y="6484833"/>
                  <a:pt x="3604154" y="6486646"/>
                </a:cubicBezTo>
                <a:cubicBezTo>
                  <a:pt x="3625811" y="6505266"/>
                  <a:pt x="3644009" y="6528009"/>
                  <a:pt x="3663591" y="6549103"/>
                </a:cubicBezTo>
                <a:cubicBezTo>
                  <a:pt x="3686312" y="6572009"/>
                  <a:pt x="3706585" y="6592278"/>
                  <a:pt x="3727231" y="6617658"/>
                </a:cubicBezTo>
                <a:lnTo>
                  <a:pt x="3773911" y="6669390"/>
                </a:lnTo>
                <a:lnTo>
                  <a:pt x="3767043" y="6666373"/>
                </a:lnTo>
                <a:cubicBezTo>
                  <a:pt x="3754705" y="6660874"/>
                  <a:pt x="3742695" y="6654731"/>
                  <a:pt x="3733131" y="6646757"/>
                </a:cubicBezTo>
                <a:lnTo>
                  <a:pt x="3643075" y="6575667"/>
                </a:lnTo>
                <a:lnTo>
                  <a:pt x="3622560" y="6553568"/>
                </a:lnTo>
                <a:lnTo>
                  <a:pt x="3630978" y="6566537"/>
                </a:lnTo>
                <a:lnTo>
                  <a:pt x="3543875" y="6501902"/>
                </a:lnTo>
                <a:lnTo>
                  <a:pt x="3454606" y="6429900"/>
                </a:lnTo>
                <a:lnTo>
                  <a:pt x="3445895" y="6419772"/>
                </a:lnTo>
                <a:cubicBezTo>
                  <a:pt x="3442755" y="6417959"/>
                  <a:pt x="3437860" y="6412686"/>
                  <a:pt x="3436796" y="6408399"/>
                </a:cubicBezTo>
                <a:cubicBezTo>
                  <a:pt x="3435041" y="6404939"/>
                  <a:pt x="3432593" y="6402301"/>
                  <a:pt x="3429453" y="6400489"/>
                </a:cubicBezTo>
                <a:cubicBezTo>
                  <a:pt x="3415139" y="6389780"/>
                  <a:pt x="3401837" y="6372310"/>
                  <a:pt x="3389599" y="6359126"/>
                </a:cubicBezTo>
                <a:cubicBezTo>
                  <a:pt x="3388215" y="6360775"/>
                  <a:pt x="3389970" y="6364236"/>
                  <a:pt x="3384383" y="6359788"/>
                </a:cubicBezTo>
                <a:cubicBezTo>
                  <a:pt x="3381936" y="6357151"/>
                  <a:pt x="3377041" y="6351877"/>
                  <a:pt x="3380872" y="6352865"/>
                </a:cubicBezTo>
                <a:cubicBezTo>
                  <a:pt x="3375976" y="6347591"/>
                  <a:pt x="3371081" y="6342317"/>
                  <a:pt x="3366186" y="6337044"/>
                </a:cubicBezTo>
                <a:cubicBezTo>
                  <a:pt x="3365840" y="6337457"/>
                  <a:pt x="3365932" y="6338734"/>
                  <a:pt x="3365413" y="6339353"/>
                </a:cubicBezTo>
                <a:lnTo>
                  <a:pt x="3362538" y="6338286"/>
                </a:lnTo>
                <a:lnTo>
                  <a:pt x="3360079" y="6335948"/>
                </a:lnTo>
                <a:lnTo>
                  <a:pt x="3357459" y="6330784"/>
                </a:lnTo>
                <a:cubicBezTo>
                  <a:pt x="3352563" y="6325510"/>
                  <a:pt x="3347668" y="6320236"/>
                  <a:pt x="3345220" y="6317600"/>
                </a:cubicBezTo>
                <a:cubicBezTo>
                  <a:pt x="3342080" y="6315787"/>
                  <a:pt x="3343145" y="6320072"/>
                  <a:pt x="3338249" y="6314799"/>
                </a:cubicBezTo>
                <a:cubicBezTo>
                  <a:pt x="3335801" y="6312163"/>
                  <a:pt x="3330215" y="6307714"/>
                  <a:pt x="3329151" y="6303428"/>
                </a:cubicBezTo>
                <a:cubicBezTo>
                  <a:pt x="3324946" y="6297330"/>
                  <a:pt x="3315528" y="6291893"/>
                  <a:pt x="3311325" y="6285795"/>
                </a:cubicBezTo>
                <a:cubicBezTo>
                  <a:pt x="3305366" y="6276237"/>
                  <a:pt x="3299779" y="6271786"/>
                  <a:pt x="3294883" y="6266513"/>
                </a:cubicBezTo>
                <a:cubicBezTo>
                  <a:pt x="3290679" y="6260415"/>
                  <a:pt x="3287541" y="6258603"/>
                  <a:pt x="3282645" y="6253329"/>
                </a:cubicBezTo>
                <a:cubicBezTo>
                  <a:pt x="3273917" y="6247069"/>
                  <a:pt x="3261679" y="6233884"/>
                  <a:pt x="3253272" y="6221688"/>
                </a:cubicBezTo>
                <a:cubicBezTo>
                  <a:pt x="3245930" y="6213778"/>
                  <a:pt x="3236511" y="6208341"/>
                  <a:pt x="3228103" y="6196146"/>
                </a:cubicBezTo>
                <a:cubicBezTo>
                  <a:pt x="3227411" y="6196970"/>
                  <a:pt x="3217993" y="6191533"/>
                  <a:pt x="3214853" y="6189721"/>
                </a:cubicBezTo>
                <a:cubicBezTo>
                  <a:pt x="3202986" y="6181647"/>
                  <a:pt x="3202986" y="6181647"/>
                  <a:pt x="3198411" y="6170439"/>
                </a:cubicBezTo>
                <a:cubicBezTo>
                  <a:pt x="3196655" y="6166978"/>
                  <a:pt x="3194900" y="6163517"/>
                  <a:pt x="3198039" y="6165329"/>
                </a:cubicBezTo>
                <a:cubicBezTo>
                  <a:pt x="3201178" y="6167142"/>
                  <a:pt x="3201871" y="6166316"/>
                  <a:pt x="3206767" y="6171590"/>
                </a:cubicBezTo>
                <a:cubicBezTo>
                  <a:pt x="3214110" y="6179500"/>
                  <a:pt x="3221452" y="6187411"/>
                  <a:pt x="3228795" y="6195320"/>
                </a:cubicBezTo>
                <a:cubicBezTo>
                  <a:pt x="3238906" y="6199933"/>
                  <a:pt x="3250080" y="6208831"/>
                  <a:pt x="3264767" y="6224652"/>
                </a:cubicBezTo>
                <a:cubicBezTo>
                  <a:pt x="3269662" y="6229926"/>
                  <a:pt x="3274558" y="6235200"/>
                  <a:pt x="3279452" y="6240473"/>
                </a:cubicBezTo>
                <a:cubicBezTo>
                  <a:pt x="3303237" y="6267665"/>
                  <a:pt x="3329790" y="6291558"/>
                  <a:pt x="3354959" y="6317103"/>
                </a:cubicBezTo>
                <a:cubicBezTo>
                  <a:pt x="3357407" y="6319738"/>
                  <a:pt x="3361239" y="6320726"/>
                  <a:pt x="3366826" y="6325175"/>
                </a:cubicBezTo>
                <a:cubicBezTo>
                  <a:pt x="3352831" y="6308531"/>
                  <a:pt x="3338145" y="6292710"/>
                  <a:pt x="3325906" y="6279525"/>
                </a:cubicBezTo>
                <a:cubicBezTo>
                  <a:pt x="3325906" y="6279525"/>
                  <a:pt x="3326599" y="6278701"/>
                  <a:pt x="3326599" y="6278701"/>
                </a:cubicBezTo>
                <a:cubicBezTo>
                  <a:pt x="3341285" y="6294522"/>
                  <a:pt x="3355971" y="6310342"/>
                  <a:pt x="3368210" y="6323526"/>
                </a:cubicBezTo>
                <a:cubicBezTo>
                  <a:pt x="3382896" y="6339347"/>
                  <a:pt x="3395134" y="6352530"/>
                  <a:pt x="3407373" y="6365714"/>
                </a:cubicBezTo>
                <a:cubicBezTo>
                  <a:pt x="3409819" y="6368352"/>
                  <a:pt x="3414715" y="6373625"/>
                  <a:pt x="3417855" y="6375437"/>
                </a:cubicBezTo>
                <a:cubicBezTo>
                  <a:pt x="3424134" y="6379061"/>
                  <a:pt x="3424454" y="6373126"/>
                  <a:pt x="3433552" y="6384497"/>
                </a:cubicBezTo>
                <a:cubicBezTo>
                  <a:pt x="3440203" y="6393233"/>
                  <a:pt x="3447175" y="6396033"/>
                  <a:pt x="3453826" y="6404767"/>
                </a:cubicBezTo>
                <a:cubicBezTo>
                  <a:pt x="3458722" y="6410041"/>
                  <a:pt x="3466756" y="6417126"/>
                  <a:pt x="3470268" y="6424049"/>
                </a:cubicBezTo>
                <a:cubicBezTo>
                  <a:pt x="3472023" y="6427510"/>
                  <a:pt x="3475163" y="6429322"/>
                  <a:pt x="3480059" y="6434595"/>
                </a:cubicBezTo>
                <a:cubicBezTo>
                  <a:pt x="3478994" y="6430310"/>
                  <a:pt x="3474791" y="6424212"/>
                  <a:pt x="3475483" y="6423388"/>
                </a:cubicBezTo>
                <a:cubicBezTo>
                  <a:pt x="3474419" y="6419102"/>
                  <a:pt x="3478250" y="6420090"/>
                  <a:pt x="3483146" y="6425363"/>
                </a:cubicBezTo>
                <a:cubicBezTo>
                  <a:pt x="3488042" y="6430637"/>
                  <a:pt x="3495385" y="6438547"/>
                  <a:pt x="3497460" y="6436073"/>
                </a:cubicBezTo>
                <a:cubicBezTo>
                  <a:pt x="3498152" y="6435249"/>
                  <a:pt x="3503047" y="6440522"/>
                  <a:pt x="3505495" y="6443159"/>
                </a:cubicBezTo>
                <a:cubicBezTo>
                  <a:pt x="3515658" y="6458816"/>
                  <a:pt x="3530664" y="6468701"/>
                  <a:pt x="3540455" y="6479249"/>
                </a:cubicBezTo>
                <a:cubicBezTo>
                  <a:pt x="3543595" y="6481061"/>
                  <a:pt x="3546042" y="6483698"/>
                  <a:pt x="3546734" y="6482873"/>
                </a:cubicBezTo>
                <a:cubicBezTo>
                  <a:pt x="3547427" y="6482049"/>
                  <a:pt x="3545670" y="6478588"/>
                  <a:pt x="3543223" y="6475951"/>
                </a:cubicBezTo>
                <a:cubicBezTo>
                  <a:pt x="3532368" y="6461119"/>
                  <a:pt x="3521513" y="6446286"/>
                  <a:pt x="3514490" y="6432441"/>
                </a:cubicBezTo>
                <a:cubicBezTo>
                  <a:pt x="3510287" y="6426343"/>
                  <a:pt x="3506455" y="6425355"/>
                  <a:pt x="3505763" y="6426179"/>
                </a:cubicBezTo>
                <a:cubicBezTo>
                  <a:pt x="3503687" y="6428653"/>
                  <a:pt x="3499856" y="6427666"/>
                  <a:pt x="3491129" y="6421403"/>
                </a:cubicBezTo>
                <a:cubicBezTo>
                  <a:pt x="3487989" y="6419591"/>
                  <a:pt x="3485542" y="6416955"/>
                  <a:pt x="3483093" y="6414318"/>
                </a:cubicBezTo>
                <a:cubicBezTo>
                  <a:pt x="3477827" y="6403935"/>
                  <a:pt x="3464204" y="6392399"/>
                  <a:pt x="3458245" y="6382841"/>
                </a:cubicBezTo>
                <a:cubicBezTo>
                  <a:pt x="3454041" y="6376743"/>
                  <a:pt x="3449146" y="6371469"/>
                  <a:pt x="3441803" y="6363558"/>
                </a:cubicBezTo>
                <a:cubicBezTo>
                  <a:pt x="3436908" y="6358285"/>
                  <a:pt x="3432385" y="6358121"/>
                  <a:pt x="3428552" y="6357135"/>
                </a:cubicBezTo>
                <a:cubicBezTo>
                  <a:pt x="3421582" y="6354334"/>
                  <a:pt x="3411100" y="6344611"/>
                  <a:pt x="3408973" y="6336040"/>
                </a:cubicBezTo>
                <a:cubicBezTo>
                  <a:pt x="3410357" y="6334391"/>
                  <a:pt x="3408600" y="6330930"/>
                  <a:pt x="3407536" y="6326645"/>
                </a:cubicBezTo>
                <a:cubicBezTo>
                  <a:pt x="3408920" y="6324996"/>
                  <a:pt x="3404716" y="6318898"/>
                  <a:pt x="3397373" y="6310987"/>
                </a:cubicBezTo>
                <a:cubicBezTo>
                  <a:pt x="3392478" y="6305715"/>
                  <a:pt x="3387583" y="6300440"/>
                  <a:pt x="3384071" y="6293517"/>
                </a:cubicBezTo>
                <a:cubicBezTo>
                  <a:pt x="3377420" y="6284783"/>
                  <a:pt x="3368694" y="6278522"/>
                  <a:pt x="3361722" y="6275721"/>
                </a:cubicBezTo>
                <a:cubicBezTo>
                  <a:pt x="3350227" y="6272758"/>
                  <a:pt x="3335542" y="6256938"/>
                  <a:pt x="3321919" y="6245403"/>
                </a:cubicBezTo>
                <a:cubicBezTo>
                  <a:pt x="3316331" y="6240954"/>
                  <a:pt x="3312821" y="6234031"/>
                  <a:pt x="3306169" y="6225297"/>
                </a:cubicBezTo>
                <a:cubicBezTo>
                  <a:pt x="3298826" y="6217387"/>
                  <a:pt x="3292868" y="6207827"/>
                  <a:pt x="3289355" y="6200905"/>
                </a:cubicBezTo>
                <a:cubicBezTo>
                  <a:pt x="3277436" y="6181787"/>
                  <a:pt x="3274989" y="6179149"/>
                  <a:pt x="3261739" y="6172726"/>
                </a:cubicBezTo>
                <a:cubicBezTo>
                  <a:pt x="3259292" y="6170088"/>
                  <a:pt x="3257908" y="6171738"/>
                  <a:pt x="3254768" y="6169925"/>
                </a:cubicBezTo>
                <a:cubicBezTo>
                  <a:pt x="3243541" y="6149982"/>
                  <a:pt x="3231302" y="6136799"/>
                  <a:pt x="3216617" y="6120978"/>
                </a:cubicBezTo>
                <a:cubicBezTo>
                  <a:pt x="3206826" y="6110431"/>
                  <a:pt x="3199483" y="6102521"/>
                  <a:pt x="3189692" y="6091974"/>
                </a:cubicBezTo>
                <a:cubicBezTo>
                  <a:pt x="3169419" y="6071705"/>
                  <a:pt x="3151913" y="6048138"/>
                  <a:pt x="3129192" y="6025230"/>
                </a:cubicBezTo>
                <a:cubicBezTo>
                  <a:pt x="3121849" y="6017320"/>
                  <a:pt x="3122169" y="6011386"/>
                  <a:pt x="3112750" y="6005949"/>
                </a:cubicBezTo>
                <a:cubicBezTo>
                  <a:pt x="3104023" y="5999687"/>
                  <a:pt x="3098064" y="5990129"/>
                  <a:pt x="3092477" y="5985679"/>
                </a:cubicBezTo>
                <a:cubicBezTo>
                  <a:pt x="3085133" y="5977768"/>
                  <a:pt x="3077791" y="5969859"/>
                  <a:pt x="3070448" y="5961948"/>
                </a:cubicBezTo>
                <a:cubicBezTo>
                  <a:pt x="3064168" y="5958324"/>
                  <a:pt x="3067681" y="5965247"/>
                  <a:pt x="3063848" y="5964259"/>
                </a:cubicBezTo>
                <a:cubicBezTo>
                  <a:pt x="3053737" y="5959646"/>
                  <a:pt x="3043254" y="5949924"/>
                  <a:pt x="3032401" y="5935092"/>
                </a:cubicBezTo>
                <a:cubicBezTo>
                  <a:pt x="3029953" y="5932454"/>
                  <a:pt x="3030645" y="5931630"/>
                  <a:pt x="3025749" y="5926357"/>
                </a:cubicBezTo>
                <a:cubicBezTo>
                  <a:pt x="3023302" y="5923720"/>
                  <a:pt x="3020162" y="5921908"/>
                  <a:pt x="3018778" y="5923557"/>
                </a:cubicBezTo>
                <a:cubicBezTo>
                  <a:pt x="3018086" y="5924381"/>
                  <a:pt x="3016702" y="5926030"/>
                  <a:pt x="3021598" y="5931304"/>
                </a:cubicBezTo>
                <a:cubicBezTo>
                  <a:pt x="3029633" y="5938389"/>
                  <a:pt x="3036284" y="5947125"/>
                  <a:pt x="3041871" y="5951573"/>
                </a:cubicBezTo>
                <a:cubicBezTo>
                  <a:pt x="3051662" y="5962119"/>
                  <a:pt x="3055174" y="5969042"/>
                  <a:pt x="3062516" y="5976953"/>
                </a:cubicBezTo>
                <a:cubicBezTo>
                  <a:pt x="3066720" y="5983051"/>
                  <a:pt x="3067092" y="5988161"/>
                  <a:pt x="3065708" y="5989810"/>
                </a:cubicBezTo>
                <a:cubicBezTo>
                  <a:pt x="3068527" y="5997556"/>
                  <a:pt x="3067836" y="5998381"/>
                  <a:pt x="3076564" y="6004642"/>
                </a:cubicBezTo>
                <a:cubicBezTo>
                  <a:pt x="3087046" y="6014365"/>
                  <a:pt x="3097528" y="6024088"/>
                  <a:pt x="3108703" y="6032985"/>
                </a:cubicBezTo>
                <a:cubicBezTo>
                  <a:pt x="3111842" y="6034798"/>
                  <a:pt x="3116046" y="6040896"/>
                  <a:pt x="3120941" y="6046170"/>
                </a:cubicBezTo>
                <a:cubicBezTo>
                  <a:pt x="3123389" y="6048806"/>
                  <a:pt x="3122005" y="6050455"/>
                  <a:pt x="3123761" y="6053916"/>
                </a:cubicBezTo>
                <a:cubicBezTo>
                  <a:pt x="3127273" y="6060839"/>
                  <a:pt x="3121685" y="6056390"/>
                  <a:pt x="3117854" y="6055402"/>
                </a:cubicBezTo>
                <a:cubicBezTo>
                  <a:pt x="3114023" y="6054415"/>
                  <a:pt x="3106679" y="6046504"/>
                  <a:pt x="3100399" y="6042880"/>
                </a:cubicBezTo>
                <a:cubicBezTo>
                  <a:pt x="3097261" y="6041068"/>
                  <a:pt x="3097261" y="6041068"/>
                  <a:pt x="3096569" y="6041891"/>
                </a:cubicBezTo>
                <a:cubicBezTo>
                  <a:pt x="3095876" y="6042717"/>
                  <a:pt x="3098324" y="6045353"/>
                  <a:pt x="3100772" y="6047990"/>
                </a:cubicBezTo>
                <a:cubicBezTo>
                  <a:pt x="3108114" y="6055901"/>
                  <a:pt x="3117213" y="6067272"/>
                  <a:pt x="3125940" y="6073532"/>
                </a:cubicBezTo>
                <a:cubicBezTo>
                  <a:pt x="3126632" y="6072708"/>
                  <a:pt x="3128388" y="6076169"/>
                  <a:pt x="3128388" y="6076169"/>
                </a:cubicBezTo>
                <a:cubicBezTo>
                  <a:pt x="3132591" y="6082268"/>
                  <a:pt x="3127696" y="6076994"/>
                  <a:pt x="3127004" y="6077818"/>
                </a:cubicBezTo>
                <a:cubicBezTo>
                  <a:pt x="3123865" y="6076005"/>
                  <a:pt x="3122481" y="6077655"/>
                  <a:pt x="3127376" y="6082928"/>
                </a:cubicBezTo>
                <a:cubicBezTo>
                  <a:pt x="3132271" y="6088203"/>
                  <a:pt x="3137167" y="6093476"/>
                  <a:pt x="3144510" y="6101386"/>
                </a:cubicBezTo>
                <a:cubicBezTo>
                  <a:pt x="3135784" y="6095125"/>
                  <a:pt x="3128440" y="6087214"/>
                  <a:pt x="3120406" y="6080129"/>
                </a:cubicBezTo>
                <a:cubicBezTo>
                  <a:pt x="3114818" y="6075679"/>
                  <a:pt x="3114126" y="6076504"/>
                  <a:pt x="3115882" y="6079966"/>
                </a:cubicBezTo>
                <a:cubicBezTo>
                  <a:pt x="3115562" y="6085900"/>
                  <a:pt x="3114870" y="6086724"/>
                  <a:pt x="3104388" y="6077001"/>
                </a:cubicBezTo>
                <a:cubicBezTo>
                  <a:pt x="3101940" y="6074366"/>
                  <a:pt x="3097044" y="6069091"/>
                  <a:pt x="3094597" y="6066455"/>
                </a:cubicBezTo>
                <a:cubicBezTo>
                  <a:pt x="3093904" y="6067279"/>
                  <a:pt x="3093904" y="6067279"/>
                  <a:pt x="3093213" y="6068104"/>
                </a:cubicBezTo>
                <a:cubicBezTo>
                  <a:pt x="3093213" y="6068104"/>
                  <a:pt x="3092521" y="6068928"/>
                  <a:pt x="3092521" y="6068928"/>
                </a:cubicBezTo>
                <a:cubicBezTo>
                  <a:pt x="3110347" y="6086562"/>
                  <a:pt x="3119126" y="6103868"/>
                  <a:pt x="3136259" y="6122325"/>
                </a:cubicBezTo>
                <a:cubicBezTo>
                  <a:pt x="3146050" y="6132872"/>
                  <a:pt x="3154457" y="6145067"/>
                  <a:pt x="3162172" y="6158088"/>
                </a:cubicBezTo>
                <a:cubicBezTo>
                  <a:pt x="3161480" y="6158912"/>
                  <a:pt x="3166376" y="6164185"/>
                  <a:pt x="3165683" y="6165011"/>
                </a:cubicBezTo>
                <a:cubicBezTo>
                  <a:pt x="3164300" y="6166659"/>
                  <a:pt x="3159404" y="6161387"/>
                  <a:pt x="3156957" y="6158749"/>
                </a:cubicBezTo>
                <a:cubicBezTo>
                  <a:pt x="3149614" y="6150838"/>
                  <a:pt x="3142271" y="6142929"/>
                  <a:pt x="3134927" y="6135019"/>
                </a:cubicBezTo>
                <a:cubicBezTo>
                  <a:pt x="3132480" y="6132382"/>
                  <a:pt x="3130032" y="6129745"/>
                  <a:pt x="3129340" y="6130570"/>
                </a:cubicBezTo>
                <a:cubicBezTo>
                  <a:pt x="3128648" y="6131394"/>
                  <a:pt x="3127956" y="6132219"/>
                  <a:pt x="3130405" y="6134855"/>
                </a:cubicBezTo>
                <a:cubicBezTo>
                  <a:pt x="3135299" y="6140128"/>
                  <a:pt x="3136362" y="6144416"/>
                  <a:pt x="3143706" y="6152325"/>
                </a:cubicBezTo>
                <a:cubicBezTo>
                  <a:pt x="3151049" y="6160235"/>
                  <a:pt x="3158392" y="6168146"/>
                  <a:pt x="3165735" y="6176055"/>
                </a:cubicBezTo>
                <a:cubicBezTo>
                  <a:pt x="3169939" y="6182153"/>
                  <a:pt x="3166108" y="6181166"/>
                  <a:pt x="3165416" y="6181991"/>
                </a:cubicBezTo>
                <a:cubicBezTo>
                  <a:pt x="3164724" y="6182815"/>
                  <a:pt x="3164032" y="6183639"/>
                  <a:pt x="3164032" y="6183639"/>
                </a:cubicBezTo>
                <a:cubicBezTo>
                  <a:pt x="3148653" y="6168643"/>
                  <a:pt x="3137852" y="6164855"/>
                  <a:pt x="3123165" y="6149035"/>
                </a:cubicBezTo>
                <a:cubicBezTo>
                  <a:pt x="3093793" y="6117393"/>
                  <a:pt x="3068945" y="6085916"/>
                  <a:pt x="3038880" y="6055101"/>
                </a:cubicBezTo>
                <a:cubicBezTo>
                  <a:pt x="3033293" y="6050651"/>
                  <a:pt x="3027334" y="6041091"/>
                  <a:pt x="3025258" y="6043565"/>
                </a:cubicBezTo>
                <a:cubicBezTo>
                  <a:pt x="3020043" y="6044225"/>
                  <a:pt x="3031217" y="6053124"/>
                  <a:pt x="3036112" y="6058397"/>
                </a:cubicBezTo>
                <a:cubicBezTo>
                  <a:pt x="3046594" y="6068120"/>
                  <a:pt x="3054310" y="6081140"/>
                  <a:pt x="3064101" y="6091687"/>
                </a:cubicBezTo>
                <a:cubicBezTo>
                  <a:pt x="3074584" y="6101410"/>
                  <a:pt x="3087514" y="6113770"/>
                  <a:pt x="3095921" y="6125964"/>
                </a:cubicBezTo>
                <a:cubicBezTo>
                  <a:pt x="3111671" y="6146072"/>
                  <a:pt x="3129496" y="6163704"/>
                  <a:pt x="3144182" y="6179525"/>
                </a:cubicBezTo>
                <a:cubicBezTo>
                  <a:pt x="3175310" y="6214626"/>
                  <a:pt x="3202607" y="6248741"/>
                  <a:pt x="3218410" y="6279893"/>
                </a:cubicBezTo>
                <a:cubicBezTo>
                  <a:pt x="3226124" y="6292913"/>
                  <a:pt x="3235914" y="6303460"/>
                  <a:pt x="3245705" y="6314007"/>
                </a:cubicBezTo>
                <a:cubicBezTo>
                  <a:pt x="3246929" y="6315326"/>
                  <a:pt x="3249549" y="6317757"/>
                  <a:pt x="3251691" y="6320063"/>
                </a:cubicBezTo>
                <a:lnTo>
                  <a:pt x="3253815" y="6323689"/>
                </a:lnTo>
                <a:lnTo>
                  <a:pt x="3254672" y="6325327"/>
                </a:lnTo>
                <a:lnTo>
                  <a:pt x="3249098" y="6323154"/>
                </a:lnTo>
                <a:cubicBezTo>
                  <a:pt x="3246956" y="6320848"/>
                  <a:pt x="3244854" y="6317799"/>
                  <a:pt x="3243630" y="6316480"/>
                </a:cubicBezTo>
                <a:cubicBezTo>
                  <a:pt x="3202019" y="6271656"/>
                  <a:pt x="3160409" y="6226830"/>
                  <a:pt x="3116351" y="6179370"/>
                </a:cubicBezTo>
                <a:cubicBezTo>
                  <a:pt x="3101664" y="6163548"/>
                  <a:pt x="3088414" y="6157125"/>
                  <a:pt x="3072716" y="6148063"/>
                </a:cubicBezTo>
                <a:cubicBezTo>
                  <a:pt x="3072716" y="6148063"/>
                  <a:pt x="3072024" y="6148888"/>
                  <a:pt x="3071332" y="6149712"/>
                </a:cubicBezTo>
                <a:cubicBezTo>
                  <a:pt x="3074152" y="6157459"/>
                  <a:pt x="3075215" y="6161745"/>
                  <a:pt x="3075589" y="6166854"/>
                </a:cubicBezTo>
                <a:cubicBezTo>
                  <a:pt x="3073513" y="6169329"/>
                  <a:pt x="3078779" y="6179712"/>
                  <a:pt x="3086123" y="6187622"/>
                </a:cubicBezTo>
                <a:cubicBezTo>
                  <a:pt x="3105704" y="6208716"/>
                  <a:pt x="3100861" y="6214487"/>
                  <a:pt x="3099848" y="6221246"/>
                </a:cubicBezTo>
                <a:cubicBezTo>
                  <a:pt x="3097452" y="6229654"/>
                  <a:pt x="3106233" y="6246961"/>
                  <a:pt x="3115011" y="6264268"/>
                </a:cubicBezTo>
                <a:cubicBezTo>
                  <a:pt x="3116075" y="6268552"/>
                  <a:pt x="3121662" y="6273002"/>
                  <a:pt x="3124110" y="6275638"/>
                </a:cubicBezTo>
                <a:cubicBezTo>
                  <a:pt x="3133900" y="6286186"/>
                  <a:pt x="3144383" y="6295908"/>
                  <a:pt x="3149650" y="6306291"/>
                </a:cubicBezTo>
                <a:cubicBezTo>
                  <a:pt x="3151406" y="6309753"/>
                  <a:pt x="3153854" y="6312391"/>
                  <a:pt x="3158750" y="6317663"/>
                </a:cubicBezTo>
                <a:cubicBezTo>
                  <a:pt x="3166092" y="6325574"/>
                  <a:pt x="3173436" y="6333484"/>
                  <a:pt x="3178330" y="6338757"/>
                </a:cubicBezTo>
                <a:cubicBezTo>
                  <a:pt x="3189878" y="6352766"/>
                  <a:pt x="3202807" y="6365125"/>
                  <a:pt x="3214674" y="6373199"/>
                </a:cubicBezTo>
                <a:cubicBezTo>
                  <a:pt x="3224093" y="6378635"/>
                  <a:pt x="3233191" y="6390006"/>
                  <a:pt x="3238459" y="6400390"/>
                </a:cubicBezTo>
                <a:cubicBezTo>
                  <a:pt x="3247929" y="6416872"/>
                  <a:pt x="3265063" y="6435329"/>
                  <a:pt x="3275226" y="6450987"/>
                </a:cubicBezTo>
                <a:cubicBezTo>
                  <a:pt x="3276982" y="6454447"/>
                  <a:pt x="3322744" y="6494326"/>
                  <a:pt x="3323436" y="6493501"/>
                </a:cubicBezTo>
                <a:lnTo>
                  <a:pt x="3327061" y="6495637"/>
                </a:lnTo>
                <a:lnTo>
                  <a:pt x="3332637" y="6511649"/>
                </a:lnTo>
                <a:cubicBezTo>
                  <a:pt x="3341276" y="6548180"/>
                  <a:pt x="3326247" y="6565795"/>
                  <a:pt x="3305973" y="6593704"/>
                </a:cubicBezTo>
                <a:cubicBezTo>
                  <a:pt x="3253020" y="6661989"/>
                  <a:pt x="3199222" y="6613060"/>
                  <a:pt x="3148560" y="6593635"/>
                </a:cubicBezTo>
                <a:cubicBezTo>
                  <a:pt x="3101480" y="6573121"/>
                  <a:pt x="3061305" y="6533108"/>
                  <a:pt x="3036158" y="6475482"/>
                </a:cubicBezTo>
                <a:cubicBezTo>
                  <a:pt x="3029698" y="6464391"/>
                  <a:pt x="3017732" y="6446269"/>
                  <a:pt x="3006988" y="6449530"/>
                </a:cubicBezTo>
                <a:cubicBezTo>
                  <a:pt x="2949677" y="6466929"/>
                  <a:pt x="2921909" y="6414450"/>
                  <a:pt x="2881035" y="6387703"/>
                </a:cubicBezTo>
                <a:cubicBezTo>
                  <a:pt x="2781114" y="6322320"/>
                  <a:pt x="2675951" y="6267231"/>
                  <a:pt x="2601545" y="6163648"/>
                </a:cubicBezTo>
                <a:lnTo>
                  <a:pt x="2600585" y="6159591"/>
                </a:lnTo>
                <a:cubicBezTo>
                  <a:pt x="2570455" y="6129580"/>
                  <a:pt x="2540841" y="6134219"/>
                  <a:pt x="2522487" y="6170247"/>
                </a:cubicBezTo>
                <a:cubicBezTo>
                  <a:pt x="2501513" y="6211419"/>
                  <a:pt x="2478102" y="6209826"/>
                  <a:pt x="2448931" y="6183875"/>
                </a:cubicBezTo>
                <a:cubicBezTo>
                  <a:pt x="2438887" y="6173874"/>
                  <a:pt x="2429803" y="6167928"/>
                  <a:pt x="2419759" y="6157925"/>
                </a:cubicBezTo>
                <a:cubicBezTo>
                  <a:pt x="2410676" y="6151982"/>
                  <a:pt x="2409457" y="6130598"/>
                  <a:pt x="2396091" y="6139007"/>
                </a:cubicBezTo>
                <a:cubicBezTo>
                  <a:pt x="2388927" y="6141182"/>
                  <a:pt x="2383683" y="6151474"/>
                  <a:pt x="2382022" y="6160681"/>
                </a:cubicBezTo>
                <a:cubicBezTo>
                  <a:pt x="2381321" y="6173946"/>
                  <a:pt x="2393984" y="6178802"/>
                  <a:pt x="2406651" y="6183659"/>
                </a:cubicBezTo>
                <a:cubicBezTo>
                  <a:pt x="2419317" y="6188515"/>
                  <a:pt x="2436525" y="6196345"/>
                  <a:pt x="2430579" y="6219902"/>
                </a:cubicBezTo>
                <a:cubicBezTo>
                  <a:pt x="2427256" y="6238313"/>
                  <a:pt x="2414848" y="6250783"/>
                  <a:pt x="2395978" y="6252159"/>
                </a:cubicBezTo>
                <a:cubicBezTo>
                  <a:pt x="2381650" y="6256510"/>
                  <a:pt x="2368987" y="6251652"/>
                  <a:pt x="2358240" y="6254914"/>
                </a:cubicBezTo>
                <a:cubicBezTo>
                  <a:pt x="2329586" y="6263614"/>
                  <a:pt x="2301891" y="6276371"/>
                  <a:pt x="2305988" y="6309935"/>
                </a:cubicBezTo>
                <a:cubicBezTo>
                  <a:pt x="2305804" y="6357848"/>
                  <a:pt x="2282391" y="6356256"/>
                  <a:pt x="2255398" y="6355747"/>
                </a:cubicBezTo>
                <a:cubicBezTo>
                  <a:pt x="2181585" y="6352051"/>
                  <a:pt x="2104890" y="6336178"/>
                  <a:pt x="2032996" y="6340601"/>
                </a:cubicBezTo>
                <a:cubicBezTo>
                  <a:pt x="2021288" y="6339804"/>
                  <a:pt x="2013167" y="6337921"/>
                  <a:pt x="2012908" y="6320596"/>
                </a:cubicBezTo>
                <a:cubicBezTo>
                  <a:pt x="2048469" y="6292397"/>
                  <a:pt x="2092926" y="6318055"/>
                  <a:pt x="2127785" y="6303125"/>
                </a:cubicBezTo>
                <a:cubicBezTo>
                  <a:pt x="2166225" y="6287103"/>
                  <a:pt x="2194362" y="6243754"/>
                  <a:pt x="2231843" y="6223676"/>
                </a:cubicBezTo>
                <a:cubicBezTo>
                  <a:pt x="2248792" y="6214179"/>
                  <a:pt x="2263118" y="6209830"/>
                  <a:pt x="2279365" y="6213598"/>
                </a:cubicBezTo>
                <a:cubicBezTo>
                  <a:pt x="2332392" y="6210555"/>
                  <a:pt x="2309166" y="6161045"/>
                  <a:pt x="2314152" y="6133427"/>
                </a:cubicBezTo>
                <a:cubicBezTo>
                  <a:pt x="2323422" y="6091457"/>
                  <a:pt x="2293105" y="6109362"/>
                  <a:pt x="2277818" y="6109652"/>
                </a:cubicBezTo>
                <a:cubicBezTo>
                  <a:pt x="2236498" y="6113494"/>
                  <a:pt x="2192556" y="6122484"/>
                  <a:pt x="2157180" y="6102766"/>
                </a:cubicBezTo>
                <a:cubicBezTo>
                  <a:pt x="2113682" y="6081168"/>
                  <a:pt x="2073323" y="6089069"/>
                  <a:pt x="2033218" y="6114297"/>
                </a:cubicBezTo>
                <a:cubicBezTo>
                  <a:pt x="1975208" y="6144958"/>
                  <a:pt x="1914318" y="6163443"/>
                  <a:pt x="1852209" y="6160547"/>
                </a:cubicBezTo>
                <a:cubicBezTo>
                  <a:pt x="1774813" y="6157938"/>
                  <a:pt x="1697158" y="6138006"/>
                  <a:pt x="1620979" y="6156781"/>
                </a:cubicBezTo>
                <a:cubicBezTo>
                  <a:pt x="1606653" y="6161130"/>
                  <a:pt x="1581580" y="6168742"/>
                  <a:pt x="1575819" y="6144386"/>
                </a:cubicBezTo>
                <a:cubicBezTo>
                  <a:pt x="1570059" y="6120031"/>
                  <a:pt x="1605433" y="6139745"/>
                  <a:pt x="1606836" y="6113217"/>
                </a:cubicBezTo>
                <a:cubicBezTo>
                  <a:pt x="1436128" y="6186795"/>
                  <a:pt x="1265530" y="6147219"/>
                  <a:pt x="1084447" y="6128232"/>
                </a:cubicBezTo>
                <a:cubicBezTo>
                  <a:pt x="1153646" y="6063715"/>
                  <a:pt x="1217160" y="6040083"/>
                  <a:pt x="1292192" y="6065165"/>
                </a:cubicBezTo>
                <a:cubicBezTo>
                  <a:pt x="1358616" y="6045724"/>
                  <a:pt x="1454261" y="6025390"/>
                  <a:pt x="1482990" y="6011592"/>
                </a:cubicBezTo>
                <a:cubicBezTo>
                  <a:pt x="1473906" y="6005647"/>
                  <a:pt x="1458617" y="6005937"/>
                  <a:pt x="1464564" y="5982380"/>
                </a:cubicBezTo>
                <a:cubicBezTo>
                  <a:pt x="1467890" y="5963967"/>
                  <a:pt x="1479592" y="5964763"/>
                  <a:pt x="1495840" y="5968533"/>
                </a:cubicBezTo>
                <a:cubicBezTo>
                  <a:pt x="1512086" y="5972302"/>
                  <a:pt x="1527374" y="5972012"/>
                  <a:pt x="1543621" y="5975782"/>
                </a:cubicBezTo>
                <a:cubicBezTo>
                  <a:pt x="1575157" y="5979261"/>
                  <a:pt x="1582321" y="5977086"/>
                  <a:pt x="1605214" y="5944029"/>
                </a:cubicBezTo>
                <a:cubicBezTo>
                  <a:pt x="1550269" y="5938958"/>
                  <a:pt x="1493662" y="5943091"/>
                  <a:pt x="1439418" y="5924753"/>
                </a:cubicBezTo>
                <a:cubicBezTo>
                  <a:pt x="1448945" y="5900106"/>
                  <a:pt x="1461610" y="5904961"/>
                  <a:pt x="1476898" y="5904672"/>
                </a:cubicBezTo>
                <a:cubicBezTo>
                  <a:pt x="1533505" y="5900537"/>
                  <a:pt x="1587490" y="5901553"/>
                  <a:pt x="1642437" y="5906626"/>
                </a:cubicBezTo>
                <a:cubicBezTo>
                  <a:pt x="1710048" y="5916555"/>
                  <a:pt x="1772602" y="5888865"/>
                  <a:pt x="1804063" y="5827103"/>
                </a:cubicBezTo>
                <a:cubicBezTo>
                  <a:pt x="1703327" y="5888140"/>
                  <a:pt x="1606989" y="5821671"/>
                  <a:pt x="1510980" y="5837767"/>
                </a:cubicBezTo>
                <a:cubicBezTo>
                  <a:pt x="1456296" y="5850017"/>
                  <a:pt x="1399171" y="5819501"/>
                  <a:pt x="1343782" y="5845016"/>
                </a:cubicBezTo>
                <a:cubicBezTo>
                  <a:pt x="1312505" y="5858863"/>
                  <a:pt x="1294338" y="5846975"/>
                  <a:pt x="1279493" y="5816674"/>
                </a:cubicBezTo>
                <a:cubicBezTo>
                  <a:pt x="1265610" y="5790435"/>
                  <a:pt x="1242902" y="5775575"/>
                  <a:pt x="1212326" y="5776157"/>
                </a:cubicBezTo>
                <a:cubicBezTo>
                  <a:pt x="1178168" y="5777823"/>
                  <a:pt x="1149958" y="5755932"/>
                  <a:pt x="1119125" y="5739191"/>
                </a:cubicBezTo>
                <a:cubicBezTo>
                  <a:pt x="1110040" y="5733245"/>
                  <a:pt x="1108122" y="5725128"/>
                  <a:pt x="1112405" y="5710776"/>
                </a:cubicBezTo>
                <a:cubicBezTo>
                  <a:pt x="1117648" y="5700481"/>
                  <a:pt x="1125773" y="5702366"/>
                  <a:pt x="1132938" y="5700191"/>
                </a:cubicBezTo>
                <a:cubicBezTo>
                  <a:pt x="1224918" y="5715772"/>
                  <a:pt x="1310367" y="5655029"/>
                  <a:pt x="1404971" y="5665463"/>
                </a:cubicBezTo>
                <a:cubicBezTo>
                  <a:pt x="1413094" y="5667349"/>
                  <a:pt x="1421918" y="5655967"/>
                  <a:pt x="1419998" y="5647849"/>
                </a:cubicBezTo>
                <a:cubicBezTo>
                  <a:pt x="1421660" y="5638641"/>
                  <a:pt x="1412577" y="5632701"/>
                  <a:pt x="1404454" y="5630814"/>
                </a:cubicBezTo>
                <a:cubicBezTo>
                  <a:pt x="1392749" y="5630019"/>
                  <a:pt x="1381043" y="5629221"/>
                  <a:pt x="1370296" y="5632483"/>
                </a:cubicBezTo>
                <a:cubicBezTo>
                  <a:pt x="1230791" y="5626977"/>
                  <a:pt x="1089624" y="5630677"/>
                  <a:pt x="947239" y="5612992"/>
                </a:cubicBezTo>
                <a:lnTo>
                  <a:pt x="649801" y="5572766"/>
                </a:lnTo>
                <a:cubicBezTo>
                  <a:pt x="638094" y="5571970"/>
                  <a:pt x="614683" y="5570377"/>
                  <a:pt x="613465" y="5548992"/>
                </a:cubicBezTo>
                <a:cubicBezTo>
                  <a:pt x="614869" y="5522462"/>
                  <a:pt x="637321" y="5519996"/>
                  <a:pt x="652607" y="5519706"/>
                </a:cubicBezTo>
                <a:cubicBezTo>
                  <a:pt x="675057" y="5517242"/>
                  <a:pt x="697510" y="5514775"/>
                  <a:pt x="717339" y="5517458"/>
                </a:cubicBezTo>
                <a:lnTo>
                  <a:pt x="1048459" y="5518877"/>
                </a:lnTo>
                <a:lnTo>
                  <a:pt x="1033426" y="5513068"/>
                </a:lnTo>
                <a:cubicBezTo>
                  <a:pt x="1000971" y="5504139"/>
                  <a:pt x="967588" y="5497836"/>
                  <a:pt x="943479" y="5472628"/>
                </a:cubicBezTo>
                <a:cubicBezTo>
                  <a:pt x="932352" y="5460025"/>
                  <a:pt x="917515" y="5455822"/>
                  <a:pt x="906387" y="5443222"/>
                </a:cubicBezTo>
                <a:cubicBezTo>
                  <a:pt x="876713" y="5401206"/>
                  <a:pt x="839620" y="5380200"/>
                  <a:pt x="798818" y="5359191"/>
                </a:cubicBezTo>
                <a:cubicBezTo>
                  <a:pt x="787692" y="5354990"/>
                  <a:pt x="780274" y="5346588"/>
                  <a:pt x="769144" y="5342389"/>
                </a:cubicBezTo>
                <a:cubicBezTo>
                  <a:pt x="743181" y="5342387"/>
                  <a:pt x="754307" y="5254160"/>
                  <a:pt x="702380" y="5308776"/>
                </a:cubicBezTo>
                <a:cubicBezTo>
                  <a:pt x="680125" y="5329784"/>
                  <a:pt x="646742" y="5325581"/>
                  <a:pt x="620777" y="5359191"/>
                </a:cubicBezTo>
                <a:cubicBezTo>
                  <a:pt x="591105" y="5397005"/>
                  <a:pt x="546593" y="5405407"/>
                  <a:pt x="505791" y="5375996"/>
                </a:cubicBezTo>
                <a:cubicBezTo>
                  <a:pt x="394514" y="5296173"/>
                  <a:pt x="279534" y="5220549"/>
                  <a:pt x="179385" y="5119718"/>
                </a:cubicBezTo>
                <a:cubicBezTo>
                  <a:pt x="145999" y="5086107"/>
                  <a:pt x="112616" y="5048295"/>
                  <a:pt x="75524" y="5018886"/>
                </a:cubicBezTo>
                <a:cubicBezTo>
                  <a:pt x="45850" y="4997880"/>
                  <a:pt x="31013" y="4951665"/>
                  <a:pt x="12469" y="4918053"/>
                </a:cubicBezTo>
                <a:lnTo>
                  <a:pt x="1" y="48993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699754" y="379379"/>
            <a:ext cx="1472119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5408579" y="379379"/>
            <a:ext cx="5204298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74323"/>
            <a:ext cx="5635556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5" hasCustomPrompt="1"/>
          </p:nvPr>
        </p:nvSpPr>
        <p:spPr>
          <a:xfrm>
            <a:off x="3320375" y="1274323"/>
            <a:ext cx="2538919" cy="190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6" hasCustomPrompt="1"/>
          </p:nvPr>
        </p:nvSpPr>
        <p:spPr>
          <a:xfrm>
            <a:off x="544749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7" hasCustomPrompt="1"/>
          </p:nvPr>
        </p:nvSpPr>
        <p:spPr>
          <a:xfrm>
            <a:off x="3320375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3937992"/>
            <a:ext cx="12192000" cy="292000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400" b="1"/>
          </a:p>
        </p:txBody>
      </p:sp>
      <p:grpSp>
        <p:nvGrpSpPr>
          <p:cNvPr id="2" name="Group 1"/>
          <p:cNvGrpSpPr/>
          <p:nvPr userDrawn="1"/>
        </p:nvGrpSpPr>
        <p:grpSpPr>
          <a:xfrm flipH="1">
            <a:off x="722146" y="1529130"/>
            <a:ext cx="4407202" cy="4681248"/>
            <a:chOff x="6446339" y="1280897"/>
            <a:chExt cx="4320717" cy="5285178"/>
          </a:xfrm>
        </p:grpSpPr>
        <p:sp>
          <p:nvSpPr>
            <p:cNvPr id="3" name="Freeform: Shape 2"/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/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그림 개체 틀 2"/>
          <p:cNvSpPr>
            <a:spLocks noGrp="1"/>
          </p:cNvSpPr>
          <p:nvPr>
            <p:ph type="pic" sz="quarter" idx="44" hasCustomPrompt="1"/>
          </p:nvPr>
        </p:nvSpPr>
        <p:spPr>
          <a:xfrm flipH="1">
            <a:off x="973352" y="1721796"/>
            <a:ext cx="4027726" cy="3180943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-1" fmla="*/ 0 w 4495800"/>
              <a:gd name="connsiteY0-2" fmla="*/ 656948 h 3250005"/>
              <a:gd name="connsiteX1-3" fmla="*/ 2951085 w 4495800"/>
              <a:gd name="connsiteY1-4" fmla="*/ 0 h 3250005"/>
              <a:gd name="connsiteX2-5" fmla="*/ 4495800 w 4495800"/>
              <a:gd name="connsiteY2-6" fmla="*/ 3250005 h 3250005"/>
              <a:gd name="connsiteX3-7" fmla="*/ 0 w 4495800"/>
              <a:gd name="connsiteY3-8" fmla="*/ 3250005 h 3250005"/>
              <a:gd name="connsiteX4-9" fmla="*/ 0 w 4495800"/>
              <a:gd name="connsiteY4-10" fmla="*/ 656948 h 3250005"/>
              <a:gd name="connsiteX0-11" fmla="*/ 106532 w 4602332"/>
              <a:gd name="connsiteY0-12" fmla="*/ 656948 h 3250005"/>
              <a:gd name="connsiteX1-13" fmla="*/ 3057617 w 4602332"/>
              <a:gd name="connsiteY1-14" fmla="*/ 0 h 3250005"/>
              <a:gd name="connsiteX2-15" fmla="*/ 4602332 w 4602332"/>
              <a:gd name="connsiteY2-16" fmla="*/ 3250005 h 3250005"/>
              <a:gd name="connsiteX3-17" fmla="*/ 0 w 4602332"/>
              <a:gd name="connsiteY3-18" fmla="*/ 2584180 h 3250005"/>
              <a:gd name="connsiteX4-19" fmla="*/ 106532 w 4602332"/>
              <a:gd name="connsiteY4-20" fmla="*/ 656948 h 3250005"/>
              <a:gd name="connsiteX0-21" fmla="*/ 106532 w 3057617"/>
              <a:gd name="connsiteY0-22" fmla="*/ 656948 h 2584180"/>
              <a:gd name="connsiteX1-23" fmla="*/ 3057617 w 3057617"/>
              <a:gd name="connsiteY1-24" fmla="*/ 0 h 2584180"/>
              <a:gd name="connsiteX2-25" fmla="*/ 2196483 w 3057617"/>
              <a:gd name="connsiteY2-26" fmla="*/ 2122541 h 2584180"/>
              <a:gd name="connsiteX3-27" fmla="*/ 0 w 3057617"/>
              <a:gd name="connsiteY3-28" fmla="*/ 2584180 h 2584180"/>
              <a:gd name="connsiteX4-29" fmla="*/ 106532 w 3057617"/>
              <a:gd name="connsiteY4-30" fmla="*/ 656948 h 2584180"/>
              <a:gd name="connsiteX0-31" fmla="*/ 106532 w 3057617"/>
              <a:gd name="connsiteY0-32" fmla="*/ 656948 h 2681834"/>
              <a:gd name="connsiteX1-33" fmla="*/ 3057617 w 3057617"/>
              <a:gd name="connsiteY1-34" fmla="*/ 0 h 2681834"/>
              <a:gd name="connsiteX2-35" fmla="*/ 2897819 w 3057617"/>
              <a:gd name="connsiteY2-36" fmla="*/ 2681834 h 2681834"/>
              <a:gd name="connsiteX3-37" fmla="*/ 0 w 3057617"/>
              <a:gd name="connsiteY3-38" fmla="*/ 2584180 h 2681834"/>
              <a:gd name="connsiteX4-39" fmla="*/ 106532 w 3057617"/>
              <a:gd name="connsiteY4-40" fmla="*/ 656948 h 2681834"/>
              <a:gd name="connsiteX0-41" fmla="*/ 0 w 2951085"/>
              <a:gd name="connsiteY0-42" fmla="*/ 656948 h 2681834"/>
              <a:gd name="connsiteX1-43" fmla="*/ 2951085 w 2951085"/>
              <a:gd name="connsiteY1-44" fmla="*/ 0 h 2681834"/>
              <a:gd name="connsiteX2-45" fmla="*/ 2791287 w 2951085"/>
              <a:gd name="connsiteY2-46" fmla="*/ 2681834 h 2681834"/>
              <a:gd name="connsiteX3-47" fmla="*/ 594804 w 2951085"/>
              <a:gd name="connsiteY3-48" fmla="*/ 2335605 h 2681834"/>
              <a:gd name="connsiteX4-49" fmla="*/ 0 w 2951085"/>
              <a:gd name="connsiteY4-50" fmla="*/ 656948 h 2681834"/>
              <a:gd name="connsiteX0-51" fmla="*/ 115409 w 3066494"/>
              <a:gd name="connsiteY0-52" fmla="*/ 656948 h 2681834"/>
              <a:gd name="connsiteX1-53" fmla="*/ 3066494 w 3066494"/>
              <a:gd name="connsiteY1-54" fmla="*/ 0 h 2681834"/>
              <a:gd name="connsiteX2-55" fmla="*/ 2906696 w 3066494"/>
              <a:gd name="connsiteY2-56" fmla="*/ 2681834 h 2681834"/>
              <a:gd name="connsiteX3-57" fmla="*/ 0 w 3066494"/>
              <a:gd name="connsiteY3-58" fmla="*/ 2557547 h 2681834"/>
              <a:gd name="connsiteX4-59" fmla="*/ 115409 w 3066494"/>
              <a:gd name="connsiteY4-60" fmla="*/ 656948 h 2681834"/>
              <a:gd name="connsiteX0-61" fmla="*/ 115409 w 2906696"/>
              <a:gd name="connsiteY0-62" fmla="*/ 292964 h 2317850"/>
              <a:gd name="connsiteX1-63" fmla="*/ 2853430 w 2906696"/>
              <a:gd name="connsiteY1-64" fmla="*/ 0 h 2317850"/>
              <a:gd name="connsiteX2-65" fmla="*/ 2906696 w 2906696"/>
              <a:gd name="connsiteY2-66" fmla="*/ 2317850 h 2317850"/>
              <a:gd name="connsiteX3-67" fmla="*/ 0 w 2906696"/>
              <a:gd name="connsiteY3-68" fmla="*/ 2193563 h 2317850"/>
              <a:gd name="connsiteX4-69" fmla="*/ 115409 w 2906696"/>
              <a:gd name="connsiteY4-70" fmla="*/ 292964 h 2317850"/>
              <a:gd name="connsiteX0-71" fmla="*/ 115409 w 3057617"/>
              <a:gd name="connsiteY0-72" fmla="*/ 648071 h 2672957"/>
              <a:gd name="connsiteX1-73" fmla="*/ 3057617 w 3057617"/>
              <a:gd name="connsiteY1-74" fmla="*/ 0 h 2672957"/>
              <a:gd name="connsiteX2-75" fmla="*/ 2906696 w 3057617"/>
              <a:gd name="connsiteY2-76" fmla="*/ 2672957 h 2672957"/>
              <a:gd name="connsiteX3-77" fmla="*/ 0 w 3057617"/>
              <a:gd name="connsiteY3-78" fmla="*/ 2548670 h 2672957"/>
              <a:gd name="connsiteX4-79" fmla="*/ 115409 w 3057617"/>
              <a:gd name="connsiteY4-80" fmla="*/ 648071 h 2672957"/>
              <a:gd name="connsiteX0-81" fmla="*/ 115409 w 2971257"/>
              <a:gd name="connsiteY0-82" fmla="*/ 510911 h 2535797"/>
              <a:gd name="connsiteX1-83" fmla="*/ 2971257 w 2971257"/>
              <a:gd name="connsiteY1-84" fmla="*/ 0 h 2535797"/>
              <a:gd name="connsiteX2-85" fmla="*/ 2906696 w 2971257"/>
              <a:gd name="connsiteY2-86" fmla="*/ 2535797 h 2535797"/>
              <a:gd name="connsiteX3-87" fmla="*/ 0 w 2971257"/>
              <a:gd name="connsiteY3-88" fmla="*/ 2411510 h 2535797"/>
              <a:gd name="connsiteX4-89" fmla="*/ 115409 w 2971257"/>
              <a:gd name="connsiteY4-90" fmla="*/ 510911 h 2535797"/>
              <a:gd name="connsiteX0-91" fmla="*/ 115409 w 3077937"/>
              <a:gd name="connsiteY0-92" fmla="*/ 668391 h 2693277"/>
              <a:gd name="connsiteX1-93" fmla="*/ 3077937 w 3077937"/>
              <a:gd name="connsiteY1-94" fmla="*/ 0 h 2693277"/>
              <a:gd name="connsiteX2-95" fmla="*/ 2906696 w 3077937"/>
              <a:gd name="connsiteY2-96" fmla="*/ 2693277 h 2693277"/>
              <a:gd name="connsiteX3-97" fmla="*/ 0 w 3077937"/>
              <a:gd name="connsiteY3-98" fmla="*/ 2568990 h 2693277"/>
              <a:gd name="connsiteX4-99" fmla="*/ 115409 w 3077937"/>
              <a:gd name="connsiteY4-100" fmla="*/ 668391 h 2693277"/>
              <a:gd name="connsiteX0-101" fmla="*/ 115409 w 3077937"/>
              <a:gd name="connsiteY0-102" fmla="*/ 668391 h 2568990"/>
              <a:gd name="connsiteX1-103" fmla="*/ 3077937 w 3077937"/>
              <a:gd name="connsiteY1-104" fmla="*/ 0 h 2568990"/>
              <a:gd name="connsiteX2-105" fmla="*/ 2769536 w 3077937"/>
              <a:gd name="connsiteY2-106" fmla="*/ 2535797 h 2568990"/>
              <a:gd name="connsiteX3-107" fmla="*/ 0 w 3077937"/>
              <a:gd name="connsiteY3-108" fmla="*/ 2568990 h 2568990"/>
              <a:gd name="connsiteX4-109" fmla="*/ 115409 w 3077937"/>
              <a:gd name="connsiteY4-110" fmla="*/ 668391 h 2568990"/>
              <a:gd name="connsiteX0-111" fmla="*/ 115409 w 3077937"/>
              <a:gd name="connsiteY0-112" fmla="*/ 668391 h 2693277"/>
              <a:gd name="connsiteX1-113" fmla="*/ 3077937 w 3077937"/>
              <a:gd name="connsiteY1-114" fmla="*/ 0 h 2693277"/>
              <a:gd name="connsiteX2-115" fmla="*/ 2916856 w 3077937"/>
              <a:gd name="connsiteY2-116" fmla="*/ 2693277 h 2693277"/>
              <a:gd name="connsiteX3-117" fmla="*/ 0 w 3077937"/>
              <a:gd name="connsiteY3-118" fmla="*/ 2568990 h 2693277"/>
              <a:gd name="connsiteX4-119" fmla="*/ 115409 w 3077937"/>
              <a:gd name="connsiteY4-120" fmla="*/ 668391 h 2693277"/>
              <a:gd name="connsiteX0-121" fmla="*/ 0 w 2962528"/>
              <a:gd name="connsiteY0-122" fmla="*/ 668391 h 2693277"/>
              <a:gd name="connsiteX1-123" fmla="*/ 2962528 w 2962528"/>
              <a:gd name="connsiteY1-124" fmla="*/ 0 h 2693277"/>
              <a:gd name="connsiteX2-125" fmla="*/ 2801447 w 2962528"/>
              <a:gd name="connsiteY2-126" fmla="*/ 2693277 h 2693277"/>
              <a:gd name="connsiteX3-127" fmla="*/ 331631 w 2962528"/>
              <a:gd name="connsiteY3-128" fmla="*/ 2289590 h 2693277"/>
              <a:gd name="connsiteX4-129" fmla="*/ 0 w 2962528"/>
              <a:gd name="connsiteY4-130" fmla="*/ 668391 h 2693277"/>
              <a:gd name="connsiteX0-131" fmla="*/ 120489 w 3083017"/>
              <a:gd name="connsiteY0-132" fmla="*/ 668391 h 2693277"/>
              <a:gd name="connsiteX1-133" fmla="*/ 3083017 w 3083017"/>
              <a:gd name="connsiteY1-134" fmla="*/ 0 h 2693277"/>
              <a:gd name="connsiteX2-135" fmla="*/ 2921936 w 3083017"/>
              <a:gd name="connsiteY2-136" fmla="*/ 2693277 h 2693277"/>
              <a:gd name="connsiteX3-137" fmla="*/ 0 w 3083017"/>
              <a:gd name="connsiteY3-138" fmla="*/ 2574070 h 2693277"/>
              <a:gd name="connsiteX4-139" fmla="*/ 120489 w 3083017"/>
              <a:gd name="connsiteY4-140" fmla="*/ 668391 h 2693277"/>
              <a:gd name="connsiteX0-141" fmla="*/ 262729 w 3083017"/>
              <a:gd name="connsiteY0-142" fmla="*/ 841111 h 2693277"/>
              <a:gd name="connsiteX1-143" fmla="*/ 3083017 w 3083017"/>
              <a:gd name="connsiteY1-144" fmla="*/ 0 h 2693277"/>
              <a:gd name="connsiteX2-145" fmla="*/ 2921936 w 3083017"/>
              <a:gd name="connsiteY2-146" fmla="*/ 2693277 h 2693277"/>
              <a:gd name="connsiteX3-147" fmla="*/ 0 w 3083017"/>
              <a:gd name="connsiteY3-148" fmla="*/ 2574070 h 2693277"/>
              <a:gd name="connsiteX4-149" fmla="*/ 262729 w 3083017"/>
              <a:gd name="connsiteY4-150" fmla="*/ 841111 h 2693277"/>
              <a:gd name="connsiteX0-151" fmla="*/ 105249 w 3083017"/>
              <a:gd name="connsiteY0-152" fmla="*/ 709031 h 2693277"/>
              <a:gd name="connsiteX1-153" fmla="*/ 3083017 w 3083017"/>
              <a:gd name="connsiteY1-154" fmla="*/ 0 h 2693277"/>
              <a:gd name="connsiteX2-155" fmla="*/ 2921936 w 3083017"/>
              <a:gd name="connsiteY2-156" fmla="*/ 2693277 h 2693277"/>
              <a:gd name="connsiteX3-157" fmla="*/ 0 w 3083017"/>
              <a:gd name="connsiteY3-158" fmla="*/ 2574070 h 2693277"/>
              <a:gd name="connsiteX4-159" fmla="*/ 105249 w 3083017"/>
              <a:gd name="connsiteY4-160" fmla="*/ 709031 h 26932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 userDrawn="1"/>
        </p:nvGrpSpPr>
        <p:grpSpPr>
          <a:xfrm>
            <a:off x="850796" y="1991644"/>
            <a:ext cx="2126862" cy="3673670"/>
            <a:chOff x="1438761" y="2033015"/>
            <a:chExt cx="1980000" cy="3420000"/>
          </a:xfrm>
        </p:grpSpPr>
        <p:sp>
          <p:nvSpPr>
            <p:cNvPr id="3" name="Rounded Rectangle 58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" name="Rectangle 59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60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6" name="Oval 61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Rounded Rectangle 62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8" name="Group 51"/>
          <p:cNvGrpSpPr/>
          <p:nvPr userDrawn="1"/>
        </p:nvGrpSpPr>
        <p:grpSpPr>
          <a:xfrm>
            <a:off x="3428276" y="1957776"/>
            <a:ext cx="2126862" cy="3673670"/>
            <a:chOff x="1438761" y="2033015"/>
            <a:chExt cx="1980000" cy="3420000"/>
          </a:xfrm>
        </p:grpSpPr>
        <p:sp>
          <p:nvSpPr>
            <p:cNvPr id="9" name="Rounded Rectangle 52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53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1" name="Group 54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2" name="Oval 55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Rounded Rectangle 56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14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4356027" y="2241136"/>
            <a:ext cx="1060913" cy="29055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02845" y="2290033"/>
            <a:ext cx="1087042" cy="29055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grpSp>
        <p:nvGrpSpPr>
          <p:cNvPr id="16" name="Group 5"/>
          <p:cNvGrpSpPr/>
          <p:nvPr userDrawn="1"/>
        </p:nvGrpSpPr>
        <p:grpSpPr>
          <a:xfrm>
            <a:off x="2077784" y="1819949"/>
            <a:ext cx="2304289" cy="3980137"/>
            <a:chOff x="1438761" y="2033015"/>
            <a:chExt cx="1980000" cy="3420000"/>
          </a:xfrm>
        </p:grpSpPr>
        <p:sp>
          <p:nvSpPr>
            <p:cNvPr id="17" name="Rounded Rectangle 41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42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9" name="Group 6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20" name="Oval 44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Rounded Rectangle 45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2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217448" y="2151585"/>
            <a:ext cx="2023386" cy="3142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 Send To Back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 userDrawn="1"/>
        </p:nvGrpSpPr>
        <p:grpSpPr>
          <a:xfrm>
            <a:off x="174448" y="261016"/>
            <a:ext cx="10410651" cy="5719948"/>
            <a:chOff x="-548507" y="477868"/>
            <a:chExt cx="11570449" cy="6357177"/>
          </a:xfrm>
        </p:grpSpPr>
        <p:sp>
          <p:nvSpPr>
            <p:cNvPr id="18" name="Freeform: Shape 17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8" name="Rectangle: Rounded Corners 27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6" name="Rectangle: Rounded Corners 25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Freeform: Shape 24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 userDrawn="1"/>
        </p:nvGrpSpPr>
        <p:grpSpPr>
          <a:xfrm>
            <a:off x="301857" y="4848223"/>
            <a:ext cx="11611697" cy="1997448"/>
            <a:chOff x="3271130" y="4981887"/>
            <a:chExt cx="8577971" cy="1475586"/>
          </a:xfrm>
        </p:grpSpPr>
        <p:grpSp>
          <p:nvGrpSpPr>
            <p:cNvPr id="3" name="Group 2"/>
            <p:cNvGrpSpPr/>
            <p:nvPr userDrawn="1"/>
          </p:nvGrpSpPr>
          <p:grpSpPr>
            <a:xfrm>
              <a:off x="10175667" y="4981887"/>
              <a:ext cx="1673434" cy="1352946"/>
              <a:chOff x="8851691" y="3742138"/>
              <a:chExt cx="2515051" cy="203338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Freeform: Shape 3"/>
              <p:cNvSpPr/>
              <p:nvPr/>
            </p:nvSpPr>
            <p:spPr>
              <a:xfrm>
                <a:off x="8851691" y="3742138"/>
                <a:ext cx="2501423" cy="2033381"/>
              </a:xfrm>
              <a:custGeom>
                <a:avLst/>
                <a:gdLst>
                  <a:gd name="connsiteX0" fmla="*/ 3817888 w 3831088"/>
                  <a:gd name="connsiteY0" fmla="*/ 722004 h 3114252"/>
                  <a:gd name="connsiteX1" fmla="*/ 3452269 w 3831088"/>
                  <a:gd name="connsiteY1" fmla="*/ 280008 h 3114252"/>
                  <a:gd name="connsiteX2" fmla="*/ 2264893 w 3831088"/>
                  <a:gd name="connsiteY2" fmla="*/ 2082 h 3114252"/>
                  <a:gd name="connsiteX3" fmla="*/ 1600132 w 3831088"/>
                  <a:gd name="connsiteY3" fmla="*/ 195852 h 3114252"/>
                  <a:gd name="connsiteX4" fmla="*/ 1027306 w 3831088"/>
                  <a:gd name="connsiteY4" fmla="*/ 642091 h 3114252"/>
                  <a:gd name="connsiteX5" fmla="*/ 513884 w 3831088"/>
                  <a:gd name="connsiteY5" fmla="*/ 1130054 h 3114252"/>
                  <a:gd name="connsiteX6" fmla="*/ 66231 w 3831088"/>
                  <a:gd name="connsiteY6" fmla="*/ 1725510 h 3114252"/>
                  <a:gd name="connsiteX7" fmla="*/ 25921 w 3831088"/>
                  <a:gd name="connsiteY7" fmla="*/ 2132146 h 3114252"/>
                  <a:gd name="connsiteX8" fmla="*/ 907790 w 3831088"/>
                  <a:gd name="connsiteY8" fmla="*/ 2922787 h 3114252"/>
                  <a:gd name="connsiteX9" fmla="*/ 1745106 w 3831088"/>
                  <a:gd name="connsiteY9" fmla="*/ 3109486 h 3114252"/>
                  <a:gd name="connsiteX10" fmla="*/ 2197710 w 3831088"/>
                  <a:gd name="connsiteY10" fmla="*/ 2873283 h 3114252"/>
                  <a:gd name="connsiteX11" fmla="*/ 2551306 w 3831088"/>
                  <a:gd name="connsiteY11" fmla="*/ 2477255 h 3114252"/>
                  <a:gd name="connsiteX12" fmla="*/ 3064728 w 3831088"/>
                  <a:gd name="connsiteY12" fmla="*/ 1989293 h 3114252"/>
                  <a:gd name="connsiteX13" fmla="*/ 3629068 w 3831088"/>
                  <a:gd name="connsiteY13" fmla="*/ 1458898 h 3114252"/>
                  <a:gd name="connsiteX14" fmla="*/ 3817888 w 3831088"/>
                  <a:gd name="connsiteY14" fmla="*/ 1005588 h 3114252"/>
                  <a:gd name="connsiteX15" fmla="*/ 3817888 w 3831088"/>
                  <a:gd name="connsiteY15" fmla="*/ 722004 h 311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31088" h="3114252">
                    <a:moveTo>
                      <a:pt x="3817888" y="722004"/>
                    </a:moveTo>
                    <a:cubicBezTo>
                      <a:pt x="3782528" y="565714"/>
                      <a:pt x="3521574" y="325976"/>
                      <a:pt x="3452269" y="280008"/>
                    </a:cubicBezTo>
                    <a:cubicBezTo>
                      <a:pt x="3124839" y="63607"/>
                      <a:pt x="2569693" y="-14184"/>
                      <a:pt x="2264893" y="2082"/>
                    </a:cubicBezTo>
                    <a:cubicBezTo>
                      <a:pt x="2037176" y="14104"/>
                      <a:pt x="1734498" y="94724"/>
                      <a:pt x="1600132" y="195852"/>
                    </a:cubicBezTo>
                    <a:cubicBezTo>
                      <a:pt x="1465765" y="296981"/>
                      <a:pt x="1179352" y="499238"/>
                      <a:pt x="1027306" y="642091"/>
                    </a:cubicBezTo>
                    <a:cubicBezTo>
                      <a:pt x="875259" y="784944"/>
                      <a:pt x="615719" y="1020439"/>
                      <a:pt x="513884" y="1130054"/>
                    </a:cubicBezTo>
                    <a:cubicBezTo>
                      <a:pt x="419827" y="1231182"/>
                      <a:pt x="105127" y="1612359"/>
                      <a:pt x="66231" y="1725510"/>
                    </a:cubicBezTo>
                    <a:cubicBezTo>
                      <a:pt x="20263" y="1859169"/>
                      <a:pt x="-32776" y="2005558"/>
                      <a:pt x="25921" y="2132146"/>
                    </a:cubicBezTo>
                    <a:cubicBezTo>
                      <a:pt x="168774" y="2511201"/>
                      <a:pt x="751501" y="2843581"/>
                      <a:pt x="907790" y="2922787"/>
                    </a:cubicBezTo>
                    <a:cubicBezTo>
                      <a:pt x="1086002" y="3012600"/>
                      <a:pt x="1487688" y="3140602"/>
                      <a:pt x="1745106" y="3109486"/>
                    </a:cubicBezTo>
                    <a:cubicBezTo>
                      <a:pt x="1995453" y="3079076"/>
                      <a:pt x="2046370" y="3016843"/>
                      <a:pt x="2197710" y="2873283"/>
                    </a:cubicBezTo>
                    <a:cubicBezTo>
                      <a:pt x="2349049" y="2729723"/>
                      <a:pt x="2399967" y="2662540"/>
                      <a:pt x="2551306" y="2477255"/>
                    </a:cubicBezTo>
                    <a:cubicBezTo>
                      <a:pt x="2702645" y="2291971"/>
                      <a:pt x="2904902" y="2089714"/>
                      <a:pt x="3064728" y="1989293"/>
                    </a:cubicBezTo>
                    <a:cubicBezTo>
                      <a:pt x="3224553" y="1888164"/>
                      <a:pt x="3471363" y="1666106"/>
                      <a:pt x="3629068" y="1458898"/>
                    </a:cubicBezTo>
                    <a:cubicBezTo>
                      <a:pt x="3755654" y="1293415"/>
                      <a:pt x="3817888" y="1005588"/>
                      <a:pt x="3817888" y="1005588"/>
                    </a:cubicBezTo>
                    <a:cubicBezTo>
                      <a:pt x="3817888" y="1005588"/>
                      <a:pt x="3847589" y="852127"/>
                      <a:pt x="3817888" y="722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: Shape 4"/>
              <p:cNvSpPr/>
              <p:nvPr/>
            </p:nvSpPr>
            <p:spPr>
              <a:xfrm>
                <a:off x="8851691" y="4222145"/>
                <a:ext cx="1229006" cy="1229348"/>
              </a:xfrm>
              <a:custGeom>
                <a:avLst/>
                <a:gdLst>
                  <a:gd name="connsiteX0" fmla="*/ 1040743 w 1882301"/>
                  <a:gd name="connsiteY0" fmla="*/ 1158660 h 1882825"/>
                  <a:gd name="connsiteX1" fmla="*/ 1544970 w 1882301"/>
                  <a:gd name="connsiteY1" fmla="*/ 517237 h 1882825"/>
                  <a:gd name="connsiteX2" fmla="*/ 1882302 w 1882301"/>
                  <a:gd name="connsiteY2" fmla="*/ 8765 h 1882825"/>
                  <a:gd name="connsiteX3" fmla="*/ 1492638 w 1882301"/>
                  <a:gd name="connsiteY3" fmla="*/ 143839 h 1882825"/>
                  <a:gd name="connsiteX4" fmla="*/ 1486981 w 1882301"/>
                  <a:gd name="connsiteY4" fmla="*/ 149497 h 1882825"/>
                  <a:gd name="connsiteX5" fmla="*/ 1482030 w 1882301"/>
                  <a:gd name="connsiteY5" fmla="*/ 143132 h 1882825"/>
                  <a:gd name="connsiteX6" fmla="*/ 915569 w 1882301"/>
                  <a:gd name="connsiteY6" fmla="*/ 12301 h 1882825"/>
                  <a:gd name="connsiteX7" fmla="*/ 513884 w 1882301"/>
                  <a:gd name="connsiteY7" fmla="*/ 395600 h 1882825"/>
                  <a:gd name="connsiteX8" fmla="*/ 66231 w 1882301"/>
                  <a:gd name="connsiteY8" fmla="*/ 991056 h 1882825"/>
                  <a:gd name="connsiteX9" fmla="*/ 25921 w 1882301"/>
                  <a:gd name="connsiteY9" fmla="*/ 1397692 h 1882825"/>
                  <a:gd name="connsiteX10" fmla="*/ 375274 w 1882301"/>
                  <a:gd name="connsiteY10" fmla="*/ 1727950 h 1882825"/>
                  <a:gd name="connsiteX11" fmla="*/ 673710 w 1882301"/>
                  <a:gd name="connsiteY11" fmla="*/ 1882826 h 1882825"/>
                  <a:gd name="connsiteX12" fmla="*/ 937492 w 1882301"/>
                  <a:gd name="connsiteY12" fmla="*/ 1276762 h 1882825"/>
                  <a:gd name="connsiteX13" fmla="*/ 1040743 w 1882301"/>
                  <a:gd name="connsiteY13" fmla="*/ 1158660 h 1882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82301" h="1882825">
                    <a:moveTo>
                      <a:pt x="1040743" y="1158660"/>
                    </a:moveTo>
                    <a:cubicBezTo>
                      <a:pt x="1044986" y="1153710"/>
                      <a:pt x="1503246" y="603514"/>
                      <a:pt x="1544970" y="517237"/>
                    </a:cubicBezTo>
                    <a:cubicBezTo>
                      <a:pt x="1584573" y="435202"/>
                      <a:pt x="1839162" y="70998"/>
                      <a:pt x="1882302" y="8765"/>
                    </a:cubicBezTo>
                    <a:cubicBezTo>
                      <a:pt x="1718233" y="-28716"/>
                      <a:pt x="1580330" y="61098"/>
                      <a:pt x="1492638" y="143839"/>
                    </a:cubicBezTo>
                    <a:lnTo>
                      <a:pt x="1486981" y="149497"/>
                    </a:lnTo>
                    <a:lnTo>
                      <a:pt x="1482030" y="143132"/>
                    </a:lnTo>
                    <a:cubicBezTo>
                      <a:pt x="1443135" y="87971"/>
                      <a:pt x="1063373" y="29981"/>
                      <a:pt x="915569" y="12301"/>
                    </a:cubicBezTo>
                    <a:cubicBezTo>
                      <a:pt x="769888" y="147375"/>
                      <a:pt x="593796" y="310029"/>
                      <a:pt x="513884" y="395600"/>
                    </a:cubicBezTo>
                    <a:cubicBezTo>
                      <a:pt x="419827" y="496728"/>
                      <a:pt x="105127" y="877905"/>
                      <a:pt x="66231" y="991056"/>
                    </a:cubicBezTo>
                    <a:cubicBezTo>
                      <a:pt x="20263" y="1124715"/>
                      <a:pt x="-32776" y="1271104"/>
                      <a:pt x="25921" y="1397692"/>
                    </a:cubicBezTo>
                    <a:cubicBezTo>
                      <a:pt x="84618" y="1524279"/>
                      <a:pt x="257173" y="1655817"/>
                      <a:pt x="375274" y="1727950"/>
                    </a:cubicBezTo>
                    <a:cubicBezTo>
                      <a:pt x="455894" y="1777454"/>
                      <a:pt x="563388" y="1831908"/>
                      <a:pt x="673710" y="1882826"/>
                    </a:cubicBezTo>
                    <a:cubicBezTo>
                      <a:pt x="702704" y="1725122"/>
                      <a:pt x="896475" y="1331216"/>
                      <a:pt x="937492" y="1276762"/>
                    </a:cubicBezTo>
                    <a:cubicBezTo>
                      <a:pt x="979923" y="1220186"/>
                      <a:pt x="1040035" y="1159368"/>
                      <a:pt x="1040743" y="115866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/>
              <p:cNvSpPr/>
              <p:nvPr/>
            </p:nvSpPr>
            <p:spPr>
              <a:xfrm>
                <a:off x="9295730" y="4230177"/>
                <a:ext cx="1386621" cy="1393929"/>
              </a:xfrm>
              <a:custGeom>
                <a:avLst/>
                <a:gdLst>
                  <a:gd name="connsiteX0" fmla="*/ 1260924 w 2123698"/>
                  <a:gd name="connsiteY0" fmla="*/ 313286 h 2134891"/>
                  <a:gd name="connsiteX1" fmla="*/ 1253852 w 2123698"/>
                  <a:gd name="connsiteY1" fmla="*/ 310458 h 2134891"/>
                  <a:gd name="connsiteX2" fmla="*/ 1256681 w 2123698"/>
                  <a:gd name="connsiteY2" fmla="*/ 303386 h 2134891"/>
                  <a:gd name="connsiteX3" fmla="*/ 1261631 w 2123698"/>
                  <a:gd name="connsiteY3" fmla="*/ 292071 h 2134891"/>
                  <a:gd name="connsiteX4" fmla="*/ 1292041 w 2123698"/>
                  <a:gd name="connsiteY4" fmla="*/ 71426 h 2134891"/>
                  <a:gd name="connsiteX5" fmla="*/ 1216371 w 2123698"/>
                  <a:gd name="connsiteY5" fmla="*/ 0 h 2134891"/>
                  <a:gd name="connsiteX6" fmla="*/ 877626 w 2123698"/>
                  <a:gd name="connsiteY6" fmla="*/ 510593 h 2134891"/>
                  <a:gd name="connsiteX7" fmla="*/ 371276 w 2123698"/>
                  <a:gd name="connsiteY7" fmla="*/ 1155553 h 2134891"/>
                  <a:gd name="connsiteX8" fmla="*/ 268733 w 2123698"/>
                  <a:gd name="connsiteY8" fmla="*/ 1272239 h 2134891"/>
                  <a:gd name="connsiteX9" fmla="*/ 7072 w 2123698"/>
                  <a:gd name="connsiteY9" fmla="*/ 1874060 h 2134891"/>
                  <a:gd name="connsiteX10" fmla="*/ 0 w 2123698"/>
                  <a:gd name="connsiteY10" fmla="*/ 1872646 h 2134891"/>
                  <a:gd name="connsiteX11" fmla="*/ 438459 w 2123698"/>
                  <a:gd name="connsiteY11" fmla="*/ 2050151 h 2134891"/>
                  <a:gd name="connsiteX12" fmla="*/ 1079883 w 2123698"/>
                  <a:gd name="connsiteY12" fmla="*/ 2116627 h 2134891"/>
                  <a:gd name="connsiteX13" fmla="*/ 1440551 w 2123698"/>
                  <a:gd name="connsiteY13" fmla="*/ 1869110 h 2134891"/>
                  <a:gd name="connsiteX14" fmla="*/ 2023985 w 2123698"/>
                  <a:gd name="connsiteY14" fmla="*/ 988655 h 2134891"/>
                  <a:gd name="connsiteX15" fmla="*/ 2123699 w 2123698"/>
                  <a:gd name="connsiteY15" fmla="*/ 858532 h 2134891"/>
                  <a:gd name="connsiteX16" fmla="*/ 1260924 w 2123698"/>
                  <a:gd name="connsiteY16" fmla="*/ 313286 h 213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23698" h="2134891">
                    <a:moveTo>
                      <a:pt x="1260924" y="313286"/>
                    </a:moveTo>
                    <a:lnTo>
                      <a:pt x="1253852" y="310458"/>
                    </a:lnTo>
                    <a:lnTo>
                      <a:pt x="1256681" y="303386"/>
                    </a:lnTo>
                    <a:cubicBezTo>
                      <a:pt x="1258095" y="300557"/>
                      <a:pt x="1259510" y="297021"/>
                      <a:pt x="1261631" y="292071"/>
                    </a:cubicBezTo>
                    <a:cubicBezTo>
                      <a:pt x="1278604" y="253175"/>
                      <a:pt x="1324571" y="148510"/>
                      <a:pt x="1292041" y="71426"/>
                    </a:cubicBezTo>
                    <a:cubicBezTo>
                      <a:pt x="1278604" y="39603"/>
                      <a:pt x="1253145" y="15558"/>
                      <a:pt x="1216371" y="0"/>
                    </a:cubicBezTo>
                    <a:cubicBezTo>
                      <a:pt x="1183840" y="46675"/>
                      <a:pt x="916521" y="428559"/>
                      <a:pt x="877626" y="510593"/>
                    </a:cubicBezTo>
                    <a:cubicBezTo>
                      <a:pt x="835194" y="598992"/>
                      <a:pt x="389663" y="1132922"/>
                      <a:pt x="371276" y="1155553"/>
                    </a:cubicBezTo>
                    <a:cubicBezTo>
                      <a:pt x="370568" y="1156967"/>
                      <a:pt x="310457" y="1216371"/>
                      <a:pt x="268733" y="1272239"/>
                    </a:cubicBezTo>
                    <a:cubicBezTo>
                      <a:pt x="228423" y="1325986"/>
                      <a:pt x="35360" y="1718478"/>
                      <a:pt x="7072" y="1874060"/>
                    </a:cubicBezTo>
                    <a:lnTo>
                      <a:pt x="0" y="1872646"/>
                    </a:lnTo>
                    <a:cubicBezTo>
                      <a:pt x="169018" y="1950437"/>
                      <a:pt x="342988" y="2020449"/>
                      <a:pt x="438459" y="2050151"/>
                    </a:cubicBezTo>
                    <a:cubicBezTo>
                      <a:pt x="606771" y="2103191"/>
                      <a:pt x="894599" y="2166838"/>
                      <a:pt x="1079883" y="2116627"/>
                    </a:cubicBezTo>
                    <a:cubicBezTo>
                      <a:pt x="1168989" y="2092583"/>
                      <a:pt x="1310427" y="1991454"/>
                      <a:pt x="1440551" y="1869110"/>
                    </a:cubicBezTo>
                    <a:cubicBezTo>
                      <a:pt x="1695140" y="1628664"/>
                      <a:pt x="1879010" y="1207885"/>
                      <a:pt x="2023985" y="988655"/>
                    </a:cubicBezTo>
                    <a:cubicBezTo>
                      <a:pt x="2050859" y="947638"/>
                      <a:pt x="2084803" y="903792"/>
                      <a:pt x="2123699" y="858532"/>
                    </a:cubicBezTo>
                    <a:cubicBezTo>
                      <a:pt x="2034593" y="741138"/>
                      <a:pt x="1751716" y="490792"/>
                      <a:pt x="1260924" y="313286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/>
              <p:cNvSpPr/>
              <p:nvPr/>
            </p:nvSpPr>
            <p:spPr>
              <a:xfrm>
                <a:off x="9450699" y="4367989"/>
                <a:ext cx="532569" cy="691021"/>
              </a:xfrm>
              <a:custGeom>
                <a:avLst/>
                <a:gdLst>
                  <a:gd name="connsiteX0" fmla="*/ 123323 w 815663"/>
                  <a:gd name="connsiteY0" fmla="*/ 935292 h 1058343"/>
                  <a:gd name="connsiteX1" fmla="*/ 627551 w 815663"/>
                  <a:gd name="connsiteY1" fmla="*/ 293869 h 1058343"/>
                  <a:gd name="connsiteX2" fmla="*/ 815664 w 815663"/>
                  <a:gd name="connsiteY2" fmla="*/ 1798 h 1058343"/>
                  <a:gd name="connsiteX3" fmla="*/ 263346 w 815663"/>
                  <a:gd name="connsiteY3" fmla="*/ 411970 h 1058343"/>
                  <a:gd name="connsiteX4" fmla="*/ 16536 w 815663"/>
                  <a:gd name="connsiteY4" fmla="*/ 1058344 h 1058343"/>
                  <a:gd name="connsiteX5" fmla="*/ 20072 w 815663"/>
                  <a:gd name="connsiteY5" fmla="*/ 1053393 h 1058343"/>
                  <a:gd name="connsiteX6" fmla="*/ 123323 w 815663"/>
                  <a:gd name="connsiteY6" fmla="*/ 935292 h 105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5663" h="1058343">
                    <a:moveTo>
                      <a:pt x="123323" y="935292"/>
                    </a:moveTo>
                    <a:cubicBezTo>
                      <a:pt x="127566" y="930342"/>
                      <a:pt x="585826" y="380146"/>
                      <a:pt x="627551" y="293869"/>
                    </a:cubicBezTo>
                    <a:cubicBezTo>
                      <a:pt x="648766" y="249316"/>
                      <a:pt x="735044" y="119899"/>
                      <a:pt x="815664" y="1798"/>
                    </a:cubicBezTo>
                    <a:cubicBezTo>
                      <a:pt x="696149" y="-19418"/>
                      <a:pt x="464189" y="148894"/>
                      <a:pt x="263346" y="411970"/>
                    </a:cubicBezTo>
                    <a:cubicBezTo>
                      <a:pt x="58968" y="679289"/>
                      <a:pt x="-42160" y="952972"/>
                      <a:pt x="16536" y="1058344"/>
                    </a:cubicBezTo>
                    <a:cubicBezTo>
                      <a:pt x="17951" y="1056222"/>
                      <a:pt x="19365" y="1054808"/>
                      <a:pt x="20072" y="1053393"/>
                    </a:cubicBezTo>
                    <a:cubicBezTo>
                      <a:pt x="62504" y="996111"/>
                      <a:pt x="122615" y="935999"/>
                      <a:pt x="123323" y="93529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/>
              <p:cNvSpPr/>
              <p:nvPr/>
            </p:nvSpPr>
            <p:spPr>
              <a:xfrm>
                <a:off x="9467038" y="4371471"/>
                <a:ext cx="566871" cy="716446"/>
              </a:xfrm>
              <a:custGeom>
                <a:avLst/>
                <a:gdLst>
                  <a:gd name="connsiteX0" fmla="*/ 14144 w 868199"/>
                  <a:gd name="connsiteY0" fmla="*/ 1079176 h 1097283"/>
                  <a:gd name="connsiteX1" fmla="*/ 604650 w 868199"/>
                  <a:gd name="connsiteY1" fmla="*/ 685270 h 1097283"/>
                  <a:gd name="connsiteX2" fmla="*/ 828829 w 868199"/>
                  <a:gd name="connsiteY2" fmla="*/ 12022 h 1097283"/>
                  <a:gd name="connsiteX3" fmla="*/ 805493 w 868199"/>
                  <a:gd name="connsiteY3" fmla="*/ 0 h 1097283"/>
                  <a:gd name="connsiteX4" fmla="*/ 615258 w 868199"/>
                  <a:gd name="connsiteY4" fmla="*/ 294899 h 1097283"/>
                  <a:gd name="connsiteX5" fmla="*/ 108908 w 868199"/>
                  <a:gd name="connsiteY5" fmla="*/ 939859 h 1097283"/>
                  <a:gd name="connsiteX6" fmla="*/ 6365 w 868199"/>
                  <a:gd name="connsiteY6" fmla="*/ 1056546 h 1097283"/>
                  <a:gd name="connsiteX7" fmla="*/ 0 w 868199"/>
                  <a:gd name="connsiteY7" fmla="*/ 1065739 h 1097283"/>
                  <a:gd name="connsiteX8" fmla="*/ 14144 w 868199"/>
                  <a:gd name="connsiteY8" fmla="*/ 1079176 h 1097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8199" h="1097283">
                    <a:moveTo>
                      <a:pt x="14144" y="1079176"/>
                    </a:moveTo>
                    <a:cubicBezTo>
                      <a:pt x="115272" y="1156260"/>
                      <a:pt x="379762" y="980169"/>
                      <a:pt x="604650" y="685270"/>
                    </a:cubicBezTo>
                    <a:cubicBezTo>
                      <a:pt x="829536" y="390370"/>
                      <a:pt x="929958" y="89106"/>
                      <a:pt x="828829" y="12022"/>
                    </a:cubicBezTo>
                    <a:cubicBezTo>
                      <a:pt x="821757" y="6365"/>
                      <a:pt x="813979" y="2829"/>
                      <a:pt x="805493" y="0"/>
                    </a:cubicBezTo>
                    <a:cubicBezTo>
                      <a:pt x="724165" y="118808"/>
                      <a:pt x="636473" y="250346"/>
                      <a:pt x="615258" y="294899"/>
                    </a:cubicBezTo>
                    <a:cubicBezTo>
                      <a:pt x="572826" y="383298"/>
                      <a:pt x="127295" y="917229"/>
                      <a:pt x="108908" y="939859"/>
                    </a:cubicBezTo>
                    <a:cubicBezTo>
                      <a:pt x="108200" y="941273"/>
                      <a:pt x="48089" y="1000677"/>
                      <a:pt x="6365" y="1056546"/>
                    </a:cubicBezTo>
                    <a:cubicBezTo>
                      <a:pt x="4243" y="1058667"/>
                      <a:pt x="2121" y="1062203"/>
                      <a:pt x="0" y="1065739"/>
                    </a:cubicBezTo>
                    <a:cubicBezTo>
                      <a:pt x="4243" y="1070690"/>
                      <a:pt x="8486" y="1075640"/>
                      <a:pt x="14144" y="1079176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/>
              <p:cNvSpPr/>
              <p:nvPr/>
            </p:nvSpPr>
            <p:spPr>
              <a:xfrm>
                <a:off x="9458264" y="3742138"/>
                <a:ext cx="1908478" cy="1041671"/>
              </a:xfrm>
              <a:custGeom>
                <a:avLst/>
                <a:gdLst>
                  <a:gd name="connsiteX0" fmla="*/ 2888882 w 2922955"/>
                  <a:gd name="connsiteY0" fmla="*/ 722004 h 1595386"/>
                  <a:gd name="connsiteX1" fmla="*/ 2523264 w 2922955"/>
                  <a:gd name="connsiteY1" fmla="*/ 280008 h 1595386"/>
                  <a:gd name="connsiteX2" fmla="*/ 1335887 w 2922955"/>
                  <a:gd name="connsiteY2" fmla="*/ 2082 h 1595386"/>
                  <a:gd name="connsiteX3" fmla="*/ 671126 w 2922955"/>
                  <a:gd name="connsiteY3" fmla="*/ 195852 h 1595386"/>
                  <a:gd name="connsiteX4" fmla="*/ 98300 w 2922955"/>
                  <a:gd name="connsiteY4" fmla="*/ 642091 h 1595386"/>
                  <a:gd name="connsiteX5" fmla="*/ 0 w 2922955"/>
                  <a:gd name="connsiteY5" fmla="*/ 734026 h 1595386"/>
                  <a:gd name="connsiteX6" fmla="*/ 559389 w 2922955"/>
                  <a:gd name="connsiteY6" fmla="*/ 863442 h 1595386"/>
                  <a:gd name="connsiteX7" fmla="*/ 967440 w 2922955"/>
                  <a:gd name="connsiteY7" fmla="*/ 732612 h 1595386"/>
                  <a:gd name="connsiteX8" fmla="*/ 968147 w 2922955"/>
                  <a:gd name="connsiteY8" fmla="*/ 732612 h 1595386"/>
                  <a:gd name="connsiteX9" fmla="*/ 1057253 w 2922955"/>
                  <a:gd name="connsiteY9" fmla="*/ 813939 h 1595386"/>
                  <a:gd name="connsiteX10" fmla="*/ 1026136 w 2922955"/>
                  <a:gd name="connsiteY10" fmla="*/ 1045898 h 1595386"/>
                  <a:gd name="connsiteX11" fmla="*/ 1024722 w 2922955"/>
                  <a:gd name="connsiteY11" fmla="*/ 1050141 h 1595386"/>
                  <a:gd name="connsiteX12" fmla="*/ 1884668 w 2922955"/>
                  <a:gd name="connsiteY12" fmla="*/ 1595386 h 1595386"/>
                  <a:gd name="connsiteX13" fmla="*/ 2581960 w 2922955"/>
                  <a:gd name="connsiteY13" fmla="*/ 1103888 h 1595386"/>
                  <a:gd name="connsiteX14" fmla="*/ 2888882 w 2922955"/>
                  <a:gd name="connsiteY14" fmla="*/ 722004 h 1595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22955" h="1595386">
                    <a:moveTo>
                      <a:pt x="2888882" y="722004"/>
                    </a:moveTo>
                    <a:cubicBezTo>
                      <a:pt x="2853522" y="565714"/>
                      <a:pt x="2592568" y="325976"/>
                      <a:pt x="2523264" y="280008"/>
                    </a:cubicBezTo>
                    <a:cubicBezTo>
                      <a:pt x="2195833" y="63607"/>
                      <a:pt x="1640687" y="-14184"/>
                      <a:pt x="1335887" y="2082"/>
                    </a:cubicBezTo>
                    <a:cubicBezTo>
                      <a:pt x="1108170" y="14104"/>
                      <a:pt x="805493" y="94724"/>
                      <a:pt x="671126" y="195852"/>
                    </a:cubicBezTo>
                    <a:cubicBezTo>
                      <a:pt x="536759" y="296981"/>
                      <a:pt x="250346" y="499238"/>
                      <a:pt x="98300" y="642091"/>
                    </a:cubicBezTo>
                    <a:cubicBezTo>
                      <a:pt x="68597" y="669671"/>
                      <a:pt x="35360" y="701495"/>
                      <a:pt x="0" y="734026"/>
                    </a:cubicBezTo>
                    <a:cubicBezTo>
                      <a:pt x="85570" y="744634"/>
                      <a:pt x="492206" y="799795"/>
                      <a:pt x="559389" y="863442"/>
                    </a:cubicBezTo>
                    <a:cubicBezTo>
                      <a:pt x="652031" y="777872"/>
                      <a:pt x="796299" y="688058"/>
                      <a:pt x="967440" y="732612"/>
                    </a:cubicBezTo>
                    <a:lnTo>
                      <a:pt x="968147" y="732612"/>
                    </a:lnTo>
                    <a:cubicBezTo>
                      <a:pt x="1011992" y="749584"/>
                      <a:pt x="1041695" y="777165"/>
                      <a:pt x="1057253" y="813939"/>
                    </a:cubicBezTo>
                    <a:cubicBezTo>
                      <a:pt x="1091906" y="896680"/>
                      <a:pt x="1044523" y="1004881"/>
                      <a:pt x="1026136" y="1045898"/>
                    </a:cubicBezTo>
                    <a:cubicBezTo>
                      <a:pt x="1025429" y="1047312"/>
                      <a:pt x="1024722" y="1048727"/>
                      <a:pt x="1024722" y="1050141"/>
                    </a:cubicBezTo>
                    <a:cubicBezTo>
                      <a:pt x="1510563" y="1226939"/>
                      <a:pt x="1792733" y="1476578"/>
                      <a:pt x="1884668" y="1595386"/>
                    </a:cubicBezTo>
                    <a:cubicBezTo>
                      <a:pt x="2068538" y="1384643"/>
                      <a:pt x="2355658" y="1155513"/>
                      <a:pt x="2581960" y="1103888"/>
                    </a:cubicBezTo>
                    <a:cubicBezTo>
                      <a:pt x="3009105" y="1004881"/>
                      <a:pt x="2930606" y="906581"/>
                      <a:pt x="2888882" y="722004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/>
              <p:cNvSpPr/>
              <p:nvPr/>
            </p:nvSpPr>
            <p:spPr>
              <a:xfrm>
                <a:off x="9291574" y="5451032"/>
                <a:ext cx="4617" cy="1846"/>
              </a:xfrm>
              <a:custGeom>
                <a:avLst/>
                <a:gdLst>
                  <a:gd name="connsiteX0" fmla="*/ 0 w 7071"/>
                  <a:gd name="connsiteY0" fmla="*/ 1414 h 2828"/>
                  <a:gd name="connsiteX1" fmla="*/ 7072 w 7071"/>
                  <a:gd name="connsiteY1" fmla="*/ 2829 h 2828"/>
                  <a:gd name="connsiteX2" fmla="*/ 707 w 7071"/>
                  <a:gd name="connsiteY2" fmla="*/ 0 h 2828"/>
                  <a:gd name="connsiteX3" fmla="*/ 0 w 7071"/>
                  <a:gd name="connsiteY3" fmla="*/ 1414 h 2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71" h="2828">
                    <a:moveTo>
                      <a:pt x="0" y="1414"/>
                    </a:moveTo>
                    <a:lnTo>
                      <a:pt x="7072" y="2829"/>
                    </a:lnTo>
                    <a:cubicBezTo>
                      <a:pt x="4950" y="2121"/>
                      <a:pt x="2829" y="707"/>
                      <a:pt x="707" y="0"/>
                    </a:cubicBezTo>
                    <a:cubicBezTo>
                      <a:pt x="0" y="707"/>
                      <a:pt x="0" y="1414"/>
                      <a:pt x="0" y="1414"/>
                    </a:cubicBezTo>
                    <a:close/>
                  </a:path>
                </a:pathLst>
              </a:custGeom>
              <a:solidFill>
                <a:srgbClr val="ED1C2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/>
              <p:cNvSpPr/>
              <p:nvPr/>
            </p:nvSpPr>
            <p:spPr>
              <a:xfrm>
                <a:off x="9435995" y="4483345"/>
                <a:ext cx="533731" cy="580716"/>
              </a:xfrm>
              <a:custGeom>
                <a:avLst/>
                <a:gdLst>
                  <a:gd name="connsiteX0" fmla="*/ 676189 w 817443"/>
                  <a:gd name="connsiteY0" fmla="*/ 114374 h 889403"/>
                  <a:gd name="connsiteX1" fmla="*/ 549977 w 817443"/>
                  <a:gd name="connsiteY1" fmla="*/ 559076 h 889403"/>
                  <a:gd name="connsiteX2" fmla="*/ 141255 w 817443"/>
                  <a:gd name="connsiteY2" fmla="*/ 775029 h 889403"/>
                  <a:gd name="connsiteX3" fmla="*/ 267467 w 817443"/>
                  <a:gd name="connsiteY3" fmla="*/ 330328 h 889403"/>
                  <a:gd name="connsiteX4" fmla="*/ 676189 w 817443"/>
                  <a:gd name="connsiteY4" fmla="*/ 114374 h 889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7443" h="889403">
                    <a:moveTo>
                      <a:pt x="676189" y="114374"/>
                    </a:moveTo>
                    <a:cubicBezTo>
                      <a:pt x="754202" y="177542"/>
                      <a:pt x="697694" y="376641"/>
                      <a:pt x="549977" y="559076"/>
                    </a:cubicBezTo>
                    <a:cubicBezTo>
                      <a:pt x="402259" y="741511"/>
                      <a:pt x="219268" y="838196"/>
                      <a:pt x="141255" y="775029"/>
                    </a:cubicBezTo>
                    <a:cubicBezTo>
                      <a:pt x="63242" y="711862"/>
                      <a:pt x="119749" y="512762"/>
                      <a:pt x="267467" y="330328"/>
                    </a:cubicBezTo>
                    <a:cubicBezTo>
                      <a:pt x="415185" y="147893"/>
                      <a:pt x="598176" y="51207"/>
                      <a:pt x="676189" y="11437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" name="Freeform: Shape 14"/>
            <p:cNvSpPr/>
            <p:nvPr userDrawn="1"/>
          </p:nvSpPr>
          <p:spPr>
            <a:xfrm>
              <a:off x="3271130" y="5777272"/>
              <a:ext cx="7170701" cy="680201"/>
            </a:xfrm>
            <a:custGeom>
              <a:avLst/>
              <a:gdLst>
                <a:gd name="connsiteX0" fmla="*/ 6613510 w 8250226"/>
                <a:gd name="connsiteY0" fmla="*/ 0 h 1520066"/>
                <a:gd name="connsiteX1" fmla="*/ 6625977 w 8250226"/>
                <a:gd name="connsiteY1" fmla="*/ 0 h 1520066"/>
                <a:gd name="connsiteX2" fmla="*/ 6964437 w 8250226"/>
                <a:gd name="connsiteY2" fmla="*/ 205015 h 1520066"/>
                <a:gd name="connsiteX3" fmla="*/ 7081720 w 8250226"/>
                <a:gd name="connsiteY3" fmla="*/ 587340 h 1520066"/>
                <a:gd name="connsiteX4" fmla="*/ 7221629 w 8250226"/>
                <a:gd name="connsiteY4" fmla="*/ 899480 h 1520066"/>
                <a:gd name="connsiteX5" fmla="*/ 8199143 w 8250226"/>
                <a:gd name="connsiteY5" fmla="*/ 396639 h 1520066"/>
                <a:gd name="connsiteX6" fmla="*/ 8241625 w 8250226"/>
                <a:gd name="connsiteY6" fmla="*/ 397101 h 1520066"/>
                <a:gd name="connsiteX7" fmla="*/ 8241163 w 8250226"/>
                <a:gd name="connsiteY7" fmla="*/ 439582 h 1520066"/>
                <a:gd name="connsiteX8" fmla="*/ 7887927 w 8250226"/>
                <a:gd name="connsiteY8" fmla="*/ 724940 h 1520066"/>
                <a:gd name="connsiteX9" fmla="*/ 7211471 w 8250226"/>
                <a:gd name="connsiteY9" fmla="*/ 959045 h 1520066"/>
                <a:gd name="connsiteX10" fmla="*/ 7023079 w 8250226"/>
                <a:gd name="connsiteY10" fmla="*/ 599807 h 1520066"/>
                <a:gd name="connsiteX11" fmla="*/ 6625054 w 8250226"/>
                <a:gd name="connsiteY11" fmla="*/ 60489 h 1520066"/>
                <a:gd name="connsiteX12" fmla="*/ 6613972 w 8250226"/>
                <a:gd name="connsiteY12" fmla="*/ 60489 h 1520066"/>
                <a:gd name="connsiteX13" fmla="*/ 5725111 w 8250226"/>
                <a:gd name="connsiteY13" fmla="*/ 640903 h 1520066"/>
                <a:gd name="connsiteX14" fmla="*/ 5596746 w 8250226"/>
                <a:gd name="connsiteY14" fmla="*/ 772500 h 1520066"/>
                <a:gd name="connsiteX15" fmla="*/ 5426824 w 8250226"/>
                <a:gd name="connsiteY15" fmla="*/ 951657 h 1520066"/>
                <a:gd name="connsiteX16" fmla="*/ 5037572 w 8250226"/>
                <a:gd name="connsiteY16" fmla="*/ 1342294 h 1520066"/>
                <a:gd name="connsiteX17" fmla="*/ 4680181 w 8250226"/>
                <a:gd name="connsiteY17" fmla="*/ 1520066 h 1520066"/>
                <a:gd name="connsiteX18" fmla="*/ 4637239 w 8250226"/>
                <a:gd name="connsiteY18" fmla="*/ 1515910 h 1520066"/>
                <a:gd name="connsiteX19" fmla="*/ 4405443 w 8250226"/>
                <a:gd name="connsiteY19" fmla="*/ 1172372 h 1520066"/>
                <a:gd name="connsiteX20" fmla="*/ 4179650 w 8250226"/>
                <a:gd name="connsiteY20" fmla="*/ 762803 h 1520066"/>
                <a:gd name="connsiteX21" fmla="*/ 3311567 w 8250226"/>
                <a:gd name="connsiteY21" fmla="*/ 767883 h 1520066"/>
                <a:gd name="connsiteX22" fmla="*/ 2360834 w 8250226"/>
                <a:gd name="connsiteY22" fmla="*/ 995061 h 1520066"/>
                <a:gd name="connsiteX23" fmla="*/ 2342497 w 8250226"/>
                <a:gd name="connsiteY23" fmla="*/ 992833 h 1520066"/>
                <a:gd name="connsiteX24" fmla="*/ 2126238 w 8250226"/>
                <a:gd name="connsiteY24" fmla="*/ 1040931 h 1520066"/>
                <a:gd name="connsiteX25" fmla="*/ 1317343 w 8250226"/>
                <a:gd name="connsiteY25" fmla="*/ 1114064 h 1520066"/>
                <a:gd name="connsiteX26" fmla="*/ 1009685 w 8250226"/>
                <a:gd name="connsiteY26" fmla="*/ 1102634 h 1520066"/>
                <a:gd name="connsiteX27" fmla="*/ 90523 w 8250226"/>
                <a:gd name="connsiteY27" fmla="*/ 742589 h 1520066"/>
                <a:gd name="connsiteX28" fmla="*/ 22895 w 8250226"/>
                <a:gd name="connsiteY28" fmla="*/ 281579 h 1520066"/>
                <a:gd name="connsiteX29" fmla="*/ 33026 w 8250226"/>
                <a:gd name="connsiteY29" fmla="*/ 257679 h 1520066"/>
                <a:gd name="connsiteX30" fmla="*/ 94142 w 8250226"/>
                <a:gd name="connsiteY30" fmla="*/ 257679 h 1520066"/>
                <a:gd name="connsiteX31" fmla="*/ 76235 w 8250226"/>
                <a:gd name="connsiteY31" fmla="*/ 299677 h 1520066"/>
                <a:gd name="connsiteX32" fmla="*/ 140053 w 8250226"/>
                <a:gd name="connsiteY32" fmla="*/ 715919 h 1520066"/>
                <a:gd name="connsiteX33" fmla="*/ 2361283 w 8250226"/>
                <a:gd name="connsiteY33" fmla="*/ 930232 h 1520066"/>
                <a:gd name="connsiteX34" fmla="*/ 2361890 w 8250226"/>
                <a:gd name="connsiteY34" fmla="*/ 932577 h 1520066"/>
                <a:gd name="connsiteX35" fmla="*/ 2418393 w 8250226"/>
                <a:gd name="connsiteY35" fmla="*/ 916935 h 1520066"/>
                <a:gd name="connsiteX36" fmla="*/ 3300486 w 8250226"/>
                <a:gd name="connsiteY36" fmla="*/ 708780 h 1520066"/>
                <a:gd name="connsiteX37" fmla="*/ 4213357 w 8250226"/>
                <a:gd name="connsiteY37" fmla="*/ 712935 h 1520066"/>
                <a:gd name="connsiteX38" fmla="*/ 4462699 w 8250226"/>
                <a:gd name="connsiteY38" fmla="*/ 1154825 h 1520066"/>
                <a:gd name="connsiteX39" fmla="*/ 4648321 w 8250226"/>
                <a:gd name="connsiteY39" fmla="*/ 1456806 h 1520066"/>
                <a:gd name="connsiteX40" fmla="*/ 5382034 w 8250226"/>
                <a:gd name="connsiteY40" fmla="*/ 911024 h 1520066"/>
                <a:gd name="connsiteX41" fmla="*/ 5554727 w 8250226"/>
                <a:gd name="connsiteY41" fmla="*/ 728634 h 1520066"/>
                <a:gd name="connsiteX42" fmla="*/ 5681246 w 8250226"/>
                <a:gd name="connsiteY42" fmla="*/ 599346 h 1520066"/>
                <a:gd name="connsiteX43" fmla="*/ 6613510 w 8250226"/>
                <a:gd name="connsiteY43" fmla="*/ 0 h 1520066"/>
                <a:gd name="connsiteX0-1" fmla="*/ 6613510 w 8250226"/>
                <a:gd name="connsiteY0-2" fmla="*/ 0 h 1520066"/>
                <a:gd name="connsiteX1-3" fmla="*/ 6625977 w 8250226"/>
                <a:gd name="connsiteY1-4" fmla="*/ 0 h 1520066"/>
                <a:gd name="connsiteX2-5" fmla="*/ 6964437 w 8250226"/>
                <a:gd name="connsiteY2-6" fmla="*/ 205015 h 1520066"/>
                <a:gd name="connsiteX3-7" fmla="*/ 7081720 w 8250226"/>
                <a:gd name="connsiteY3-8" fmla="*/ 587340 h 1520066"/>
                <a:gd name="connsiteX4-9" fmla="*/ 7221629 w 8250226"/>
                <a:gd name="connsiteY4-10" fmla="*/ 899480 h 1520066"/>
                <a:gd name="connsiteX5-11" fmla="*/ 8199143 w 8250226"/>
                <a:gd name="connsiteY5-12" fmla="*/ 396639 h 1520066"/>
                <a:gd name="connsiteX6-13" fmla="*/ 8241625 w 8250226"/>
                <a:gd name="connsiteY6-14" fmla="*/ 397101 h 1520066"/>
                <a:gd name="connsiteX7-15" fmla="*/ 8241163 w 8250226"/>
                <a:gd name="connsiteY7-16" fmla="*/ 439582 h 1520066"/>
                <a:gd name="connsiteX8-17" fmla="*/ 7211471 w 8250226"/>
                <a:gd name="connsiteY8-18" fmla="*/ 959045 h 1520066"/>
                <a:gd name="connsiteX9-19" fmla="*/ 7023079 w 8250226"/>
                <a:gd name="connsiteY9-20" fmla="*/ 599807 h 1520066"/>
                <a:gd name="connsiteX10-21" fmla="*/ 6625054 w 8250226"/>
                <a:gd name="connsiteY10-22" fmla="*/ 60489 h 1520066"/>
                <a:gd name="connsiteX11-23" fmla="*/ 6613972 w 8250226"/>
                <a:gd name="connsiteY11-24" fmla="*/ 60489 h 1520066"/>
                <a:gd name="connsiteX12-25" fmla="*/ 5725111 w 8250226"/>
                <a:gd name="connsiteY12-26" fmla="*/ 640903 h 1520066"/>
                <a:gd name="connsiteX13-27" fmla="*/ 5596746 w 8250226"/>
                <a:gd name="connsiteY13-28" fmla="*/ 772500 h 1520066"/>
                <a:gd name="connsiteX14-29" fmla="*/ 5426824 w 8250226"/>
                <a:gd name="connsiteY14-30" fmla="*/ 951657 h 1520066"/>
                <a:gd name="connsiteX15-31" fmla="*/ 5037572 w 8250226"/>
                <a:gd name="connsiteY15-32" fmla="*/ 1342294 h 1520066"/>
                <a:gd name="connsiteX16-33" fmla="*/ 4680181 w 8250226"/>
                <a:gd name="connsiteY16-34" fmla="*/ 1520066 h 1520066"/>
                <a:gd name="connsiteX17-35" fmla="*/ 4637239 w 8250226"/>
                <a:gd name="connsiteY17-36" fmla="*/ 1515910 h 1520066"/>
                <a:gd name="connsiteX18-37" fmla="*/ 4405443 w 8250226"/>
                <a:gd name="connsiteY18-38" fmla="*/ 1172372 h 1520066"/>
                <a:gd name="connsiteX19-39" fmla="*/ 4179650 w 8250226"/>
                <a:gd name="connsiteY19-40" fmla="*/ 762803 h 1520066"/>
                <a:gd name="connsiteX20-41" fmla="*/ 3311567 w 8250226"/>
                <a:gd name="connsiteY20-42" fmla="*/ 767883 h 1520066"/>
                <a:gd name="connsiteX21-43" fmla="*/ 2360834 w 8250226"/>
                <a:gd name="connsiteY21-44" fmla="*/ 995061 h 1520066"/>
                <a:gd name="connsiteX22-45" fmla="*/ 2342497 w 8250226"/>
                <a:gd name="connsiteY22-46" fmla="*/ 992833 h 1520066"/>
                <a:gd name="connsiteX23-47" fmla="*/ 2126238 w 8250226"/>
                <a:gd name="connsiteY23-48" fmla="*/ 1040931 h 1520066"/>
                <a:gd name="connsiteX24-49" fmla="*/ 1317343 w 8250226"/>
                <a:gd name="connsiteY24-50" fmla="*/ 1114064 h 1520066"/>
                <a:gd name="connsiteX25-51" fmla="*/ 1009685 w 8250226"/>
                <a:gd name="connsiteY25-52" fmla="*/ 1102634 h 1520066"/>
                <a:gd name="connsiteX26-53" fmla="*/ 90523 w 8250226"/>
                <a:gd name="connsiteY26-54" fmla="*/ 742589 h 1520066"/>
                <a:gd name="connsiteX27-55" fmla="*/ 22895 w 8250226"/>
                <a:gd name="connsiteY27-56" fmla="*/ 281579 h 1520066"/>
                <a:gd name="connsiteX28-57" fmla="*/ 33026 w 8250226"/>
                <a:gd name="connsiteY28-58" fmla="*/ 257679 h 1520066"/>
                <a:gd name="connsiteX29-59" fmla="*/ 94142 w 8250226"/>
                <a:gd name="connsiteY29-60" fmla="*/ 257679 h 1520066"/>
                <a:gd name="connsiteX30-61" fmla="*/ 76235 w 8250226"/>
                <a:gd name="connsiteY30-62" fmla="*/ 299677 h 1520066"/>
                <a:gd name="connsiteX31-63" fmla="*/ 140053 w 8250226"/>
                <a:gd name="connsiteY31-64" fmla="*/ 715919 h 1520066"/>
                <a:gd name="connsiteX32-65" fmla="*/ 2361283 w 8250226"/>
                <a:gd name="connsiteY32-66" fmla="*/ 930232 h 1520066"/>
                <a:gd name="connsiteX33-67" fmla="*/ 2361890 w 8250226"/>
                <a:gd name="connsiteY33-68" fmla="*/ 932577 h 1520066"/>
                <a:gd name="connsiteX34-69" fmla="*/ 2418393 w 8250226"/>
                <a:gd name="connsiteY34-70" fmla="*/ 916935 h 1520066"/>
                <a:gd name="connsiteX35-71" fmla="*/ 3300486 w 8250226"/>
                <a:gd name="connsiteY35-72" fmla="*/ 708780 h 1520066"/>
                <a:gd name="connsiteX36-73" fmla="*/ 4213357 w 8250226"/>
                <a:gd name="connsiteY36-74" fmla="*/ 712935 h 1520066"/>
                <a:gd name="connsiteX37-75" fmla="*/ 4462699 w 8250226"/>
                <a:gd name="connsiteY37-76" fmla="*/ 1154825 h 1520066"/>
                <a:gd name="connsiteX38-77" fmla="*/ 4648321 w 8250226"/>
                <a:gd name="connsiteY38-78" fmla="*/ 1456806 h 1520066"/>
                <a:gd name="connsiteX39-79" fmla="*/ 5382034 w 8250226"/>
                <a:gd name="connsiteY39-80" fmla="*/ 911024 h 1520066"/>
                <a:gd name="connsiteX40-81" fmla="*/ 5554727 w 8250226"/>
                <a:gd name="connsiteY40-82" fmla="*/ 728634 h 1520066"/>
                <a:gd name="connsiteX41-83" fmla="*/ 5681246 w 8250226"/>
                <a:gd name="connsiteY41-84" fmla="*/ 599346 h 1520066"/>
                <a:gd name="connsiteX42-85" fmla="*/ 6613510 w 8250226"/>
                <a:gd name="connsiteY42-86" fmla="*/ 0 h 1520066"/>
                <a:gd name="connsiteX0-87" fmla="*/ 6613510 w 8416533"/>
                <a:gd name="connsiteY0-88" fmla="*/ 0 h 1520066"/>
                <a:gd name="connsiteX1-89" fmla="*/ 6625977 w 8416533"/>
                <a:gd name="connsiteY1-90" fmla="*/ 0 h 1520066"/>
                <a:gd name="connsiteX2-91" fmla="*/ 6964437 w 8416533"/>
                <a:gd name="connsiteY2-92" fmla="*/ 205015 h 1520066"/>
                <a:gd name="connsiteX3-93" fmla="*/ 7081720 w 8416533"/>
                <a:gd name="connsiteY3-94" fmla="*/ 587340 h 1520066"/>
                <a:gd name="connsiteX4-95" fmla="*/ 7221629 w 8416533"/>
                <a:gd name="connsiteY4-96" fmla="*/ 899480 h 1520066"/>
                <a:gd name="connsiteX5-97" fmla="*/ 8199143 w 8416533"/>
                <a:gd name="connsiteY5-98" fmla="*/ 396639 h 1520066"/>
                <a:gd name="connsiteX6-99" fmla="*/ 8241625 w 8416533"/>
                <a:gd name="connsiteY6-100" fmla="*/ 397101 h 1520066"/>
                <a:gd name="connsiteX7-101" fmla="*/ 8415852 w 8416533"/>
                <a:gd name="connsiteY7-102" fmla="*/ 762602 h 1520066"/>
                <a:gd name="connsiteX8-103" fmla="*/ 7211471 w 8416533"/>
                <a:gd name="connsiteY8-104" fmla="*/ 959045 h 1520066"/>
                <a:gd name="connsiteX9-105" fmla="*/ 7023079 w 8416533"/>
                <a:gd name="connsiteY9-106" fmla="*/ 599807 h 1520066"/>
                <a:gd name="connsiteX10-107" fmla="*/ 6625054 w 8416533"/>
                <a:gd name="connsiteY10-108" fmla="*/ 60489 h 1520066"/>
                <a:gd name="connsiteX11-109" fmla="*/ 6613972 w 8416533"/>
                <a:gd name="connsiteY11-110" fmla="*/ 60489 h 1520066"/>
                <a:gd name="connsiteX12-111" fmla="*/ 5725111 w 8416533"/>
                <a:gd name="connsiteY12-112" fmla="*/ 640903 h 1520066"/>
                <a:gd name="connsiteX13-113" fmla="*/ 5596746 w 8416533"/>
                <a:gd name="connsiteY13-114" fmla="*/ 772500 h 1520066"/>
                <a:gd name="connsiteX14-115" fmla="*/ 5426824 w 8416533"/>
                <a:gd name="connsiteY14-116" fmla="*/ 951657 h 1520066"/>
                <a:gd name="connsiteX15-117" fmla="*/ 5037572 w 8416533"/>
                <a:gd name="connsiteY15-118" fmla="*/ 1342294 h 1520066"/>
                <a:gd name="connsiteX16-119" fmla="*/ 4680181 w 8416533"/>
                <a:gd name="connsiteY16-120" fmla="*/ 1520066 h 1520066"/>
                <a:gd name="connsiteX17-121" fmla="*/ 4637239 w 8416533"/>
                <a:gd name="connsiteY17-122" fmla="*/ 1515910 h 1520066"/>
                <a:gd name="connsiteX18-123" fmla="*/ 4405443 w 8416533"/>
                <a:gd name="connsiteY18-124" fmla="*/ 1172372 h 1520066"/>
                <a:gd name="connsiteX19-125" fmla="*/ 4179650 w 8416533"/>
                <a:gd name="connsiteY19-126" fmla="*/ 762803 h 1520066"/>
                <a:gd name="connsiteX20-127" fmla="*/ 3311567 w 8416533"/>
                <a:gd name="connsiteY20-128" fmla="*/ 767883 h 1520066"/>
                <a:gd name="connsiteX21-129" fmla="*/ 2360834 w 8416533"/>
                <a:gd name="connsiteY21-130" fmla="*/ 995061 h 1520066"/>
                <a:gd name="connsiteX22-131" fmla="*/ 2342497 w 8416533"/>
                <a:gd name="connsiteY22-132" fmla="*/ 992833 h 1520066"/>
                <a:gd name="connsiteX23-133" fmla="*/ 2126238 w 8416533"/>
                <a:gd name="connsiteY23-134" fmla="*/ 1040931 h 1520066"/>
                <a:gd name="connsiteX24-135" fmla="*/ 1317343 w 8416533"/>
                <a:gd name="connsiteY24-136" fmla="*/ 1114064 h 1520066"/>
                <a:gd name="connsiteX25-137" fmla="*/ 1009685 w 8416533"/>
                <a:gd name="connsiteY25-138" fmla="*/ 1102634 h 1520066"/>
                <a:gd name="connsiteX26-139" fmla="*/ 90523 w 8416533"/>
                <a:gd name="connsiteY26-140" fmla="*/ 742589 h 1520066"/>
                <a:gd name="connsiteX27-141" fmla="*/ 22895 w 8416533"/>
                <a:gd name="connsiteY27-142" fmla="*/ 281579 h 1520066"/>
                <a:gd name="connsiteX28-143" fmla="*/ 33026 w 8416533"/>
                <a:gd name="connsiteY28-144" fmla="*/ 257679 h 1520066"/>
                <a:gd name="connsiteX29-145" fmla="*/ 94142 w 8416533"/>
                <a:gd name="connsiteY29-146" fmla="*/ 257679 h 1520066"/>
                <a:gd name="connsiteX30-147" fmla="*/ 76235 w 8416533"/>
                <a:gd name="connsiteY30-148" fmla="*/ 299677 h 1520066"/>
                <a:gd name="connsiteX31-149" fmla="*/ 140053 w 8416533"/>
                <a:gd name="connsiteY31-150" fmla="*/ 715919 h 1520066"/>
                <a:gd name="connsiteX32-151" fmla="*/ 2361283 w 8416533"/>
                <a:gd name="connsiteY32-152" fmla="*/ 930232 h 1520066"/>
                <a:gd name="connsiteX33-153" fmla="*/ 2361890 w 8416533"/>
                <a:gd name="connsiteY33-154" fmla="*/ 932577 h 1520066"/>
                <a:gd name="connsiteX34-155" fmla="*/ 2418393 w 8416533"/>
                <a:gd name="connsiteY34-156" fmla="*/ 916935 h 1520066"/>
                <a:gd name="connsiteX35-157" fmla="*/ 3300486 w 8416533"/>
                <a:gd name="connsiteY35-158" fmla="*/ 708780 h 1520066"/>
                <a:gd name="connsiteX36-159" fmla="*/ 4213357 w 8416533"/>
                <a:gd name="connsiteY36-160" fmla="*/ 712935 h 1520066"/>
                <a:gd name="connsiteX37-161" fmla="*/ 4462699 w 8416533"/>
                <a:gd name="connsiteY37-162" fmla="*/ 1154825 h 1520066"/>
                <a:gd name="connsiteX38-163" fmla="*/ 4648321 w 8416533"/>
                <a:gd name="connsiteY38-164" fmla="*/ 1456806 h 1520066"/>
                <a:gd name="connsiteX39-165" fmla="*/ 5382034 w 8416533"/>
                <a:gd name="connsiteY39-166" fmla="*/ 911024 h 1520066"/>
                <a:gd name="connsiteX40-167" fmla="*/ 5554727 w 8416533"/>
                <a:gd name="connsiteY40-168" fmla="*/ 728634 h 1520066"/>
                <a:gd name="connsiteX41-169" fmla="*/ 5681246 w 8416533"/>
                <a:gd name="connsiteY41-170" fmla="*/ 599346 h 1520066"/>
                <a:gd name="connsiteX42-171" fmla="*/ 6613510 w 8416533"/>
                <a:gd name="connsiteY42-172" fmla="*/ 0 h 1520066"/>
                <a:gd name="connsiteX0-173" fmla="*/ 6613510 w 8416442"/>
                <a:gd name="connsiteY0-174" fmla="*/ 0 h 1520066"/>
                <a:gd name="connsiteX1-175" fmla="*/ 6625977 w 8416442"/>
                <a:gd name="connsiteY1-176" fmla="*/ 0 h 1520066"/>
                <a:gd name="connsiteX2-177" fmla="*/ 6964437 w 8416442"/>
                <a:gd name="connsiteY2-178" fmla="*/ 205015 h 1520066"/>
                <a:gd name="connsiteX3-179" fmla="*/ 7081720 w 8416442"/>
                <a:gd name="connsiteY3-180" fmla="*/ 587340 h 1520066"/>
                <a:gd name="connsiteX4-181" fmla="*/ 7221629 w 8416442"/>
                <a:gd name="connsiteY4-182" fmla="*/ 899480 h 1520066"/>
                <a:gd name="connsiteX5-183" fmla="*/ 8348876 w 8416442"/>
                <a:gd name="connsiteY5-184" fmla="*/ 665822 h 1520066"/>
                <a:gd name="connsiteX6-185" fmla="*/ 8241625 w 8416442"/>
                <a:gd name="connsiteY6-186" fmla="*/ 397101 h 1520066"/>
                <a:gd name="connsiteX7-187" fmla="*/ 8415852 w 8416442"/>
                <a:gd name="connsiteY7-188" fmla="*/ 762602 h 1520066"/>
                <a:gd name="connsiteX8-189" fmla="*/ 7211471 w 8416442"/>
                <a:gd name="connsiteY8-190" fmla="*/ 959045 h 1520066"/>
                <a:gd name="connsiteX9-191" fmla="*/ 7023079 w 8416442"/>
                <a:gd name="connsiteY9-192" fmla="*/ 599807 h 1520066"/>
                <a:gd name="connsiteX10-193" fmla="*/ 6625054 w 8416442"/>
                <a:gd name="connsiteY10-194" fmla="*/ 60489 h 1520066"/>
                <a:gd name="connsiteX11-195" fmla="*/ 6613972 w 8416442"/>
                <a:gd name="connsiteY11-196" fmla="*/ 60489 h 1520066"/>
                <a:gd name="connsiteX12-197" fmla="*/ 5725111 w 8416442"/>
                <a:gd name="connsiteY12-198" fmla="*/ 640903 h 1520066"/>
                <a:gd name="connsiteX13-199" fmla="*/ 5596746 w 8416442"/>
                <a:gd name="connsiteY13-200" fmla="*/ 772500 h 1520066"/>
                <a:gd name="connsiteX14-201" fmla="*/ 5426824 w 8416442"/>
                <a:gd name="connsiteY14-202" fmla="*/ 951657 h 1520066"/>
                <a:gd name="connsiteX15-203" fmla="*/ 5037572 w 8416442"/>
                <a:gd name="connsiteY15-204" fmla="*/ 1342294 h 1520066"/>
                <a:gd name="connsiteX16-205" fmla="*/ 4680181 w 8416442"/>
                <a:gd name="connsiteY16-206" fmla="*/ 1520066 h 1520066"/>
                <a:gd name="connsiteX17-207" fmla="*/ 4637239 w 8416442"/>
                <a:gd name="connsiteY17-208" fmla="*/ 1515910 h 1520066"/>
                <a:gd name="connsiteX18-209" fmla="*/ 4405443 w 8416442"/>
                <a:gd name="connsiteY18-210" fmla="*/ 1172372 h 1520066"/>
                <a:gd name="connsiteX19-211" fmla="*/ 4179650 w 8416442"/>
                <a:gd name="connsiteY19-212" fmla="*/ 762803 h 1520066"/>
                <a:gd name="connsiteX20-213" fmla="*/ 3311567 w 8416442"/>
                <a:gd name="connsiteY20-214" fmla="*/ 767883 h 1520066"/>
                <a:gd name="connsiteX21-215" fmla="*/ 2360834 w 8416442"/>
                <a:gd name="connsiteY21-216" fmla="*/ 995061 h 1520066"/>
                <a:gd name="connsiteX22-217" fmla="*/ 2342497 w 8416442"/>
                <a:gd name="connsiteY22-218" fmla="*/ 992833 h 1520066"/>
                <a:gd name="connsiteX23-219" fmla="*/ 2126238 w 8416442"/>
                <a:gd name="connsiteY23-220" fmla="*/ 1040931 h 1520066"/>
                <a:gd name="connsiteX24-221" fmla="*/ 1317343 w 8416442"/>
                <a:gd name="connsiteY24-222" fmla="*/ 1114064 h 1520066"/>
                <a:gd name="connsiteX25-223" fmla="*/ 1009685 w 8416442"/>
                <a:gd name="connsiteY25-224" fmla="*/ 1102634 h 1520066"/>
                <a:gd name="connsiteX26-225" fmla="*/ 90523 w 8416442"/>
                <a:gd name="connsiteY26-226" fmla="*/ 742589 h 1520066"/>
                <a:gd name="connsiteX27-227" fmla="*/ 22895 w 8416442"/>
                <a:gd name="connsiteY27-228" fmla="*/ 281579 h 1520066"/>
                <a:gd name="connsiteX28-229" fmla="*/ 33026 w 8416442"/>
                <a:gd name="connsiteY28-230" fmla="*/ 257679 h 1520066"/>
                <a:gd name="connsiteX29-231" fmla="*/ 94142 w 8416442"/>
                <a:gd name="connsiteY29-232" fmla="*/ 257679 h 1520066"/>
                <a:gd name="connsiteX30-233" fmla="*/ 76235 w 8416442"/>
                <a:gd name="connsiteY30-234" fmla="*/ 299677 h 1520066"/>
                <a:gd name="connsiteX31-235" fmla="*/ 140053 w 8416442"/>
                <a:gd name="connsiteY31-236" fmla="*/ 715919 h 1520066"/>
                <a:gd name="connsiteX32-237" fmla="*/ 2361283 w 8416442"/>
                <a:gd name="connsiteY32-238" fmla="*/ 930232 h 1520066"/>
                <a:gd name="connsiteX33-239" fmla="*/ 2361890 w 8416442"/>
                <a:gd name="connsiteY33-240" fmla="*/ 932577 h 1520066"/>
                <a:gd name="connsiteX34-241" fmla="*/ 2418393 w 8416442"/>
                <a:gd name="connsiteY34-242" fmla="*/ 916935 h 1520066"/>
                <a:gd name="connsiteX35-243" fmla="*/ 3300486 w 8416442"/>
                <a:gd name="connsiteY35-244" fmla="*/ 708780 h 1520066"/>
                <a:gd name="connsiteX36-245" fmla="*/ 4213357 w 8416442"/>
                <a:gd name="connsiteY36-246" fmla="*/ 712935 h 1520066"/>
                <a:gd name="connsiteX37-247" fmla="*/ 4462699 w 8416442"/>
                <a:gd name="connsiteY37-248" fmla="*/ 1154825 h 1520066"/>
                <a:gd name="connsiteX38-249" fmla="*/ 4648321 w 8416442"/>
                <a:gd name="connsiteY38-250" fmla="*/ 1456806 h 1520066"/>
                <a:gd name="connsiteX39-251" fmla="*/ 5382034 w 8416442"/>
                <a:gd name="connsiteY39-252" fmla="*/ 911024 h 1520066"/>
                <a:gd name="connsiteX40-253" fmla="*/ 5554727 w 8416442"/>
                <a:gd name="connsiteY40-254" fmla="*/ 728634 h 1520066"/>
                <a:gd name="connsiteX41-255" fmla="*/ 5681246 w 8416442"/>
                <a:gd name="connsiteY41-256" fmla="*/ 599346 h 1520066"/>
                <a:gd name="connsiteX42-257" fmla="*/ 6613510 w 8416442"/>
                <a:gd name="connsiteY42-258" fmla="*/ 0 h 1520066"/>
                <a:gd name="connsiteX0-259" fmla="*/ 6613510 w 8531776"/>
                <a:gd name="connsiteY0-260" fmla="*/ 0 h 1520066"/>
                <a:gd name="connsiteX1-261" fmla="*/ 6625977 w 8531776"/>
                <a:gd name="connsiteY1-262" fmla="*/ 0 h 1520066"/>
                <a:gd name="connsiteX2-263" fmla="*/ 6964437 w 8531776"/>
                <a:gd name="connsiteY2-264" fmla="*/ 205015 h 1520066"/>
                <a:gd name="connsiteX3-265" fmla="*/ 7081720 w 8531776"/>
                <a:gd name="connsiteY3-266" fmla="*/ 587340 h 1520066"/>
                <a:gd name="connsiteX4-267" fmla="*/ 7221629 w 8531776"/>
                <a:gd name="connsiteY4-268" fmla="*/ 899480 h 1520066"/>
                <a:gd name="connsiteX5-269" fmla="*/ 8348876 w 8531776"/>
                <a:gd name="connsiteY5-270" fmla="*/ 665822 h 1520066"/>
                <a:gd name="connsiteX6-271" fmla="*/ 8415852 w 8531776"/>
                <a:gd name="connsiteY6-272" fmla="*/ 762602 h 1520066"/>
                <a:gd name="connsiteX7-273" fmla="*/ 7211471 w 8531776"/>
                <a:gd name="connsiteY7-274" fmla="*/ 959045 h 1520066"/>
                <a:gd name="connsiteX8-275" fmla="*/ 7023079 w 8531776"/>
                <a:gd name="connsiteY8-276" fmla="*/ 599807 h 1520066"/>
                <a:gd name="connsiteX9-277" fmla="*/ 6625054 w 8531776"/>
                <a:gd name="connsiteY9-278" fmla="*/ 60489 h 1520066"/>
                <a:gd name="connsiteX10-279" fmla="*/ 6613972 w 8531776"/>
                <a:gd name="connsiteY10-280" fmla="*/ 60489 h 1520066"/>
                <a:gd name="connsiteX11-281" fmla="*/ 5725111 w 8531776"/>
                <a:gd name="connsiteY11-282" fmla="*/ 640903 h 1520066"/>
                <a:gd name="connsiteX12-283" fmla="*/ 5596746 w 8531776"/>
                <a:gd name="connsiteY12-284" fmla="*/ 772500 h 1520066"/>
                <a:gd name="connsiteX13-285" fmla="*/ 5426824 w 8531776"/>
                <a:gd name="connsiteY13-286" fmla="*/ 951657 h 1520066"/>
                <a:gd name="connsiteX14-287" fmla="*/ 5037572 w 8531776"/>
                <a:gd name="connsiteY14-288" fmla="*/ 1342294 h 1520066"/>
                <a:gd name="connsiteX15-289" fmla="*/ 4680181 w 8531776"/>
                <a:gd name="connsiteY15-290" fmla="*/ 1520066 h 1520066"/>
                <a:gd name="connsiteX16-291" fmla="*/ 4637239 w 8531776"/>
                <a:gd name="connsiteY16-292" fmla="*/ 1515910 h 1520066"/>
                <a:gd name="connsiteX17-293" fmla="*/ 4405443 w 8531776"/>
                <a:gd name="connsiteY17-294" fmla="*/ 1172372 h 1520066"/>
                <a:gd name="connsiteX18-295" fmla="*/ 4179650 w 8531776"/>
                <a:gd name="connsiteY18-296" fmla="*/ 762803 h 1520066"/>
                <a:gd name="connsiteX19-297" fmla="*/ 3311567 w 8531776"/>
                <a:gd name="connsiteY19-298" fmla="*/ 767883 h 1520066"/>
                <a:gd name="connsiteX20-299" fmla="*/ 2360834 w 8531776"/>
                <a:gd name="connsiteY20-300" fmla="*/ 995061 h 1520066"/>
                <a:gd name="connsiteX21-301" fmla="*/ 2342497 w 8531776"/>
                <a:gd name="connsiteY21-302" fmla="*/ 992833 h 1520066"/>
                <a:gd name="connsiteX22-303" fmla="*/ 2126238 w 8531776"/>
                <a:gd name="connsiteY22-304" fmla="*/ 1040931 h 1520066"/>
                <a:gd name="connsiteX23-305" fmla="*/ 1317343 w 8531776"/>
                <a:gd name="connsiteY23-306" fmla="*/ 1114064 h 1520066"/>
                <a:gd name="connsiteX24-307" fmla="*/ 1009685 w 8531776"/>
                <a:gd name="connsiteY24-308" fmla="*/ 1102634 h 1520066"/>
                <a:gd name="connsiteX25-309" fmla="*/ 90523 w 8531776"/>
                <a:gd name="connsiteY25-310" fmla="*/ 742589 h 1520066"/>
                <a:gd name="connsiteX26-311" fmla="*/ 22895 w 8531776"/>
                <a:gd name="connsiteY26-312" fmla="*/ 281579 h 1520066"/>
                <a:gd name="connsiteX27-313" fmla="*/ 33026 w 8531776"/>
                <a:gd name="connsiteY27-314" fmla="*/ 257679 h 1520066"/>
                <a:gd name="connsiteX28-315" fmla="*/ 94142 w 8531776"/>
                <a:gd name="connsiteY28-316" fmla="*/ 257679 h 1520066"/>
                <a:gd name="connsiteX29-317" fmla="*/ 76235 w 8531776"/>
                <a:gd name="connsiteY29-318" fmla="*/ 299677 h 1520066"/>
                <a:gd name="connsiteX30-319" fmla="*/ 140053 w 8531776"/>
                <a:gd name="connsiteY30-320" fmla="*/ 715919 h 1520066"/>
                <a:gd name="connsiteX31-321" fmla="*/ 2361283 w 8531776"/>
                <a:gd name="connsiteY31-322" fmla="*/ 930232 h 1520066"/>
                <a:gd name="connsiteX32-323" fmla="*/ 2361890 w 8531776"/>
                <a:gd name="connsiteY32-324" fmla="*/ 932577 h 1520066"/>
                <a:gd name="connsiteX33-325" fmla="*/ 2418393 w 8531776"/>
                <a:gd name="connsiteY33-326" fmla="*/ 916935 h 1520066"/>
                <a:gd name="connsiteX34-327" fmla="*/ 3300486 w 8531776"/>
                <a:gd name="connsiteY34-328" fmla="*/ 708780 h 1520066"/>
                <a:gd name="connsiteX35-329" fmla="*/ 4213357 w 8531776"/>
                <a:gd name="connsiteY35-330" fmla="*/ 712935 h 1520066"/>
                <a:gd name="connsiteX36-331" fmla="*/ 4462699 w 8531776"/>
                <a:gd name="connsiteY36-332" fmla="*/ 1154825 h 1520066"/>
                <a:gd name="connsiteX37-333" fmla="*/ 4648321 w 8531776"/>
                <a:gd name="connsiteY37-334" fmla="*/ 1456806 h 1520066"/>
                <a:gd name="connsiteX38-335" fmla="*/ 5382034 w 8531776"/>
                <a:gd name="connsiteY38-336" fmla="*/ 911024 h 1520066"/>
                <a:gd name="connsiteX39-337" fmla="*/ 5554727 w 8531776"/>
                <a:gd name="connsiteY39-338" fmla="*/ 728634 h 1520066"/>
                <a:gd name="connsiteX40-339" fmla="*/ 5681246 w 8531776"/>
                <a:gd name="connsiteY40-340" fmla="*/ 599346 h 1520066"/>
                <a:gd name="connsiteX41-341" fmla="*/ 6613510 w 8531776"/>
                <a:gd name="connsiteY41-342" fmla="*/ 0 h 1520066"/>
                <a:gd name="connsiteX0-343" fmla="*/ 6613510 w 8531776"/>
                <a:gd name="connsiteY0-344" fmla="*/ 0 h 1520066"/>
                <a:gd name="connsiteX1-345" fmla="*/ 6625977 w 8531776"/>
                <a:gd name="connsiteY1-346" fmla="*/ 0 h 1520066"/>
                <a:gd name="connsiteX2-347" fmla="*/ 6964437 w 8531776"/>
                <a:gd name="connsiteY2-348" fmla="*/ 205015 h 1520066"/>
                <a:gd name="connsiteX3-349" fmla="*/ 7081720 w 8531776"/>
                <a:gd name="connsiteY3-350" fmla="*/ 587340 h 1520066"/>
                <a:gd name="connsiteX4-351" fmla="*/ 7221629 w 8531776"/>
                <a:gd name="connsiteY4-352" fmla="*/ 899480 h 1520066"/>
                <a:gd name="connsiteX5-353" fmla="*/ 8348876 w 8531776"/>
                <a:gd name="connsiteY5-354" fmla="*/ 665822 h 1520066"/>
                <a:gd name="connsiteX6-355" fmla="*/ 8415852 w 8531776"/>
                <a:gd name="connsiteY6-356" fmla="*/ 774648 h 1520066"/>
                <a:gd name="connsiteX7-357" fmla="*/ 7211471 w 8531776"/>
                <a:gd name="connsiteY7-358" fmla="*/ 959045 h 1520066"/>
                <a:gd name="connsiteX8-359" fmla="*/ 7023079 w 8531776"/>
                <a:gd name="connsiteY8-360" fmla="*/ 599807 h 1520066"/>
                <a:gd name="connsiteX9-361" fmla="*/ 6625054 w 8531776"/>
                <a:gd name="connsiteY9-362" fmla="*/ 60489 h 1520066"/>
                <a:gd name="connsiteX10-363" fmla="*/ 6613972 w 8531776"/>
                <a:gd name="connsiteY10-364" fmla="*/ 60489 h 1520066"/>
                <a:gd name="connsiteX11-365" fmla="*/ 5725111 w 8531776"/>
                <a:gd name="connsiteY11-366" fmla="*/ 640903 h 1520066"/>
                <a:gd name="connsiteX12-367" fmla="*/ 5596746 w 8531776"/>
                <a:gd name="connsiteY12-368" fmla="*/ 772500 h 1520066"/>
                <a:gd name="connsiteX13-369" fmla="*/ 5426824 w 8531776"/>
                <a:gd name="connsiteY13-370" fmla="*/ 951657 h 1520066"/>
                <a:gd name="connsiteX14-371" fmla="*/ 5037572 w 8531776"/>
                <a:gd name="connsiteY14-372" fmla="*/ 1342294 h 1520066"/>
                <a:gd name="connsiteX15-373" fmla="*/ 4680181 w 8531776"/>
                <a:gd name="connsiteY15-374" fmla="*/ 1520066 h 1520066"/>
                <a:gd name="connsiteX16-375" fmla="*/ 4637239 w 8531776"/>
                <a:gd name="connsiteY16-376" fmla="*/ 1515910 h 1520066"/>
                <a:gd name="connsiteX17-377" fmla="*/ 4405443 w 8531776"/>
                <a:gd name="connsiteY17-378" fmla="*/ 1172372 h 1520066"/>
                <a:gd name="connsiteX18-379" fmla="*/ 4179650 w 8531776"/>
                <a:gd name="connsiteY18-380" fmla="*/ 762803 h 1520066"/>
                <a:gd name="connsiteX19-381" fmla="*/ 3311567 w 8531776"/>
                <a:gd name="connsiteY19-382" fmla="*/ 767883 h 1520066"/>
                <a:gd name="connsiteX20-383" fmla="*/ 2360834 w 8531776"/>
                <a:gd name="connsiteY20-384" fmla="*/ 995061 h 1520066"/>
                <a:gd name="connsiteX21-385" fmla="*/ 2342497 w 8531776"/>
                <a:gd name="connsiteY21-386" fmla="*/ 992833 h 1520066"/>
                <a:gd name="connsiteX22-387" fmla="*/ 2126238 w 8531776"/>
                <a:gd name="connsiteY22-388" fmla="*/ 1040931 h 1520066"/>
                <a:gd name="connsiteX23-389" fmla="*/ 1317343 w 8531776"/>
                <a:gd name="connsiteY23-390" fmla="*/ 1114064 h 1520066"/>
                <a:gd name="connsiteX24-391" fmla="*/ 1009685 w 8531776"/>
                <a:gd name="connsiteY24-392" fmla="*/ 1102634 h 1520066"/>
                <a:gd name="connsiteX25-393" fmla="*/ 90523 w 8531776"/>
                <a:gd name="connsiteY25-394" fmla="*/ 742589 h 1520066"/>
                <a:gd name="connsiteX26-395" fmla="*/ 22895 w 8531776"/>
                <a:gd name="connsiteY26-396" fmla="*/ 281579 h 1520066"/>
                <a:gd name="connsiteX27-397" fmla="*/ 33026 w 8531776"/>
                <a:gd name="connsiteY27-398" fmla="*/ 257679 h 1520066"/>
                <a:gd name="connsiteX28-399" fmla="*/ 94142 w 8531776"/>
                <a:gd name="connsiteY28-400" fmla="*/ 257679 h 1520066"/>
                <a:gd name="connsiteX29-401" fmla="*/ 76235 w 8531776"/>
                <a:gd name="connsiteY29-402" fmla="*/ 299677 h 1520066"/>
                <a:gd name="connsiteX30-403" fmla="*/ 140053 w 8531776"/>
                <a:gd name="connsiteY30-404" fmla="*/ 715919 h 1520066"/>
                <a:gd name="connsiteX31-405" fmla="*/ 2361283 w 8531776"/>
                <a:gd name="connsiteY31-406" fmla="*/ 930232 h 1520066"/>
                <a:gd name="connsiteX32-407" fmla="*/ 2361890 w 8531776"/>
                <a:gd name="connsiteY32-408" fmla="*/ 932577 h 1520066"/>
                <a:gd name="connsiteX33-409" fmla="*/ 2418393 w 8531776"/>
                <a:gd name="connsiteY33-410" fmla="*/ 916935 h 1520066"/>
                <a:gd name="connsiteX34-411" fmla="*/ 3300486 w 8531776"/>
                <a:gd name="connsiteY34-412" fmla="*/ 708780 h 1520066"/>
                <a:gd name="connsiteX35-413" fmla="*/ 4213357 w 8531776"/>
                <a:gd name="connsiteY35-414" fmla="*/ 712935 h 1520066"/>
                <a:gd name="connsiteX36-415" fmla="*/ 4462699 w 8531776"/>
                <a:gd name="connsiteY36-416" fmla="*/ 1154825 h 1520066"/>
                <a:gd name="connsiteX37-417" fmla="*/ 4648321 w 8531776"/>
                <a:gd name="connsiteY37-418" fmla="*/ 1456806 h 1520066"/>
                <a:gd name="connsiteX38-419" fmla="*/ 5382034 w 8531776"/>
                <a:gd name="connsiteY38-420" fmla="*/ 911024 h 1520066"/>
                <a:gd name="connsiteX39-421" fmla="*/ 5554727 w 8531776"/>
                <a:gd name="connsiteY39-422" fmla="*/ 728634 h 1520066"/>
                <a:gd name="connsiteX40-423" fmla="*/ 5681246 w 8531776"/>
                <a:gd name="connsiteY40-424" fmla="*/ 599346 h 1520066"/>
                <a:gd name="connsiteX41-425" fmla="*/ 6613510 w 8531776"/>
                <a:gd name="connsiteY41-426" fmla="*/ 0 h 1520066"/>
                <a:gd name="connsiteX0-427" fmla="*/ 6613510 w 8454400"/>
                <a:gd name="connsiteY0-428" fmla="*/ 0 h 1520066"/>
                <a:gd name="connsiteX1-429" fmla="*/ 6625977 w 8454400"/>
                <a:gd name="connsiteY1-430" fmla="*/ 0 h 1520066"/>
                <a:gd name="connsiteX2-431" fmla="*/ 6964437 w 8454400"/>
                <a:gd name="connsiteY2-432" fmla="*/ 205015 h 1520066"/>
                <a:gd name="connsiteX3-433" fmla="*/ 7081720 w 8454400"/>
                <a:gd name="connsiteY3-434" fmla="*/ 587340 h 1520066"/>
                <a:gd name="connsiteX4-435" fmla="*/ 7221629 w 8454400"/>
                <a:gd name="connsiteY4-436" fmla="*/ 899480 h 1520066"/>
                <a:gd name="connsiteX5-437" fmla="*/ 8348876 w 8454400"/>
                <a:gd name="connsiteY5-438" fmla="*/ 665822 h 1520066"/>
                <a:gd name="connsiteX6-439" fmla="*/ 8415852 w 8454400"/>
                <a:gd name="connsiteY6-440" fmla="*/ 774648 h 1520066"/>
                <a:gd name="connsiteX7-441" fmla="*/ 7211471 w 8454400"/>
                <a:gd name="connsiteY7-442" fmla="*/ 959045 h 1520066"/>
                <a:gd name="connsiteX8-443" fmla="*/ 7023079 w 8454400"/>
                <a:gd name="connsiteY8-444" fmla="*/ 599807 h 1520066"/>
                <a:gd name="connsiteX9-445" fmla="*/ 6625054 w 8454400"/>
                <a:gd name="connsiteY9-446" fmla="*/ 60489 h 1520066"/>
                <a:gd name="connsiteX10-447" fmla="*/ 6613972 w 8454400"/>
                <a:gd name="connsiteY10-448" fmla="*/ 60489 h 1520066"/>
                <a:gd name="connsiteX11-449" fmla="*/ 5725111 w 8454400"/>
                <a:gd name="connsiteY11-450" fmla="*/ 640903 h 1520066"/>
                <a:gd name="connsiteX12-451" fmla="*/ 5596746 w 8454400"/>
                <a:gd name="connsiteY12-452" fmla="*/ 772500 h 1520066"/>
                <a:gd name="connsiteX13-453" fmla="*/ 5426824 w 8454400"/>
                <a:gd name="connsiteY13-454" fmla="*/ 951657 h 1520066"/>
                <a:gd name="connsiteX14-455" fmla="*/ 5037572 w 8454400"/>
                <a:gd name="connsiteY14-456" fmla="*/ 1342294 h 1520066"/>
                <a:gd name="connsiteX15-457" fmla="*/ 4680181 w 8454400"/>
                <a:gd name="connsiteY15-458" fmla="*/ 1520066 h 1520066"/>
                <a:gd name="connsiteX16-459" fmla="*/ 4637239 w 8454400"/>
                <a:gd name="connsiteY16-460" fmla="*/ 1515910 h 1520066"/>
                <a:gd name="connsiteX17-461" fmla="*/ 4405443 w 8454400"/>
                <a:gd name="connsiteY17-462" fmla="*/ 1172372 h 1520066"/>
                <a:gd name="connsiteX18-463" fmla="*/ 4179650 w 8454400"/>
                <a:gd name="connsiteY18-464" fmla="*/ 762803 h 1520066"/>
                <a:gd name="connsiteX19-465" fmla="*/ 3311567 w 8454400"/>
                <a:gd name="connsiteY19-466" fmla="*/ 767883 h 1520066"/>
                <a:gd name="connsiteX20-467" fmla="*/ 2360834 w 8454400"/>
                <a:gd name="connsiteY20-468" fmla="*/ 995061 h 1520066"/>
                <a:gd name="connsiteX21-469" fmla="*/ 2342497 w 8454400"/>
                <a:gd name="connsiteY21-470" fmla="*/ 992833 h 1520066"/>
                <a:gd name="connsiteX22-471" fmla="*/ 2126238 w 8454400"/>
                <a:gd name="connsiteY22-472" fmla="*/ 1040931 h 1520066"/>
                <a:gd name="connsiteX23-473" fmla="*/ 1317343 w 8454400"/>
                <a:gd name="connsiteY23-474" fmla="*/ 1114064 h 1520066"/>
                <a:gd name="connsiteX24-475" fmla="*/ 1009685 w 8454400"/>
                <a:gd name="connsiteY24-476" fmla="*/ 1102634 h 1520066"/>
                <a:gd name="connsiteX25-477" fmla="*/ 90523 w 8454400"/>
                <a:gd name="connsiteY25-478" fmla="*/ 742589 h 1520066"/>
                <a:gd name="connsiteX26-479" fmla="*/ 22895 w 8454400"/>
                <a:gd name="connsiteY26-480" fmla="*/ 281579 h 1520066"/>
                <a:gd name="connsiteX27-481" fmla="*/ 33026 w 8454400"/>
                <a:gd name="connsiteY27-482" fmla="*/ 257679 h 1520066"/>
                <a:gd name="connsiteX28-483" fmla="*/ 94142 w 8454400"/>
                <a:gd name="connsiteY28-484" fmla="*/ 257679 h 1520066"/>
                <a:gd name="connsiteX29-485" fmla="*/ 76235 w 8454400"/>
                <a:gd name="connsiteY29-486" fmla="*/ 299677 h 1520066"/>
                <a:gd name="connsiteX30-487" fmla="*/ 140053 w 8454400"/>
                <a:gd name="connsiteY30-488" fmla="*/ 715919 h 1520066"/>
                <a:gd name="connsiteX31-489" fmla="*/ 2361283 w 8454400"/>
                <a:gd name="connsiteY31-490" fmla="*/ 930232 h 1520066"/>
                <a:gd name="connsiteX32-491" fmla="*/ 2361890 w 8454400"/>
                <a:gd name="connsiteY32-492" fmla="*/ 932577 h 1520066"/>
                <a:gd name="connsiteX33-493" fmla="*/ 2418393 w 8454400"/>
                <a:gd name="connsiteY33-494" fmla="*/ 916935 h 1520066"/>
                <a:gd name="connsiteX34-495" fmla="*/ 3300486 w 8454400"/>
                <a:gd name="connsiteY34-496" fmla="*/ 708780 h 1520066"/>
                <a:gd name="connsiteX35-497" fmla="*/ 4213357 w 8454400"/>
                <a:gd name="connsiteY35-498" fmla="*/ 712935 h 1520066"/>
                <a:gd name="connsiteX36-499" fmla="*/ 4462699 w 8454400"/>
                <a:gd name="connsiteY36-500" fmla="*/ 1154825 h 1520066"/>
                <a:gd name="connsiteX37-501" fmla="*/ 4648321 w 8454400"/>
                <a:gd name="connsiteY37-502" fmla="*/ 1456806 h 1520066"/>
                <a:gd name="connsiteX38-503" fmla="*/ 5382034 w 8454400"/>
                <a:gd name="connsiteY38-504" fmla="*/ 911024 h 1520066"/>
                <a:gd name="connsiteX39-505" fmla="*/ 5554727 w 8454400"/>
                <a:gd name="connsiteY39-506" fmla="*/ 728634 h 1520066"/>
                <a:gd name="connsiteX40-507" fmla="*/ 5681246 w 8454400"/>
                <a:gd name="connsiteY40-508" fmla="*/ 599346 h 1520066"/>
                <a:gd name="connsiteX41-509" fmla="*/ 6613510 w 8454400"/>
                <a:gd name="connsiteY41-510" fmla="*/ 0 h 1520066"/>
                <a:gd name="connsiteX0-511" fmla="*/ 6613510 w 8415852"/>
                <a:gd name="connsiteY0-512" fmla="*/ 0 h 1520066"/>
                <a:gd name="connsiteX1-513" fmla="*/ 6625977 w 8415852"/>
                <a:gd name="connsiteY1-514" fmla="*/ 0 h 1520066"/>
                <a:gd name="connsiteX2-515" fmla="*/ 6964437 w 8415852"/>
                <a:gd name="connsiteY2-516" fmla="*/ 205015 h 1520066"/>
                <a:gd name="connsiteX3-517" fmla="*/ 7081720 w 8415852"/>
                <a:gd name="connsiteY3-518" fmla="*/ 587340 h 1520066"/>
                <a:gd name="connsiteX4-519" fmla="*/ 7221629 w 8415852"/>
                <a:gd name="connsiteY4-520" fmla="*/ 899480 h 1520066"/>
                <a:gd name="connsiteX5-521" fmla="*/ 8348876 w 8415852"/>
                <a:gd name="connsiteY5-522" fmla="*/ 665822 h 1520066"/>
                <a:gd name="connsiteX6-523" fmla="*/ 8415852 w 8415852"/>
                <a:gd name="connsiteY6-524" fmla="*/ 774648 h 1520066"/>
                <a:gd name="connsiteX7-525" fmla="*/ 7211471 w 8415852"/>
                <a:gd name="connsiteY7-526" fmla="*/ 959045 h 1520066"/>
                <a:gd name="connsiteX8-527" fmla="*/ 7023079 w 8415852"/>
                <a:gd name="connsiteY8-528" fmla="*/ 599807 h 1520066"/>
                <a:gd name="connsiteX9-529" fmla="*/ 6625054 w 8415852"/>
                <a:gd name="connsiteY9-530" fmla="*/ 60489 h 1520066"/>
                <a:gd name="connsiteX10-531" fmla="*/ 6613972 w 8415852"/>
                <a:gd name="connsiteY10-532" fmla="*/ 60489 h 1520066"/>
                <a:gd name="connsiteX11-533" fmla="*/ 5725111 w 8415852"/>
                <a:gd name="connsiteY11-534" fmla="*/ 640903 h 1520066"/>
                <a:gd name="connsiteX12-535" fmla="*/ 5596746 w 8415852"/>
                <a:gd name="connsiteY12-536" fmla="*/ 772500 h 1520066"/>
                <a:gd name="connsiteX13-537" fmla="*/ 5426824 w 8415852"/>
                <a:gd name="connsiteY13-538" fmla="*/ 951657 h 1520066"/>
                <a:gd name="connsiteX14-539" fmla="*/ 5037572 w 8415852"/>
                <a:gd name="connsiteY14-540" fmla="*/ 1342294 h 1520066"/>
                <a:gd name="connsiteX15-541" fmla="*/ 4680181 w 8415852"/>
                <a:gd name="connsiteY15-542" fmla="*/ 1520066 h 1520066"/>
                <a:gd name="connsiteX16-543" fmla="*/ 4637239 w 8415852"/>
                <a:gd name="connsiteY16-544" fmla="*/ 1515910 h 1520066"/>
                <a:gd name="connsiteX17-545" fmla="*/ 4405443 w 8415852"/>
                <a:gd name="connsiteY17-546" fmla="*/ 1172372 h 1520066"/>
                <a:gd name="connsiteX18-547" fmla="*/ 4179650 w 8415852"/>
                <a:gd name="connsiteY18-548" fmla="*/ 762803 h 1520066"/>
                <a:gd name="connsiteX19-549" fmla="*/ 3311567 w 8415852"/>
                <a:gd name="connsiteY19-550" fmla="*/ 767883 h 1520066"/>
                <a:gd name="connsiteX20-551" fmla="*/ 2360834 w 8415852"/>
                <a:gd name="connsiteY20-552" fmla="*/ 995061 h 1520066"/>
                <a:gd name="connsiteX21-553" fmla="*/ 2342497 w 8415852"/>
                <a:gd name="connsiteY21-554" fmla="*/ 992833 h 1520066"/>
                <a:gd name="connsiteX22-555" fmla="*/ 2126238 w 8415852"/>
                <a:gd name="connsiteY22-556" fmla="*/ 1040931 h 1520066"/>
                <a:gd name="connsiteX23-557" fmla="*/ 1317343 w 8415852"/>
                <a:gd name="connsiteY23-558" fmla="*/ 1114064 h 1520066"/>
                <a:gd name="connsiteX24-559" fmla="*/ 1009685 w 8415852"/>
                <a:gd name="connsiteY24-560" fmla="*/ 1102634 h 1520066"/>
                <a:gd name="connsiteX25-561" fmla="*/ 90523 w 8415852"/>
                <a:gd name="connsiteY25-562" fmla="*/ 742589 h 1520066"/>
                <a:gd name="connsiteX26-563" fmla="*/ 22895 w 8415852"/>
                <a:gd name="connsiteY26-564" fmla="*/ 281579 h 1520066"/>
                <a:gd name="connsiteX27-565" fmla="*/ 33026 w 8415852"/>
                <a:gd name="connsiteY27-566" fmla="*/ 257679 h 1520066"/>
                <a:gd name="connsiteX28-567" fmla="*/ 94142 w 8415852"/>
                <a:gd name="connsiteY28-568" fmla="*/ 257679 h 1520066"/>
                <a:gd name="connsiteX29-569" fmla="*/ 76235 w 8415852"/>
                <a:gd name="connsiteY29-570" fmla="*/ 299677 h 1520066"/>
                <a:gd name="connsiteX30-571" fmla="*/ 140053 w 8415852"/>
                <a:gd name="connsiteY30-572" fmla="*/ 715919 h 1520066"/>
                <a:gd name="connsiteX31-573" fmla="*/ 2361283 w 8415852"/>
                <a:gd name="connsiteY31-574" fmla="*/ 930232 h 1520066"/>
                <a:gd name="connsiteX32-575" fmla="*/ 2361890 w 8415852"/>
                <a:gd name="connsiteY32-576" fmla="*/ 932577 h 1520066"/>
                <a:gd name="connsiteX33-577" fmla="*/ 2418393 w 8415852"/>
                <a:gd name="connsiteY33-578" fmla="*/ 916935 h 1520066"/>
                <a:gd name="connsiteX34-579" fmla="*/ 3300486 w 8415852"/>
                <a:gd name="connsiteY34-580" fmla="*/ 708780 h 1520066"/>
                <a:gd name="connsiteX35-581" fmla="*/ 4213357 w 8415852"/>
                <a:gd name="connsiteY35-582" fmla="*/ 712935 h 1520066"/>
                <a:gd name="connsiteX36-583" fmla="*/ 4462699 w 8415852"/>
                <a:gd name="connsiteY36-584" fmla="*/ 1154825 h 1520066"/>
                <a:gd name="connsiteX37-585" fmla="*/ 4648321 w 8415852"/>
                <a:gd name="connsiteY37-586" fmla="*/ 1456806 h 1520066"/>
                <a:gd name="connsiteX38-587" fmla="*/ 5382034 w 8415852"/>
                <a:gd name="connsiteY38-588" fmla="*/ 911024 h 1520066"/>
                <a:gd name="connsiteX39-589" fmla="*/ 5554727 w 8415852"/>
                <a:gd name="connsiteY39-590" fmla="*/ 728634 h 1520066"/>
                <a:gd name="connsiteX40-591" fmla="*/ 5681246 w 8415852"/>
                <a:gd name="connsiteY40-592" fmla="*/ 599346 h 1520066"/>
                <a:gd name="connsiteX41-593" fmla="*/ 6613510 w 8415852"/>
                <a:gd name="connsiteY41-594" fmla="*/ 0 h 1520066"/>
                <a:gd name="connsiteX0-595" fmla="*/ 6613510 w 8399098"/>
                <a:gd name="connsiteY0-596" fmla="*/ 0 h 1520066"/>
                <a:gd name="connsiteX1-597" fmla="*/ 6625977 w 8399098"/>
                <a:gd name="connsiteY1-598" fmla="*/ 0 h 1520066"/>
                <a:gd name="connsiteX2-599" fmla="*/ 6964437 w 8399098"/>
                <a:gd name="connsiteY2-600" fmla="*/ 205015 h 1520066"/>
                <a:gd name="connsiteX3-601" fmla="*/ 7081720 w 8399098"/>
                <a:gd name="connsiteY3-602" fmla="*/ 587340 h 1520066"/>
                <a:gd name="connsiteX4-603" fmla="*/ 7221629 w 8399098"/>
                <a:gd name="connsiteY4-604" fmla="*/ 899480 h 1520066"/>
                <a:gd name="connsiteX5-605" fmla="*/ 8348876 w 8399098"/>
                <a:gd name="connsiteY5-606" fmla="*/ 665822 h 1520066"/>
                <a:gd name="connsiteX6-607" fmla="*/ 8399098 w 8399098"/>
                <a:gd name="connsiteY6-608" fmla="*/ 726460 h 1520066"/>
                <a:gd name="connsiteX7-609" fmla="*/ 7211471 w 8399098"/>
                <a:gd name="connsiteY7-610" fmla="*/ 959045 h 1520066"/>
                <a:gd name="connsiteX8-611" fmla="*/ 7023079 w 8399098"/>
                <a:gd name="connsiteY8-612" fmla="*/ 599807 h 1520066"/>
                <a:gd name="connsiteX9-613" fmla="*/ 6625054 w 8399098"/>
                <a:gd name="connsiteY9-614" fmla="*/ 60489 h 1520066"/>
                <a:gd name="connsiteX10-615" fmla="*/ 6613972 w 8399098"/>
                <a:gd name="connsiteY10-616" fmla="*/ 60489 h 1520066"/>
                <a:gd name="connsiteX11-617" fmla="*/ 5725111 w 8399098"/>
                <a:gd name="connsiteY11-618" fmla="*/ 640903 h 1520066"/>
                <a:gd name="connsiteX12-619" fmla="*/ 5596746 w 8399098"/>
                <a:gd name="connsiteY12-620" fmla="*/ 772500 h 1520066"/>
                <a:gd name="connsiteX13-621" fmla="*/ 5426824 w 8399098"/>
                <a:gd name="connsiteY13-622" fmla="*/ 951657 h 1520066"/>
                <a:gd name="connsiteX14-623" fmla="*/ 5037572 w 8399098"/>
                <a:gd name="connsiteY14-624" fmla="*/ 1342294 h 1520066"/>
                <a:gd name="connsiteX15-625" fmla="*/ 4680181 w 8399098"/>
                <a:gd name="connsiteY15-626" fmla="*/ 1520066 h 1520066"/>
                <a:gd name="connsiteX16-627" fmla="*/ 4637239 w 8399098"/>
                <a:gd name="connsiteY16-628" fmla="*/ 1515910 h 1520066"/>
                <a:gd name="connsiteX17-629" fmla="*/ 4405443 w 8399098"/>
                <a:gd name="connsiteY17-630" fmla="*/ 1172372 h 1520066"/>
                <a:gd name="connsiteX18-631" fmla="*/ 4179650 w 8399098"/>
                <a:gd name="connsiteY18-632" fmla="*/ 762803 h 1520066"/>
                <a:gd name="connsiteX19-633" fmla="*/ 3311567 w 8399098"/>
                <a:gd name="connsiteY19-634" fmla="*/ 767883 h 1520066"/>
                <a:gd name="connsiteX20-635" fmla="*/ 2360834 w 8399098"/>
                <a:gd name="connsiteY20-636" fmla="*/ 995061 h 1520066"/>
                <a:gd name="connsiteX21-637" fmla="*/ 2342497 w 8399098"/>
                <a:gd name="connsiteY21-638" fmla="*/ 992833 h 1520066"/>
                <a:gd name="connsiteX22-639" fmla="*/ 2126238 w 8399098"/>
                <a:gd name="connsiteY22-640" fmla="*/ 1040931 h 1520066"/>
                <a:gd name="connsiteX23-641" fmla="*/ 1317343 w 8399098"/>
                <a:gd name="connsiteY23-642" fmla="*/ 1114064 h 1520066"/>
                <a:gd name="connsiteX24-643" fmla="*/ 1009685 w 8399098"/>
                <a:gd name="connsiteY24-644" fmla="*/ 1102634 h 1520066"/>
                <a:gd name="connsiteX25-645" fmla="*/ 90523 w 8399098"/>
                <a:gd name="connsiteY25-646" fmla="*/ 742589 h 1520066"/>
                <a:gd name="connsiteX26-647" fmla="*/ 22895 w 8399098"/>
                <a:gd name="connsiteY26-648" fmla="*/ 281579 h 1520066"/>
                <a:gd name="connsiteX27-649" fmla="*/ 33026 w 8399098"/>
                <a:gd name="connsiteY27-650" fmla="*/ 257679 h 1520066"/>
                <a:gd name="connsiteX28-651" fmla="*/ 94142 w 8399098"/>
                <a:gd name="connsiteY28-652" fmla="*/ 257679 h 1520066"/>
                <a:gd name="connsiteX29-653" fmla="*/ 76235 w 8399098"/>
                <a:gd name="connsiteY29-654" fmla="*/ 299677 h 1520066"/>
                <a:gd name="connsiteX30-655" fmla="*/ 140053 w 8399098"/>
                <a:gd name="connsiteY30-656" fmla="*/ 715919 h 1520066"/>
                <a:gd name="connsiteX31-657" fmla="*/ 2361283 w 8399098"/>
                <a:gd name="connsiteY31-658" fmla="*/ 930232 h 1520066"/>
                <a:gd name="connsiteX32-659" fmla="*/ 2361890 w 8399098"/>
                <a:gd name="connsiteY32-660" fmla="*/ 932577 h 1520066"/>
                <a:gd name="connsiteX33-661" fmla="*/ 2418393 w 8399098"/>
                <a:gd name="connsiteY33-662" fmla="*/ 916935 h 1520066"/>
                <a:gd name="connsiteX34-663" fmla="*/ 3300486 w 8399098"/>
                <a:gd name="connsiteY34-664" fmla="*/ 708780 h 1520066"/>
                <a:gd name="connsiteX35-665" fmla="*/ 4213357 w 8399098"/>
                <a:gd name="connsiteY35-666" fmla="*/ 712935 h 1520066"/>
                <a:gd name="connsiteX36-667" fmla="*/ 4462699 w 8399098"/>
                <a:gd name="connsiteY36-668" fmla="*/ 1154825 h 1520066"/>
                <a:gd name="connsiteX37-669" fmla="*/ 4648321 w 8399098"/>
                <a:gd name="connsiteY37-670" fmla="*/ 1456806 h 1520066"/>
                <a:gd name="connsiteX38-671" fmla="*/ 5382034 w 8399098"/>
                <a:gd name="connsiteY38-672" fmla="*/ 911024 h 1520066"/>
                <a:gd name="connsiteX39-673" fmla="*/ 5554727 w 8399098"/>
                <a:gd name="connsiteY39-674" fmla="*/ 728634 h 1520066"/>
                <a:gd name="connsiteX40-675" fmla="*/ 5681246 w 8399098"/>
                <a:gd name="connsiteY40-676" fmla="*/ 599346 h 1520066"/>
                <a:gd name="connsiteX41-677" fmla="*/ 6613510 w 8399098"/>
                <a:gd name="connsiteY41-678" fmla="*/ 0 h 1520066"/>
                <a:gd name="connsiteX0-679" fmla="*/ 6613510 w 8399098"/>
                <a:gd name="connsiteY0-680" fmla="*/ 0 h 1520066"/>
                <a:gd name="connsiteX1-681" fmla="*/ 6625977 w 8399098"/>
                <a:gd name="connsiteY1-682" fmla="*/ 0 h 1520066"/>
                <a:gd name="connsiteX2-683" fmla="*/ 6964437 w 8399098"/>
                <a:gd name="connsiteY2-684" fmla="*/ 205015 h 1520066"/>
                <a:gd name="connsiteX3-685" fmla="*/ 7081720 w 8399098"/>
                <a:gd name="connsiteY3-686" fmla="*/ 587340 h 1520066"/>
                <a:gd name="connsiteX4-687" fmla="*/ 7221629 w 8399098"/>
                <a:gd name="connsiteY4-688" fmla="*/ 899480 h 1520066"/>
                <a:gd name="connsiteX5-689" fmla="*/ 8348876 w 8399098"/>
                <a:gd name="connsiteY5-690" fmla="*/ 665822 h 1520066"/>
                <a:gd name="connsiteX6-691" fmla="*/ 8399098 w 8399098"/>
                <a:gd name="connsiteY6-692" fmla="*/ 726460 h 1520066"/>
                <a:gd name="connsiteX7-693" fmla="*/ 7211471 w 8399098"/>
                <a:gd name="connsiteY7-694" fmla="*/ 959045 h 1520066"/>
                <a:gd name="connsiteX8-695" fmla="*/ 7023079 w 8399098"/>
                <a:gd name="connsiteY8-696" fmla="*/ 599807 h 1520066"/>
                <a:gd name="connsiteX9-697" fmla="*/ 6625054 w 8399098"/>
                <a:gd name="connsiteY9-698" fmla="*/ 60489 h 1520066"/>
                <a:gd name="connsiteX10-699" fmla="*/ 6613972 w 8399098"/>
                <a:gd name="connsiteY10-700" fmla="*/ 60489 h 1520066"/>
                <a:gd name="connsiteX11-701" fmla="*/ 5725111 w 8399098"/>
                <a:gd name="connsiteY11-702" fmla="*/ 640903 h 1520066"/>
                <a:gd name="connsiteX12-703" fmla="*/ 5596746 w 8399098"/>
                <a:gd name="connsiteY12-704" fmla="*/ 772500 h 1520066"/>
                <a:gd name="connsiteX13-705" fmla="*/ 5426824 w 8399098"/>
                <a:gd name="connsiteY13-706" fmla="*/ 951657 h 1520066"/>
                <a:gd name="connsiteX14-707" fmla="*/ 5037572 w 8399098"/>
                <a:gd name="connsiteY14-708" fmla="*/ 1342294 h 1520066"/>
                <a:gd name="connsiteX15-709" fmla="*/ 4680181 w 8399098"/>
                <a:gd name="connsiteY15-710" fmla="*/ 1520066 h 1520066"/>
                <a:gd name="connsiteX16-711" fmla="*/ 4637239 w 8399098"/>
                <a:gd name="connsiteY16-712" fmla="*/ 1515910 h 1520066"/>
                <a:gd name="connsiteX17-713" fmla="*/ 4405443 w 8399098"/>
                <a:gd name="connsiteY17-714" fmla="*/ 1172372 h 1520066"/>
                <a:gd name="connsiteX18-715" fmla="*/ 4179650 w 8399098"/>
                <a:gd name="connsiteY18-716" fmla="*/ 762803 h 1520066"/>
                <a:gd name="connsiteX19-717" fmla="*/ 3311567 w 8399098"/>
                <a:gd name="connsiteY19-718" fmla="*/ 767883 h 1520066"/>
                <a:gd name="connsiteX20-719" fmla="*/ 2360834 w 8399098"/>
                <a:gd name="connsiteY20-720" fmla="*/ 995061 h 1520066"/>
                <a:gd name="connsiteX21-721" fmla="*/ 2342497 w 8399098"/>
                <a:gd name="connsiteY21-722" fmla="*/ 992833 h 1520066"/>
                <a:gd name="connsiteX22-723" fmla="*/ 2126238 w 8399098"/>
                <a:gd name="connsiteY22-724" fmla="*/ 1040931 h 1520066"/>
                <a:gd name="connsiteX23-725" fmla="*/ 1317343 w 8399098"/>
                <a:gd name="connsiteY23-726" fmla="*/ 1114064 h 1520066"/>
                <a:gd name="connsiteX24-727" fmla="*/ 1009685 w 8399098"/>
                <a:gd name="connsiteY24-728" fmla="*/ 1102634 h 1520066"/>
                <a:gd name="connsiteX25-729" fmla="*/ 90523 w 8399098"/>
                <a:gd name="connsiteY25-730" fmla="*/ 742589 h 1520066"/>
                <a:gd name="connsiteX26-731" fmla="*/ 22895 w 8399098"/>
                <a:gd name="connsiteY26-732" fmla="*/ 281579 h 1520066"/>
                <a:gd name="connsiteX27-733" fmla="*/ 33026 w 8399098"/>
                <a:gd name="connsiteY27-734" fmla="*/ 257679 h 1520066"/>
                <a:gd name="connsiteX28-735" fmla="*/ 94142 w 8399098"/>
                <a:gd name="connsiteY28-736" fmla="*/ 257679 h 1520066"/>
                <a:gd name="connsiteX29-737" fmla="*/ 76235 w 8399098"/>
                <a:gd name="connsiteY29-738" fmla="*/ 299677 h 1520066"/>
                <a:gd name="connsiteX30-739" fmla="*/ 140053 w 8399098"/>
                <a:gd name="connsiteY30-740" fmla="*/ 715919 h 1520066"/>
                <a:gd name="connsiteX31-741" fmla="*/ 2361283 w 8399098"/>
                <a:gd name="connsiteY31-742" fmla="*/ 930232 h 1520066"/>
                <a:gd name="connsiteX32-743" fmla="*/ 2361890 w 8399098"/>
                <a:gd name="connsiteY32-744" fmla="*/ 932577 h 1520066"/>
                <a:gd name="connsiteX33-745" fmla="*/ 2418393 w 8399098"/>
                <a:gd name="connsiteY33-746" fmla="*/ 916935 h 1520066"/>
                <a:gd name="connsiteX34-747" fmla="*/ 3300486 w 8399098"/>
                <a:gd name="connsiteY34-748" fmla="*/ 708780 h 1520066"/>
                <a:gd name="connsiteX35-749" fmla="*/ 4213357 w 8399098"/>
                <a:gd name="connsiteY35-750" fmla="*/ 712935 h 1520066"/>
                <a:gd name="connsiteX36-751" fmla="*/ 4462699 w 8399098"/>
                <a:gd name="connsiteY36-752" fmla="*/ 1154825 h 1520066"/>
                <a:gd name="connsiteX37-753" fmla="*/ 4648321 w 8399098"/>
                <a:gd name="connsiteY37-754" fmla="*/ 1456806 h 1520066"/>
                <a:gd name="connsiteX38-755" fmla="*/ 5382034 w 8399098"/>
                <a:gd name="connsiteY38-756" fmla="*/ 911024 h 1520066"/>
                <a:gd name="connsiteX39-757" fmla="*/ 5554727 w 8399098"/>
                <a:gd name="connsiteY39-758" fmla="*/ 728634 h 1520066"/>
                <a:gd name="connsiteX40-759" fmla="*/ 5681246 w 8399098"/>
                <a:gd name="connsiteY40-760" fmla="*/ 599346 h 1520066"/>
                <a:gd name="connsiteX41-761" fmla="*/ 6613510 w 8399098"/>
                <a:gd name="connsiteY41-762" fmla="*/ 0 h 1520066"/>
                <a:gd name="connsiteX0-763" fmla="*/ 6613510 w 8393514"/>
                <a:gd name="connsiteY0-764" fmla="*/ 0 h 1520066"/>
                <a:gd name="connsiteX1-765" fmla="*/ 6625977 w 8393514"/>
                <a:gd name="connsiteY1-766" fmla="*/ 0 h 1520066"/>
                <a:gd name="connsiteX2-767" fmla="*/ 6964437 w 8393514"/>
                <a:gd name="connsiteY2-768" fmla="*/ 205015 h 1520066"/>
                <a:gd name="connsiteX3-769" fmla="*/ 7081720 w 8393514"/>
                <a:gd name="connsiteY3-770" fmla="*/ 587340 h 1520066"/>
                <a:gd name="connsiteX4-771" fmla="*/ 7221629 w 8393514"/>
                <a:gd name="connsiteY4-772" fmla="*/ 899480 h 1520066"/>
                <a:gd name="connsiteX5-773" fmla="*/ 8348876 w 8393514"/>
                <a:gd name="connsiteY5-774" fmla="*/ 665822 h 1520066"/>
                <a:gd name="connsiteX6-775" fmla="*/ 8393514 w 8393514"/>
                <a:gd name="connsiteY6-776" fmla="*/ 714412 h 1520066"/>
                <a:gd name="connsiteX7-777" fmla="*/ 7211471 w 8393514"/>
                <a:gd name="connsiteY7-778" fmla="*/ 959045 h 1520066"/>
                <a:gd name="connsiteX8-779" fmla="*/ 7023079 w 8393514"/>
                <a:gd name="connsiteY8-780" fmla="*/ 599807 h 1520066"/>
                <a:gd name="connsiteX9-781" fmla="*/ 6625054 w 8393514"/>
                <a:gd name="connsiteY9-782" fmla="*/ 60489 h 1520066"/>
                <a:gd name="connsiteX10-783" fmla="*/ 6613972 w 8393514"/>
                <a:gd name="connsiteY10-784" fmla="*/ 60489 h 1520066"/>
                <a:gd name="connsiteX11-785" fmla="*/ 5725111 w 8393514"/>
                <a:gd name="connsiteY11-786" fmla="*/ 640903 h 1520066"/>
                <a:gd name="connsiteX12-787" fmla="*/ 5596746 w 8393514"/>
                <a:gd name="connsiteY12-788" fmla="*/ 772500 h 1520066"/>
                <a:gd name="connsiteX13-789" fmla="*/ 5426824 w 8393514"/>
                <a:gd name="connsiteY13-790" fmla="*/ 951657 h 1520066"/>
                <a:gd name="connsiteX14-791" fmla="*/ 5037572 w 8393514"/>
                <a:gd name="connsiteY14-792" fmla="*/ 1342294 h 1520066"/>
                <a:gd name="connsiteX15-793" fmla="*/ 4680181 w 8393514"/>
                <a:gd name="connsiteY15-794" fmla="*/ 1520066 h 1520066"/>
                <a:gd name="connsiteX16-795" fmla="*/ 4637239 w 8393514"/>
                <a:gd name="connsiteY16-796" fmla="*/ 1515910 h 1520066"/>
                <a:gd name="connsiteX17-797" fmla="*/ 4405443 w 8393514"/>
                <a:gd name="connsiteY17-798" fmla="*/ 1172372 h 1520066"/>
                <a:gd name="connsiteX18-799" fmla="*/ 4179650 w 8393514"/>
                <a:gd name="connsiteY18-800" fmla="*/ 762803 h 1520066"/>
                <a:gd name="connsiteX19-801" fmla="*/ 3311567 w 8393514"/>
                <a:gd name="connsiteY19-802" fmla="*/ 767883 h 1520066"/>
                <a:gd name="connsiteX20-803" fmla="*/ 2360834 w 8393514"/>
                <a:gd name="connsiteY20-804" fmla="*/ 995061 h 1520066"/>
                <a:gd name="connsiteX21-805" fmla="*/ 2342497 w 8393514"/>
                <a:gd name="connsiteY21-806" fmla="*/ 992833 h 1520066"/>
                <a:gd name="connsiteX22-807" fmla="*/ 2126238 w 8393514"/>
                <a:gd name="connsiteY22-808" fmla="*/ 1040931 h 1520066"/>
                <a:gd name="connsiteX23-809" fmla="*/ 1317343 w 8393514"/>
                <a:gd name="connsiteY23-810" fmla="*/ 1114064 h 1520066"/>
                <a:gd name="connsiteX24-811" fmla="*/ 1009685 w 8393514"/>
                <a:gd name="connsiteY24-812" fmla="*/ 1102634 h 1520066"/>
                <a:gd name="connsiteX25-813" fmla="*/ 90523 w 8393514"/>
                <a:gd name="connsiteY25-814" fmla="*/ 742589 h 1520066"/>
                <a:gd name="connsiteX26-815" fmla="*/ 22895 w 8393514"/>
                <a:gd name="connsiteY26-816" fmla="*/ 281579 h 1520066"/>
                <a:gd name="connsiteX27-817" fmla="*/ 33026 w 8393514"/>
                <a:gd name="connsiteY27-818" fmla="*/ 257679 h 1520066"/>
                <a:gd name="connsiteX28-819" fmla="*/ 94142 w 8393514"/>
                <a:gd name="connsiteY28-820" fmla="*/ 257679 h 1520066"/>
                <a:gd name="connsiteX29-821" fmla="*/ 76235 w 8393514"/>
                <a:gd name="connsiteY29-822" fmla="*/ 299677 h 1520066"/>
                <a:gd name="connsiteX30-823" fmla="*/ 140053 w 8393514"/>
                <a:gd name="connsiteY30-824" fmla="*/ 715919 h 1520066"/>
                <a:gd name="connsiteX31-825" fmla="*/ 2361283 w 8393514"/>
                <a:gd name="connsiteY31-826" fmla="*/ 930232 h 1520066"/>
                <a:gd name="connsiteX32-827" fmla="*/ 2361890 w 8393514"/>
                <a:gd name="connsiteY32-828" fmla="*/ 932577 h 1520066"/>
                <a:gd name="connsiteX33-829" fmla="*/ 2418393 w 8393514"/>
                <a:gd name="connsiteY33-830" fmla="*/ 916935 h 1520066"/>
                <a:gd name="connsiteX34-831" fmla="*/ 3300486 w 8393514"/>
                <a:gd name="connsiteY34-832" fmla="*/ 708780 h 1520066"/>
                <a:gd name="connsiteX35-833" fmla="*/ 4213357 w 8393514"/>
                <a:gd name="connsiteY35-834" fmla="*/ 712935 h 1520066"/>
                <a:gd name="connsiteX36-835" fmla="*/ 4462699 w 8393514"/>
                <a:gd name="connsiteY36-836" fmla="*/ 1154825 h 1520066"/>
                <a:gd name="connsiteX37-837" fmla="*/ 4648321 w 8393514"/>
                <a:gd name="connsiteY37-838" fmla="*/ 1456806 h 1520066"/>
                <a:gd name="connsiteX38-839" fmla="*/ 5382034 w 8393514"/>
                <a:gd name="connsiteY38-840" fmla="*/ 911024 h 1520066"/>
                <a:gd name="connsiteX39-841" fmla="*/ 5554727 w 8393514"/>
                <a:gd name="connsiteY39-842" fmla="*/ 728634 h 1520066"/>
                <a:gd name="connsiteX40-843" fmla="*/ 5681246 w 8393514"/>
                <a:gd name="connsiteY40-844" fmla="*/ 599346 h 1520066"/>
                <a:gd name="connsiteX41-845" fmla="*/ 6613510 w 8393514"/>
                <a:gd name="connsiteY41-846" fmla="*/ 0 h 1520066"/>
                <a:gd name="connsiteX0-847" fmla="*/ 6613510 w 8393514"/>
                <a:gd name="connsiteY0-848" fmla="*/ 0 h 1520066"/>
                <a:gd name="connsiteX1-849" fmla="*/ 6625977 w 8393514"/>
                <a:gd name="connsiteY1-850" fmla="*/ 0 h 1520066"/>
                <a:gd name="connsiteX2-851" fmla="*/ 6964437 w 8393514"/>
                <a:gd name="connsiteY2-852" fmla="*/ 205015 h 1520066"/>
                <a:gd name="connsiteX3-853" fmla="*/ 7062175 w 8393514"/>
                <a:gd name="connsiteY3-854" fmla="*/ 575294 h 1520066"/>
                <a:gd name="connsiteX4-855" fmla="*/ 7221629 w 8393514"/>
                <a:gd name="connsiteY4-856" fmla="*/ 899480 h 1520066"/>
                <a:gd name="connsiteX5-857" fmla="*/ 8348876 w 8393514"/>
                <a:gd name="connsiteY5-858" fmla="*/ 665822 h 1520066"/>
                <a:gd name="connsiteX6-859" fmla="*/ 8393514 w 8393514"/>
                <a:gd name="connsiteY6-860" fmla="*/ 714412 h 1520066"/>
                <a:gd name="connsiteX7-861" fmla="*/ 7211471 w 8393514"/>
                <a:gd name="connsiteY7-862" fmla="*/ 959045 h 1520066"/>
                <a:gd name="connsiteX8-863" fmla="*/ 7023079 w 8393514"/>
                <a:gd name="connsiteY8-864" fmla="*/ 599807 h 1520066"/>
                <a:gd name="connsiteX9-865" fmla="*/ 6625054 w 8393514"/>
                <a:gd name="connsiteY9-866" fmla="*/ 60489 h 1520066"/>
                <a:gd name="connsiteX10-867" fmla="*/ 6613972 w 8393514"/>
                <a:gd name="connsiteY10-868" fmla="*/ 60489 h 1520066"/>
                <a:gd name="connsiteX11-869" fmla="*/ 5725111 w 8393514"/>
                <a:gd name="connsiteY11-870" fmla="*/ 640903 h 1520066"/>
                <a:gd name="connsiteX12-871" fmla="*/ 5596746 w 8393514"/>
                <a:gd name="connsiteY12-872" fmla="*/ 772500 h 1520066"/>
                <a:gd name="connsiteX13-873" fmla="*/ 5426824 w 8393514"/>
                <a:gd name="connsiteY13-874" fmla="*/ 951657 h 1520066"/>
                <a:gd name="connsiteX14-875" fmla="*/ 5037572 w 8393514"/>
                <a:gd name="connsiteY14-876" fmla="*/ 1342294 h 1520066"/>
                <a:gd name="connsiteX15-877" fmla="*/ 4680181 w 8393514"/>
                <a:gd name="connsiteY15-878" fmla="*/ 1520066 h 1520066"/>
                <a:gd name="connsiteX16-879" fmla="*/ 4637239 w 8393514"/>
                <a:gd name="connsiteY16-880" fmla="*/ 1515910 h 1520066"/>
                <a:gd name="connsiteX17-881" fmla="*/ 4405443 w 8393514"/>
                <a:gd name="connsiteY17-882" fmla="*/ 1172372 h 1520066"/>
                <a:gd name="connsiteX18-883" fmla="*/ 4179650 w 8393514"/>
                <a:gd name="connsiteY18-884" fmla="*/ 762803 h 1520066"/>
                <a:gd name="connsiteX19-885" fmla="*/ 3311567 w 8393514"/>
                <a:gd name="connsiteY19-886" fmla="*/ 767883 h 1520066"/>
                <a:gd name="connsiteX20-887" fmla="*/ 2360834 w 8393514"/>
                <a:gd name="connsiteY20-888" fmla="*/ 995061 h 1520066"/>
                <a:gd name="connsiteX21-889" fmla="*/ 2342497 w 8393514"/>
                <a:gd name="connsiteY21-890" fmla="*/ 992833 h 1520066"/>
                <a:gd name="connsiteX22-891" fmla="*/ 2126238 w 8393514"/>
                <a:gd name="connsiteY22-892" fmla="*/ 1040931 h 1520066"/>
                <a:gd name="connsiteX23-893" fmla="*/ 1317343 w 8393514"/>
                <a:gd name="connsiteY23-894" fmla="*/ 1114064 h 1520066"/>
                <a:gd name="connsiteX24-895" fmla="*/ 1009685 w 8393514"/>
                <a:gd name="connsiteY24-896" fmla="*/ 1102634 h 1520066"/>
                <a:gd name="connsiteX25-897" fmla="*/ 90523 w 8393514"/>
                <a:gd name="connsiteY25-898" fmla="*/ 742589 h 1520066"/>
                <a:gd name="connsiteX26-899" fmla="*/ 22895 w 8393514"/>
                <a:gd name="connsiteY26-900" fmla="*/ 281579 h 1520066"/>
                <a:gd name="connsiteX27-901" fmla="*/ 33026 w 8393514"/>
                <a:gd name="connsiteY27-902" fmla="*/ 257679 h 1520066"/>
                <a:gd name="connsiteX28-903" fmla="*/ 94142 w 8393514"/>
                <a:gd name="connsiteY28-904" fmla="*/ 257679 h 1520066"/>
                <a:gd name="connsiteX29-905" fmla="*/ 76235 w 8393514"/>
                <a:gd name="connsiteY29-906" fmla="*/ 299677 h 1520066"/>
                <a:gd name="connsiteX30-907" fmla="*/ 140053 w 8393514"/>
                <a:gd name="connsiteY30-908" fmla="*/ 715919 h 1520066"/>
                <a:gd name="connsiteX31-909" fmla="*/ 2361283 w 8393514"/>
                <a:gd name="connsiteY31-910" fmla="*/ 930232 h 1520066"/>
                <a:gd name="connsiteX32-911" fmla="*/ 2361890 w 8393514"/>
                <a:gd name="connsiteY32-912" fmla="*/ 932577 h 1520066"/>
                <a:gd name="connsiteX33-913" fmla="*/ 2418393 w 8393514"/>
                <a:gd name="connsiteY33-914" fmla="*/ 916935 h 1520066"/>
                <a:gd name="connsiteX34-915" fmla="*/ 3300486 w 8393514"/>
                <a:gd name="connsiteY34-916" fmla="*/ 708780 h 1520066"/>
                <a:gd name="connsiteX35-917" fmla="*/ 4213357 w 8393514"/>
                <a:gd name="connsiteY35-918" fmla="*/ 712935 h 1520066"/>
                <a:gd name="connsiteX36-919" fmla="*/ 4462699 w 8393514"/>
                <a:gd name="connsiteY36-920" fmla="*/ 1154825 h 1520066"/>
                <a:gd name="connsiteX37-921" fmla="*/ 4648321 w 8393514"/>
                <a:gd name="connsiteY37-922" fmla="*/ 1456806 h 1520066"/>
                <a:gd name="connsiteX38-923" fmla="*/ 5382034 w 8393514"/>
                <a:gd name="connsiteY38-924" fmla="*/ 911024 h 1520066"/>
                <a:gd name="connsiteX39-925" fmla="*/ 5554727 w 8393514"/>
                <a:gd name="connsiteY39-926" fmla="*/ 728634 h 1520066"/>
                <a:gd name="connsiteX40-927" fmla="*/ 5681246 w 8393514"/>
                <a:gd name="connsiteY40-928" fmla="*/ 599346 h 1520066"/>
                <a:gd name="connsiteX41-929" fmla="*/ 6613510 w 8393514"/>
                <a:gd name="connsiteY41-930" fmla="*/ 0 h 1520066"/>
                <a:gd name="connsiteX0-931" fmla="*/ 6613510 w 8393514"/>
                <a:gd name="connsiteY0-932" fmla="*/ 13848 h 1533914"/>
                <a:gd name="connsiteX1-933" fmla="*/ 6625977 w 8393514"/>
                <a:gd name="connsiteY1-934" fmla="*/ 13848 h 1533914"/>
                <a:gd name="connsiteX2-935" fmla="*/ 6972814 w 8393514"/>
                <a:gd name="connsiteY2-936" fmla="*/ 200793 h 1533914"/>
                <a:gd name="connsiteX3-937" fmla="*/ 7062175 w 8393514"/>
                <a:gd name="connsiteY3-938" fmla="*/ 589142 h 1533914"/>
                <a:gd name="connsiteX4-939" fmla="*/ 7221629 w 8393514"/>
                <a:gd name="connsiteY4-940" fmla="*/ 913328 h 1533914"/>
                <a:gd name="connsiteX5-941" fmla="*/ 8348876 w 8393514"/>
                <a:gd name="connsiteY5-942" fmla="*/ 679670 h 1533914"/>
                <a:gd name="connsiteX6-943" fmla="*/ 8393514 w 8393514"/>
                <a:gd name="connsiteY6-944" fmla="*/ 728260 h 1533914"/>
                <a:gd name="connsiteX7-945" fmla="*/ 7211471 w 8393514"/>
                <a:gd name="connsiteY7-946" fmla="*/ 972893 h 1533914"/>
                <a:gd name="connsiteX8-947" fmla="*/ 7023079 w 8393514"/>
                <a:gd name="connsiteY8-948" fmla="*/ 613655 h 1533914"/>
                <a:gd name="connsiteX9-949" fmla="*/ 6625054 w 8393514"/>
                <a:gd name="connsiteY9-950" fmla="*/ 74337 h 1533914"/>
                <a:gd name="connsiteX10-951" fmla="*/ 6613972 w 8393514"/>
                <a:gd name="connsiteY10-952" fmla="*/ 74337 h 1533914"/>
                <a:gd name="connsiteX11-953" fmla="*/ 5725111 w 8393514"/>
                <a:gd name="connsiteY11-954" fmla="*/ 654751 h 1533914"/>
                <a:gd name="connsiteX12-955" fmla="*/ 5596746 w 8393514"/>
                <a:gd name="connsiteY12-956" fmla="*/ 786348 h 1533914"/>
                <a:gd name="connsiteX13-957" fmla="*/ 5426824 w 8393514"/>
                <a:gd name="connsiteY13-958" fmla="*/ 965505 h 1533914"/>
                <a:gd name="connsiteX14-959" fmla="*/ 5037572 w 8393514"/>
                <a:gd name="connsiteY14-960" fmla="*/ 1356142 h 1533914"/>
                <a:gd name="connsiteX15-961" fmla="*/ 4680181 w 8393514"/>
                <a:gd name="connsiteY15-962" fmla="*/ 1533914 h 1533914"/>
                <a:gd name="connsiteX16-963" fmla="*/ 4637239 w 8393514"/>
                <a:gd name="connsiteY16-964" fmla="*/ 1529758 h 1533914"/>
                <a:gd name="connsiteX17-965" fmla="*/ 4405443 w 8393514"/>
                <a:gd name="connsiteY17-966" fmla="*/ 1186220 h 1533914"/>
                <a:gd name="connsiteX18-967" fmla="*/ 4179650 w 8393514"/>
                <a:gd name="connsiteY18-968" fmla="*/ 776651 h 1533914"/>
                <a:gd name="connsiteX19-969" fmla="*/ 3311567 w 8393514"/>
                <a:gd name="connsiteY19-970" fmla="*/ 781731 h 1533914"/>
                <a:gd name="connsiteX20-971" fmla="*/ 2360834 w 8393514"/>
                <a:gd name="connsiteY20-972" fmla="*/ 1008909 h 1533914"/>
                <a:gd name="connsiteX21-973" fmla="*/ 2342497 w 8393514"/>
                <a:gd name="connsiteY21-974" fmla="*/ 1006681 h 1533914"/>
                <a:gd name="connsiteX22-975" fmla="*/ 2126238 w 8393514"/>
                <a:gd name="connsiteY22-976" fmla="*/ 1054779 h 1533914"/>
                <a:gd name="connsiteX23-977" fmla="*/ 1317343 w 8393514"/>
                <a:gd name="connsiteY23-978" fmla="*/ 1127912 h 1533914"/>
                <a:gd name="connsiteX24-979" fmla="*/ 1009685 w 8393514"/>
                <a:gd name="connsiteY24-980" fmla="*/ 1116482 h 1533914"/>
                <a:gd name="connsiteX25-981" fmla="*/ 90523 w 8393514"/>
                <a:gd name="connsiteY25-982" fmla="*/ 756437 h 1533914"/>
                <a:gd name="connsiteX26-983" fmla="*/ 22895 w 8393514"/>
                <a:gd name="connsiteY26-984" fmla="*/ 295427 h 1533914"/>
                <a:gd name="connsiteX27-985" fmla="*/ 33026 w 8393514"/>
                <a:gd name="connsiteY27-986" fmla="*/ 271527 h 1533914"/>
                <a:gd name="connsiteX28-987" fmla="*/ 94142 w 8393514"/>
                <a:gd name="connsiteY28-988" fmla="*/ 271527 h 1533914"/>
                <a:gd name="connsiteX29-989" fmla="*/ 76235 w 8393514"/>
                <a:gd name="connsiteY29-990" fmla="*/ 313525 h 1533914"/>
                <a:gd name="connsiteX30-991" fmla="*/ 140053 w 8393514"/>
                <a:gd name="connsiteY30-992" fmla="*/ 729767 h 1533914"/>
                <a:gd name="connsiteX31-993" fmla="*/ 2361283 w 8393514"/>
                <a:gd name="connsiteY31-994" fmla="*/ 944080 h 1533914"/>
                <a:gd name="connsiteX32-995" fmla="*/ 2361890 w 8393514"/>
                <a:gd name="connsiteY32-996" fmla="*/ 946425 h 1533914"/>
                <a:gd name="connsiteX33-997" fmla="*/ 2418393 w 8393514"/>
                <a:gd name="connsiteY33-998" fmla="*/ 930783 h 1533914"/>
                <a:gd name="connsiteX34-999" fmla="*/ 3300486 w 8393514"/>
                <a:gd name="connsiteY34-1000" fmla="*/ 722628 h 1533914"/>
                <a:gd name="connsiteX35-1001" fmla="*/ 4213357 w 8393514"/>
                <a:gd name="connsiteY35-1002" fmla="*/ 726783 h 1533914"/>
                <a:gd name="connsiteX36-1003" fmla="*/ 4462699 w 8393514"/>
                <a:gd name="connsiteY36-1004" fmla="*/ 1168673 h 1533914"/>
                <a:gd name="connsiteX37-1005" fmla="*/ 4648321 w 8393514"/>
                <a:gd name="connsiteY37-1006" fmla="*/ 1470654 h 1533914"/>
                <a:gd name="connsiteX38-1007" fmla="*/ 5382034 w 8393514"/>
                <a:gd name="connsiteY38-1008" fmla="*/ 924872 h 1533914"/>
                <a:gd name="connsiteX39-1009" fmla="*/ 5554727 w 8393514"/>
                <a:gd name="connsiteY39-1010" fmla="*/ 742482 h 1533914"/>
                <a:gd name="connsiteX40-1011" fmla="*/ 5681246 w 8393514"/>
                <a:gd name="connsiteY40-1012" fmla="*/ 613194 h 1533914"/>
                <a:gd name="connsiteX41-1013" fmla="*/ 6613510 w 8393514"/>
                <a:gd name="connsiteY41-1014" fmla="*/ 13848 h 1533914"/>
                <a:gd name="connsiteX0-1015" fmla="*/ 6613510 w 8393514"/>
                <a:gd name="connsiteY0-1016" fmla="*/ 12957 h 1533023"/>
                <a:gd name="connsiteX1-1017" fmla="*/ 6625977 w 8393514"/>
                <a:gd name="connsiteY1-1018" fmla="*/ 12957 h 1533023"/>
                <a:gd name="connsiteX2-1019" fmla="*/ 6944892 w 8393514"/>
                <a:gd name="connsiteY2-1020" fmla="*/ 187853 h 1533023"/>
                <a:gd name="connsiteX3-1021" fmla="*/ 7062175 w 8393514"/>
                <a:gd name="connsiteY3-1022" fmla="*/ 588251 h 1533023"/>
                <a:gd name="connsiteX4-1023" fmla="*/ 7221629 w 8393514"/>
                <a:gd name="connsiteY4-1024" fmla="*/ 912437 h 1533023"/>
                <a:gd name="connsiteX5-1025" fmla="*/ 8348876 w 8393514"/>
                <a:gd name="connsiteY5-1026" fmla="*/ 678779 h 1533023"/>
                <a:gd name="connsiteX6-1027" fmla="*/ 8393514 w 8393514"/>
                <a:gd name="connsiteY6-1028" fmla="*/ 727369 h 1533023"/>
                <a:gd name="connsiteX7-1029" fmla="*/ 7211471 w 8393514"/>
                <a:gd name="connsiteY7-1030" fmla="*/ 972002 h 1533023"/>
                <a:gd name="connsiteX8-1031" fmla="*/ 7023079 w 8393514"/>
                <a:gd name="connsiteY8-1032" fmla="*/ 612764 h 1533023"/>
                <a:gd name="connsiteX9-1033" fmla="*/ 6625054 w 8393514"/>
                <a:gd name="connsiteY9-1034" fmla="*/ 73446 h 1533023"/>
                <a:gd name="connsiteX10-1035" fmla="*/ 6613972 w 8393514"/>
                <a:gd name="connsiteY10-1036" fmla="*/ 73446 h 1533023"/>
                <a:gd name="connsiteX11-1037" fmla="*/ 5725111 w 8393514"/>
                <a:gd name="connsiteY11-1038" fmla="*/ 653860 h 1533023"/>
                <a:gd name="connsiteX12-1039" fmla="*/ 5596746 w 8393514"/>
                <a:gd name="connsiteY12-1040" fmla="*/ 785457 h 1533023"/>
                <a:gd name="connsiteX13-1041" fmla="*/ 5426824 w 8393514"/>
                <a:gd name="connsiteY13-1042" fmla="*/ 964614 h 1533023"/>
                <a:gd name="connsiteX14-1043" fmla="*/ 5037572 w 8393514"/>
                <a:gd name="connsiteY14-1044" fmla="*/ 1355251 h 1533023"/>
                <a:gd name="connsiteX15-1045" fmla="*/ 4680181 w 8393514"/>
                <a:gd name="connsiteY15-1046" fmla="*/ 1533023 h 1533023"/>
                <a:gd name="connsiteX16-1047" fmla="*/ 4637239 w 8393514"/>
                <a:gd name="connsiteY16-1048" fmla="*/ 1528867 h 1533023"/>
                <a:gd name="connsiteX17-1049" fmla="*/ 4405443 w 8393514"/>
                <a:gd name="connsiteY17-1050" fmla="*/ 1185329 h 1533023"/>
                <a:gd name="connsiteX18-1051" fmla="*/ 4179650 w 8393514"/>
                <a:gd name="connsiteY18-1052" fmla="*/ 775760 h 1533023"/>
                <a:gd name="connsiteX19-1053" fmla="*/ 3311567 w 8393514"/>
                <a:gd name="connsiteY19-1054" fmla="*/ 780840 h 1533023"/>
                <a:gd name="connsiteX20-1055" fmla="*/ 2360834 w 8393514"/>
                <a:gd name="connsiteY20-1056" fmla="*/ 1008018 h 1533023"/>
                <a:gd name="connsiteX21-1057" fmla="*/ 2342497 w 8393514"/>
                <a:gd name="connsiteY21-1058" fmla="*/ 1005790 h 1533023"/>
                <a:gd name="connsiteX22-1059" fmla="*/ 2126238 w 8393514"/>
                <a:gd name="connsiteY22-1060" fmla="*/ 1053888 h 1533023"/>
                <a:gd name="connsiteX23-1061" fmla="*/ 1317343 w 8393514"/>
                <a:gd name="connsiteY23-1062" fmla="*/ 1127021 h 1533023"/>
                <a:gd name="connsiteX24-1063" fmla="*/ 1009685 w 8393514"/>
                <a:gd name="connsiteY24-1064" fmla="*/ 1115591 h 1533023"/>
                <a:gd name="connsiteX25-1065" fmla="*/ 90523 w 8393514"/>
                <a:gd name="connsiteY25-1066" fmla="*/ 755546 h 1533023"/>
                <a:gd name="connsiteX26-1067" fmla="*/ 22895 w 8393514"/>
                <a:gd name="connsiteY26-1068" fmla="*/ 294536 h 1533023"/>
                <a:gd name="connsiteX27-1069" fmla="*/ 33026 w 8393514"/>
                <a:gd name="connsiteY27-1070" fmla="*/ 270636 h 1533023"/>
                <a:gd name="connsiteX28-1071" fmla="*/ 94142 w 8393514"/>
                <a:gd name="connsiteY28-1072" fmla="*/ 270636 h 1533023"/>
                <a:gd name="connsiteX29-1073" fmla="*/ 76235 w 8393514"/>
                <a:gd name="connsiteY29-1074" fmla="*/ 312634 h 1533023"/>
                <a:gd name="connsiteX30-1075" fmla="*/ 140053 w 8393514"/>
                <a:gd name="connsiteY30-1076" fmla="*/ 728876 h 1533023"/>
                <a:gd name="connsiteX31-1077" fmla="*/ 2361283 w 8393514"/>
                <a:gd name="connsiteY31-1078" fmla="*/ 943189 h 1533023"/>
                <a:gd name="connsiteX32-1079" fmla="*/ 2361890 w 8393514"/>
                <a:gd name="connsiteY32-1080" fmla="*/ 945534 h 1533023"/>
                <a:gd name="connsiteX33-1081" fmla="*/ 2418393 w 8393514"/>
                <a:gd name="connsiteY33-1082" fmla="*/ 929892 h 1533023"/>
                <a:gd name="connsiteX34-1083" fmla="*/ 3300486 w 8393514"/>
                <a:gd name="connsiteY34-1084" fmla="*/ 721737 h 1533023"/>
                <a:gd name="connsiteX35-1085" fmla="*/ 4213357 w 8393514"/>
                <a:gd name="connsiteY35-1086" fmla="*/ 725892 h 1533023"/>
                <a:gd name="connsiteX36-1087" fmla="*/ 4462699 w 8393514"/>
                <a:gd name="connsiteY36-1088" fmla="*/ 1167782 h 1533023"/>
                <a:gd name="connsiteX37-1089" fmla="*/ 4648321 w 8393514"/>
                <a:gd name="connsiteY37-1090" fmla="*/ 1469763 h 1533023"/>
                <a:gd name="connsiteX38-1091" fmla="*/ 5382034 w 8393514"/>
                <a:gd name="connsiteY38-1092" fmla="*/ 923981 h 1533023"/>
                <a:gd name="connsiteX39-1093" fmla="*/ 5554727 w 8393514"/>
                <a:gd name="connsiteY39-1094" fmla="*/ 741591 h 1533023"/>
                <a:gd name="connsiteX40-1095" fmla="*/ 5681246 w 8393514"/>
                <a:gd name="connsiteY40-1096" fmla="*/ 612303 h 1533023"/>
                <a:gd name="connsiteX41-1097" fmla="*/ 6613510 w 8393514"/>
                <a:gd name="connsiteY41-1098" fmla="*/ 12957 h 1533023"/>
                <a:gd name="connsiteX0-1099" fmla="*/ 6613510 w 8393514"/>
                <a:gd name="connsiteY0-1100" fmla="*/ 12955 h 1533021"/>
                <a:gd name="connsiteX1-1101" fmla="*/ 6625977 w 8393514"/>
                <a:gd name="connsiteY1-1102" fmla="*/ 12955 h 1533021"/>
                <a:gd name="connsiteX2-1103" fmla="*/ 6944892 w 8393514"/>
                <a:gd name="connsiteY2-1104" fmla="*/ 187851 h 1533021"/>
                <a:gd name="connsiteX3-1105" fmla="*/ 7062175 w 8393514"/>
                <a:gd name="connsiteY3-1106" fmla="*/ 588249 h 1533021"/>
                <a:gd name="connsiteX4-1107" fmla="*/ 7221629 w 8393514"/>
                <a:gd name="connsiteY4-1108" fmla="*/ 912435 h 1533021"/>
                <a:gd name="connsiteX5-1109" fmla="*/ 8348876 w 8393514"/>
                <a:gd name="connsiteY5-1110" fmla="*/ 678777 h 1533021"/>
                <a:gd name="connsiteX6-1111" fmla="*/ 8393514 w 8393514"/>
                <a:gd name="connsiteY6-1112" fmla="*/ 727367 h 1533021"/>
                <a:gd name="connsiteX7-1113" fmla="*/ 7211471 w 8393514"/>
                <a:gd name="connsiteY7-1114" fmla="*/ 972000 h 1533021"/>
                <a:gd name="connsiteX8-1115" fmla="*/ 7023079 w 8393514"/>
                <a:gd name="connsiteY8-1116" fmla="*/ 612762 h 1533021"/>
                <a:gd name="connsiteX9-1117" fmla="*/ 6625054 w 8393514"/>
                <a:gd name="connsiteY9-1118" fmla="*/ 73444 h 1533021"/>
                <a:gd name="connsiteX10-1119" fmla="*/ 6613972 w 8393514"/>
                <a:gd name="connsiteY10-1120" fmla="*/ 73444 h 1533021"/>
                <a:gd name="connsiteX11-1121" fmla="*/ 5725111 w 8393514"/>
                <a:gd name="connsiteY11-1122" fmla="*/ 653858 h 1533021"/>
                <a:gd name="connsiteX12-1123" fmla="*/ 5596746 w 8393514"/>
                <a:gd name="connsiteY12-1124" fmla="*/ 785455 h 1533021"/>
                <a:gd name="connsiteX13-1125" fmla="*/ 5426824 w 8393514"/>
                <a:gd name="connsiteY13-1126" fmla="*/ 964612 h 1533021"/>
                <a:gd name="connsiteX14-1127" fmla="*/ 5037572 w 8393514"/>
                <a:gd name="connsiteY14-1128" fmla="*/ 1355249 h 1533021"/>
                <a:gd name="connsiteX15-1129" fmla="*/ 4680181 w 8393514"/>
                <a:gd name="connsiteY15-1130" fmla="*/ 1533021 h 1533021"/>
                <a:gd name="connsiteX16-1131" fmla="*/ 4637239 w 8393514"/>
                <a:gd name="connsiteY16-1132" fmla="*/ 1528865 h 1533021"/>
                <a:gd name="connsiteX17-1133" fmla="*/ 4405443 w 8393514"/>
                <a:gd name="connsiteY17-1134" fmla="*/ 1185327 h 1533021"/>
                <a:gd name="connsiteX18-1135" fmla="*/ 4179650 w 8393514"/>
                <a:gd name="connsiteY18-1136" fmla="*/ 775758 h 1533021"/>
                <a:gd name="connsiteX19-1137" fmla="*/ 3311567 w 8393514"/>
                <a:gd name="connsiteY19-1138" fmla="*/ 780838 h 1533021"/>
                <a:gd name="connsiteX20-1139" fmla="*/ 2360834 w 8393514"/>
                <a:gd name="connsiteY20-1140" fmla="*/ 1008016 h 1533021"/>
                <a:gd name="connsiteX21-1141" fmla="*/ 2342497 w 8393514"/>
                <a:gd name="connsiteY21-1142" fmla="*/ 1005788 h 1533021"/>
                <a:gd name="connsiteX22-1143" fmla="*/ 2126238 w 8393514"/>
                <a:gd name="connsiteY22-1144" fmla="*/ 1053886 h 1533021"/>
                <a:gd name="connsiteX23-1145" fmla="*/ 1317343 w 8393514"/>
                <a:gd name="connsiteY23-1146" fmla="*/ 1127019 h 1533021"/>
                <a:gd name="connsiteX24-1147" fmla="*/ 1009685 w 8393514"/>
                <a:gd name="connsiteY24-1148" fmla="*/ 1115589 h 1533021"/>
                <a:gd name="connsiteX25-1149" fmla="*/ 90523 w 8393514"/>
                <a:gd name="connsiteY25-1150" fmla="*/ 755544 h 1533021"/>
                <a:gd name="connsiteX26-1151" fmla="*/ 22895 w 8393514"/>
                <a:gd name="connsiteY26-1152" fmla="*/ 294534 h 1533021"/>
                <a:gd name="connsiteX27-1153" fmla="*/ 33026 w 8393514"/>
                <a:gd name="connsiteY27-1154" fmla="*/ 270634 h 1533021"/>
                <a:gd name="connsiteX28-1155" fmla="*/ 94142 w 8393514"/>
                <a:gd name="connsiteY28-1156" fmla="*/ 270634 h 1533021"/>
                <a:gd name="connsiteX29-1157" fmla="*/ 76235 w 8393514"/>
                <a:gd name="connsiteY29-1158" fmla="*/ 312632 h 1533021"/>
                <a:gd name="connsiteX30-1159" fmla="*/ 140053 w 8393514"/>
                <a:gd name="connsiteY30-1160" fmla="*/ 728874 h 1533021"/>
                <a:gd name="connsiteX31-1161" fmla="*/ 2361283 w 8393514"/>
                <a:gd name="connsiteY31-1162" fmla="*/ 943187 h 1533021"/>
                <a:gd name="connsiteX32-1163" fmla="*/ 2361890 w 8393514"/>
                <a:gd name="connsiteY32-1164" fmla="*/ 945532 h 1533021"/>
                <a:gd name="connsiteX33-1165" fmla="*/ 2418393 w 8393514"/>
                <a:gd name="connsiteY33-1166" fmla="*/ 929890 h 1533021"/>
                <a:gd name="connsiteX34-1167" fmla="*/ 3300486 w 8393514"/>
                <a:gd name="connsiteY34-1168" fmla="*/ 721735 h 1533021"/>
                <a:gd name="connsiteX35-1169" fmla="*/ 4213357 w 8393514"/>
                <a:gd name="connsiteY35-1170" fmla="*/ 725890 h 1533021"/>
                <a:gd name="connsiteX36-1171" fmla="*/ 4462699 w 8393514"/>
                <a:gd name="connsiteY36-1172" fmla="*/ 1167780 h 1533021"/>
                <a:gd name="connsiteX37-1173" fmla="*/ 4648321 w 8393514"/>
                <a:gd name="connsiteY37-1174" fmla="*/ 1469761 h 1533021"/>
                <a:gd name="connsiteX38-1175" fmla="*/ 5382034 w 8393514"/>
                <a:gd name="connsiteY38-1176" fmla="*/ 923979 h 1533021"/>
                <a:gd name="connsiteX39-1177" fmla="*/ 5554727 w 8393514"/>
                <a:gd name="connsiteY39-1178" fmla="*/ 741589 h 1533021"/>
                <a:gd name="connsiteX40-1179" fmla="*/ 5681246 w 8393514"/>
                <a:gd name="connsiteY40-1180" fmla="*/ 612301 h 1533021"/>
                <a:gd name="connsiteX41-1181" fmla="*/ 6613510 w 8393514"/>
                <a:gd name="connsiteY41-1182" fmla="*/ 12955 h 1533021"/>
                <a:gd name="connsiteX0-1183" fmla="*/ 6613510 w 8393514"/>
                <a:gd name="connsiteY0-1184" fmla="*/ 12955 h 1533021"/>
                <a:gd name="connsiteX1-1185" fmla="*/ 6625977 w 8393514"/>
                <a:gd name="connsiteY1-1186" fmla="*/ 12955 h 1533021"/>
                <a:gd name="connsiteX2-1187" fmla="*/ 6944892 w 8393514"/>
                <a:gd name="connsiteY2-1188" fmla="*/ 187851 h 1533021"/>
                <a:gd name="connsiteX3-1189" fmla="*/ 7062175 w 8393514"/>
                <a:gd name="connsiteY3-1190" fmla="*/ 588249 h 1533021"/>
                <a:gd name="connsiteX4-1191" fmla="*/ 7221629 w 8393514"/>
                <a:gd name="connsiteY4-1192" fmla="*/ 912435 h 1533021"/>
                <a:gd name="connsiteX5-1193" fmla="*/ 8348876 w 8393514"/>
                <a:gd name="connsiteY5-1194" fmla="*/ 678777 h 1533021"/>
                <a:gd name="connsiteX6-1195" fmla="*/ 8393514 w 8393514"/>
                <a:gd name="connsiteY6-1196" fmla="*/ 727367 h 1533021"/>
                <a:gd name="connsiteX7-1197" fmla="*/ 7211471 w 8393514"/>
                <a:gd name="connsiteY7-1198" fmla="*/ 972000 h 1533021"/>
                <a:gd name="connsiteX8-1199" fmla="*/ 7023079 w 8393514"/>
                <a:gd name="connsiteY8-1200" fmla="*/ 612762 h 1533021"/>
                <a:gd name="connsiteX9-1201" fmla="*/ 6625054 w 8393514"/>
                <a:gd name="connsiteY9-1202" fmla="*/ 73444 h 1533021"/>
                <a:gd name="connsiteX10-1203" fmla="*/ 6613972 w 8393514"/>
                <a:gd name="connsiteY10-1204" fmla="*/ 73444 h 1533021"/>
                <a:gd name="connsiteX11-1205" fmla="*/ 5725111 w 8393514"/>
                <a:gd name="connsiteY11-1206" fmla="*/ 653858 h 1533021"/>
                <a:gd name="connsiteX12-1207" fmla="*/ 5596746 w 8393514"/>
                <a:gd name="connsiteY12-1208" fmla="*/ 785455 h 1533021"/>
                <a:gd name="connsiteX13-1209" fmla="*/ 5426824 w 8393514"/>
                <a:gd name="connsiteY13-1210" fmla="*/ 964612 h 1533021"/>
                <a:gd name="connsiteX14-1211" fmla="*/ 5037572 w 8393514"/>
                <a:gd name="connsiteY14-1212" fmla="*/ 1355249 h 1533021"/>
                <a:gd name="connsiteX15-1213" fmla="*/ 4680181 w 8393514"/>
                <a:gd name="connsiteY15-1214" fmla="*/ 1533021 h 1533021"/>
                <a:gd name="connsiteX16-1215" fmla="*/ 4637239 w 8393514"/>
                <a:gd name="connsiteY16-1216" fmla="*/ 1528865 h 1533021"/>
                <a:gd name="connsiteX17-1217" fmla="*/ 4405443 w 8393514"/>
                <a:gd name="connsiteY17-1218" fmla="*/ 1185327 h 1533021"/>
                <a:gd name="connsiteX18-1219" fmla="*/ 4179650 w 8393514"/>
                <a:gd name="connsiteY18-1220" fmla="*/ 775758 h 1533021"/>
                <a:gd name="connsiteX19-1221" fmla="*/ 3311567 w 8393514"/>
                <a:gd name="connsiteY19-1222" fmla="*/ 780838 h 1533021"/>
                <a:gd name="connsiteX20-1223" fmla="*/ 2360834 w 8393514"/>
                <a:gd name="connsiteY20-1224" fmla="*/ 1008016 h 1533021"/>
                <a:gd name="connsiteX21-1225" fmla="*/ 2342497 w 8393514"/>
                <a:gd name="connsiteY21-1226" fmla="*/ 1005788 h 1533021"/>
                <a:gd name="connsiteX22-1227" fmla="*/ 2126238 w 8393514"/>
                <a:gd name="connsiteY22-1228" fmla="*/ 1053886 h 1533021"/>
                <a:gd name="connsiteX23-1229" fmla="*/ 1317343 w 8393514"/>
                <a:gd name="connsiteY23-1230" fmla="*/ 1127019 h 1533021"/>
                <a:gd name="connsiteX24-1231" fmla="*/ 1009685 w 8393514"/>
                <a:gd name="connsiteY24-1232" fmla="*/ 1115589 h 1533021"/>
                <a:gd name="connsiteX25-1233" fmla="*/ 90523 w 8393514"/>
                <a:gd name="connsiteY25-1234" fmla="*/ 755544 h 1533021"/>
                <a:gd name="connsiteX26-1235" fmla="*/ 22895 w 8393514"/>
                <a:gd name="connsiteY26-1236" fmla="*/ 294534 h 1533021"/>
                <a:gd name="connsiteX27-1237" fmla="*/ 33026 w 8393514"/>
                <a:gd name="connsiteY27-1238" fmla="*/ 270634 h 1533021"/>
                <a:gd name="connsiteX28-1239" fmla="*/ 94142 w 8393514"/>
                <a:gd name="connsiteY28-1240" fmla="*/ 270634 h 1533021"/>
                <a:gd name="connsiteX29-1241" fmla="*/ 76235 w 8393514"/>
                <a:gd name="connsiteY29-1242" fmla="*/ 312632 h 1533021"/>
                <a:gd name="connsiteX30-1243" fmla="*/ 140053 w 8393514"/>
                <a:gd name="connsiteY30-1244" fmla="*/ 728874 h 1533021"/>
                <a:gd name="connsiteX31-1245" fmla="*/ 2361283 w 8393514"/>
                <a:gd name="connsiteY31-1246" fmla="*/ 943187 h 1533021"/>
                <a:gd name="connsiteX32-1247" fmla="*/ 2361890 w 8393514"/>
                <a:gd name="connsiteY32-1248" fmla="*/ 945532 h 1533021"/>
                <a:gd name="connsiteX33-1249" fmla="*/ 2418393 w 8393514"/>
                <a:gd name="connsiteY33-1250" fmla="*/ 929890 h 1533021"/>
                <a:gd name="connsiteX34-1251" fmla="*/ 3300486 w 8393514"/>
                <a:gd name="connsiteY34-1252" fmla="*/ 721735 h 1533021"/>
                <a:gd name="connsiteX35-1253" fmla="*/ 4213357 w 8393514"/>
                <a:gd name="connsiteY35-1254" fmla="*/ 725890 h 1533021"/>
                <a:gd name="connsiteX36-1255" fmla="*/ 4462699 w 8393514"/>
                <a:gd name="connsiteY36-1256" fmla="*/ 1167780 h 1533021"/>
                <a:gd name="connsiteX37-1257" fmla="*/ 4648321 w 8393514"/>
                <a:gd name="connsiteY37-1258" fmla="*/ 1469761 h 1533021"/>
                <a:gd name="connsiteX38-1259" fmla="*/ 5382034 w 8393514"/>
                <a:gd name="connsiteY38-1260" fmla="*/ 923979 h 1533021"/>
                <a:gd name="connsiteX39-1261" fmla="*/ 5554727 w 8393514"/>
                <a:gd name="connsiteY39-1262" fmla="*/ 741589 h 1533021"/>
                <a:gd name="connsiteX40-1263" fmla="*/ 5681246 w 8393514"/>
                <a:gd name="connsiteY40-1264" fmla="*/ 612301 h 1533021"/>
                <a:gd name="connsiteX41-1265" fmla="*/ 6613510 w 8393514"/>
                <a:gd name="connsiteY41-1266" fmla="*/ 12955 h 1533021"/>
                <a:gd name="connsiteX0-1267" fmla="*/ 6613510 w 8393514"/>
                <a:gd name="connsiteY0-1268" fmla="*/ 4976 h 1525042"/>
                <a:gd name="connsiteX1-1269" fmla="*/ 6625977 w 8393514"/>
                <a:gd name="connsiteY1-1270" fmla="*/ 4976 h 1525042"/>
                <a:gd name="connsiteX2-1271" fmla="*/ 6944892 w 8393514"/>
                <a:gd name="connsiteY2-1272" fmla="*/ 179872 h 1525042"/>
                <a:gd name="connsiteX3-1273" fmla="*/ 7062175 w 8393514"/>
                <a:gd name="connsiteY3-1274" fmla="*/ 580270 h 1525042"/>
                <a:gd name="connsiteX4-1275" fmla="*/ 7221629 w 8393514"/>
                <a:gd name="connsiteY4-1276" fmla="*/ 904456 h 1525042"/>
                <a:gd name="connsiteX5-1277" fmla="*/ 8348876 w 8393514"/>
                <a:gd name="connsiteY5-1278" fmla="*/ 670798 h 1525042"/>
                <a:gd name="connsiteX6-1279" fmla="*/ 8393514 w 8393514"/>
                <a:gd name="connsiteY6-1280" fmla="*/ 719388 h 1525042"/>
                <a:gd name="connsiteX7-1281" fmla="*/ 7211471 w 8393514"/>
                <a:gd name="connsiteY7-1282" fmla="*/ 964021 h 1525042"/>
                <a:gd name="connsiteX8-1283" fmla="*/ 7023079 w 8393514"/>
                <a:gd name="connsiteY8-1284" fmla="*/ 604783 h 1525042"/>
                <a:gd name="connsiteX9-1285" fmla="*/ 6625054 w 8393514"/>
                <a:gd name="connsiteY9-1286" fmla="*/ 65465 h 1525042"/>
                <a:gd name="connsiteX10-1287" fmla="*/ 6613972 w 8393514"/>
                <a:gd name="connsiteY10-1288" fmla="*/ 65465 h 1525042"/>
                <a:gd name="connsiteX11-1289" fmla="*/ 5725111 w 8393514"/>
                <a:gd name="connsiteY11-1290" fmla="*/ 645879 h 1525042"/>
                <a:gd name="connsiteX12-1291" fmla="*/ 5596746 w 8393514"/>
                <a:gd name="connsiteY12-1292" fmla="*/ 777476 h 1525042"/>
                <a:gd name="connsiteX13-1293" fmla="*/ 5426824 w 8393514"/>
                <a:gd name="connsiteY13-1294" fmla="*/ 956633 h 1525042"/>
                <a:gd name="connsiteX14-1295" fmla="*/ 5037572 w 8393514"/>
                <a:gd name="connsiteY14-1296" fmla="*/ 1347270 h 1525042"/>
                <a:gd name="connsiteX15-1297" fmla="*/ 4680181 w 8393514"/>
                <a:gd name="connsiteY15-1298" fmla="*/ 1525042 h 1525042"/>
                <a:gd name="connsiteX16-1299" fmla="*/ 4637239 w 8393514"/>
                <a:gd name="connsiteY16-1300" fmla="*/ 1520886 h 1525042"/>
                <a:gd name="connsiteX17-1301" fmla="*/ 4405443 w 8393514"/>
                <a:gd name="connsiteY17-1302" fmla="*/ 1177348 h 1525042"/>
                <a:gd name="connsiteX18-1303" fmla="*/ 4179650 w 8393514"/>
                <a:gd name="connsiteY18-1304" fmla="*/ 767779 h 1525042"/>
                <a:gd name="connsiteX19-1305" fmla="*/ 3311567 w 8393514"/>
                <a:gd name="connsiteY19-1306" fmla="*/ 772859 h 1525042"/>
                <a:gd name="connsiteX20-1307" fmla="*/ 2360834 w 8393514"/>
                <a:gd name="connsiteY20-1308" fmla="*/ 1000037 h 1525042"/>
                <a:gd name="connsiteX21-1309" fmla="*/ 2342497 w 8393514"/>
                <a:gd name="connsiteY21-1310" fmla="*/ 997809 h 1525042"/>
                <a:gd name="connsiteX22-1311" fmla="*/ 2126238 w 8393514"/>
                <a:gd name="connsiteY22-1312" fmla="*/ 1045907 h 1525042"/>
                <a:gd name="connsiteX23-1313" fmla="*/ 1317343 w 8393514"/>
                <a:gd name="connsiteY23-1314" fmla="*/ 1119040 h 1525042"/>
                <a:gd name="connsiteX24-1315" fmla="*/ 1009685 w 8393514"/>
                <a:gd name="connsiteY24-1316" fmla="*/ 1107610 h 1525042"/>
                <a:gd name="connsiteX25-1317" fmla="*/ 90523 w 8393514"/>
                <a:gd name="connsiteY25-1318" fmla="*/ 747565 h 1525042"/>
                <a:gd name="connsiteX26-1319" fmla="*/ 22895 w 8393514"/>
                <a:gd name="connsiteY26-1320" fmla="*/ 286555 h 1525042"/>
                <a:gd name="connsiteX27-1321" fmla="*/ 33026 w 8393514"/>
                <a:gd name="connsiteY27-1322" fmla="*/ 262655 h 1525042"/>
                <a:gd name="connsiteX28-1323" fmla="*/ 94142 w 8393514"/>
                <a:gd name="connsiteY28-1324" fmla="*/ 262655 h 1525042"/>
                <a:gd name="connsiteX29-1325" fmla="*/ 76235 w 8393514"/>
                <a:gd name="connsiteY29-1326" fmla="*/ 304653 h 1525042"/>
                <a:gd name="connsiteX30-1327" fmla="*/ 140053 w 8393514"/>
                <a:gd name="connsiteY30-1328" fmla="*/ 720895 h 1525042"/>
                <a:gd name="connsiteX31-1329" fmla="*/ 2361283 w 8393514"/>
                <a:gd name="connsiteY31-1330" fmla="*/ 935208 h 1525042"/>
                <a:gd name="connsiteX32-1331" fmla="*/ 2361890 w 8393514"/>
                <a:gd name="connsiteY32-1332" fmla="*/ 937553 h 1525042"/>
                <a:gd name="connsiteX33-1333" fmla="*/ 2418393 w 8393514"/>
                <a:gd name="connsiteY33-1334" fmla="*/ 921911 h 1525042"/>
                <a:gd name="connsiteX34-1335" fmla="*/ 3300486 w 8393514"/>
                <a:gd name="connsiteY34-1336" fmla="*/ 713756 h 1525042"/>
                <a:gd name="connsiteX35-1337" fmla="*/ 4213357 w 8393514"/>
                <a:gd name="connsiteY35-1338" fmla="*/ 717911 h 1525042"/>
                <a:gd name="connsiteX36-1339" fmla="*/ 4462699 w 8393514"/>
                <a:gd name="connsiteY36-1340" fmla="*/ 1159801 h 1525042"/>
                <a:gd name="connsiteX37-1341" fmla="*/ 4648321 w 8393514"/>
                <a:gd name="connsiteY37-1342" fmla="*/ 1461782 h 1525042"/>
                <a:gd name="connsiteX38-1343" fmla="*/ 5382034 w 8393514"/>
                <a:gd name="connsiteY38-1344" fmla="*/ 916000 h 1525042"/>
                <a:gd name="connsiteX39-1345" fmla="*/ 5554727 w 8393514"/>
                <a:gd name="connsiteY39-1346" fmla="*/ 733610 h 1525042"/>
                <a:gd name="connsiteX40-1347" fmla="*/ 5681246 w 8393514"/>
                <a:gd name="connsiteY40-1348" fmla="*/ 604322 h 1525042"/>
                <a:gd name="connsiteX41-1349" fmla="*/ 6613510 w 8393514"/>
                <a:gd name="connsiteY41-1350" fmla="*/ 4976 h 1525042"/>
                <a:gd name="connsiteX0-1351" fmla="*/ 6613510 w 8393514"/>
                <a:gd name="connsiteY0-1352" fmla="*/ 4976 h 1525042"/>
                <a:gd name="connsiteX1-1353" fmla="*/ 6625977 w 8393514"/>
                <a:gd name="connsiteY1-1354" fmla="*/ 4976 h 1525042"/>
                <a:gd name="connsiteX2-1355" fmla="*/ 6944892 w 8393514"/>
                <a:gd name="connsiteY2-1356" fmla="*/ 179872 h 1525042"/>
                <a:gd name="connsiteX3-1357" fmla="*/ 7062175 w 8393514"/>
                <a:gd name="connsiteY3-1358" fmla="*/ 580270 h 1525042"/>
                <a:gd name="connsiteX4-1359" fmla="*/ 7221629 w 8393514"/>
                <a:gd name="connsiteY4-1360" fmla="*/ 904456 h 1525042"/>
                <a:gd name="connsiteX5-1361" fmla="*/ 8348876 w 8393514"/>
                <a:gd name="connsiteY5-1362" fmla="*/ 670798 h 1525042"/>
                <a:gd name="connsiteX6-1363" fmla="*/ 8393514 w 8393514"/>
                <a:gd name="connsiteY6-1364" fmla="*/ 719388 h 1525042"/>
                <a:gd name="connsiteX7-1365" fmla="*/ 7211471 w 8393514"/>
                <a:gd name="connsiteY7-1366" fmla="*/ 964021 h 1525042"/>
                <a:gd name="connsiteX8-1367" fmla="*/ 7023079 w 8393514"/>
                <a:gd name="connsiteY8-1368" fmla="*/ 604783 h 1525042"/>
                <a:gd name="connsiteX9-1369" fmla="*/ 6625054 w 8393514"/>
                <a:gd name="connsiteY9-1370" fmla="*/ 65465 h 1525042"/>
                <a:gd name="connsiteX10-1371" fmla="*/ 6613972 w 8393514"/>
                <a:gd name="connsiteY10-1372" fmla="*/ 65465 h 1525042"/>
                <a:gd name="connsiteX11-1373" fmla="*/ 5725111 w 8393514"/>
                <a:gd name="connsiteY11-1374" fmla="*/ 645879 h 1525042"/>
                <a:gd name="connsiteX12-1375" fmla="*/ 5596746 w 8393514"/>
                <a:gd name="connsiteY12-1376" fmla="*/ 777476 h 1525042"/>
                <a:gd name="connsiteX13-1377" fmla="*/ 5426824 w 8393514"/>
                <a:gd name="connsiteY13-1378" fmla="*/ 956633 h 1525042"/>
                <a:gd name="connsiteX14-1379" fmla="*/ 5037572 w 8393514"/>
                <a:gd name="connsiteY14-1380" fmla="*/ 1347270 h 1525042"/>
                <a:gd name="connsiteX15-1381" fmla="*/ 4680181 w 8393514"/>
                <a:gd name="connsiteY15-1382" fmla="*/ 1525042 h 1525042"/>
                <a:gd name="connsiteX16-1383" fmla="*/ 4637239 w 8393514"/>
                <a:gd name="connsiteY16-1384" fmla="*/ 1520886 h 1525042"/>
                <a:gd name="connsiteX17-1385" fmla="*/ 4405443 w 8393514"/>
                <a:gd name="connsiteY17-1386" fmla="*/ 1177348 h 1525042"/>
                <a:gd name="connsiteX18-1387" fmla="*/ 4179650 w 8393514"/>
                <a:gd name="connsiteY18-1388" fmla="*/ 767779 h 1525042"/>
                <a:gd name="connsiteX19-1389" fmla="*/ 3311567 w 8393514"/>
                <a:gd name="connsiteY19-1390" fmla="*/ 772859 h 1525042"/>
                <a:gd name="connsiteX20-1391" fmla="*/ 2360834 w 8393514"/>
                <a:gd name="connsiteY20-1392" fmla="*/ 1000037 h 1525042"/>
                <a:gd name="connsiteX21-1393" fmla="*/ 2342497 w 8393514"/>
                <a:gd name="connsiteY21-1394" fmla="*/ 997809 h 1525042"/>
                <a:gd name="connsiteX22-1395" fmla="*/ 2126238 w 8393514"/>
                <a:gd name="connsiteY22-1396" fmla="*/ 1045907 h 1525042"/>
                <a:gd name="connsiteX23-1397" fmla="*/ 1317343 w 8393514"/>
                <a:gd name="connsiteY23-1398" fmla="*/ 1119040 h 1525042"/>
                <a:gd name="connsiteX24-1399" fmla="*/ 1009685 w 8393514"/>
                <a:gd name="connsiteY24-1400" fmla="*/ 1107610 h 1525042"/>
                <a:gd name="connsiteX25-1401" fmla="*/ 90523 w 8393514"/>
                <a:gd name="connsiteY25-1402" fmla="*/ 747565 h 1525042"/>
                <a:gd name="connsiteX26-1403" fmla="*/ 22895 w 8393514"/>
                <a:gd name="connsiteY26-1404" fmla="*/ 286555 h 1525042"/>
                <a:gd name="connsiteX27-1405" fmla="*/ 33026 w 8393514"/>
                <a:gd name="connsiteY27-1406" fmla="*/ 262655 h 1525042"/>
                <a:gd name="connsiteX28-1407" fmla="*/ 94142 w 8393514"/>
                <a:gd name="connsiteY28-1408" fmla="*/ 262655 h 1525042"/>
                <a:gd name="connsiteX29-1409" fmla="*/ 76235 w 8393514"/>
                <a:gd name="connsiteY29-1410" fmla="*/ 304653 h 1525042"/>
                <a:gd name="connsiteX30-1411" fmla="*/ 140053 w 8393514"/>
                <a:gd name="connsiteY30-1412" fmla="*/ 720895 h 1525042"/>
                <a:gd name="connsiteX31-1413" fmla="*/ 2361283 w 8393514"/>
                <a:gd name="connsiteY31-1414" fmla="*/ 935208 h 1525042"/>
                <a:gd name="connsiteX32-1415" fmla="*/ 2361890 w 8393514"/>
                <a:gd name="connsiteY32-1416" fmla="*/ 937553 h 1525042"/>
                <a:gd name="connsiteX33-1417" fmla="*/ 2418393 w 8393514"/>
                <a:gd name="connsiteY33-1418" fmla="*/ 921911 h 1525042"/>
                <a:gd name="connsiteX34-1419" fmla="*/ 3300486 w 8393514"/>
                <a:gd name="connsiteY34-1420" fmla="*/ 713756 h 1525042"/>
                <a:gd name="connsiteX35-1421" fmla="*/ 4213357 w 8393514"/>
                <a:gd name="connsiteY35-1422" fmla="*/ 717911 h 1525042"/>
                <a:gd name="connsiteX36-1423" fmla="*/ 4462699 w 8393514"/>
                <a:gd name="connsiteY36-1424" fmla="*/ 1159801 h 1525042"/>
                <a:gd name="connsiteX37-1425" fmla="*/ 4648321 w 8393514"/>
                <a:gd name="connsiteY37-1426" fmla="*/ 1461782 h 1525042"/>
                <a:gd name="connsiteX38-1427" fmla="*/ 5382034 w 8393514"/>
                <a:gd name="connsiteY38-1428" fmla="*/ 916000 h 1525042"/>
                <a:gd name="connsiteX39-1429" fmla="*/ 5554727 w 8393514"/>
                <a:gd name="connsiteY39-1430" fmla="*/ 733610 h 1525042"/>
                <a:gd name="connsiteX40-1431" fmla="*/ 5681246 w 8393514"/>
                <a:gd name="connsiteY40-1432" fmla="*/ 604322 h 1525042"/>
                <a:gd name="connsiteX41-1433" fmla="*/ 6613510 w 8393514"/>
                <a:gd name="connsiteY41-1434" fmla="*/ 4976 h 1525042"/>
                <a:gd name="connsiteX0-1435" fmla="*/ 6613510 w 8393514"/>
                <a:gd name="connsiteY0-1436" fmla="*/ 533 h 1520599"/>
                <a:gd name="connsiteX1-1437" fmla="*/ 6625977 w 8393514"/>
                <a:gd name="connsiteY1-1438" fmla="*/ 533 h 1520599"/>
                <a:gd name="connsiteX2-1439" fmla="*/ 6944892 w 8393514"/>
                <a:gd name="connsiteY2-1440" fmla="*/ 175429 h 1520599"/>
                <a:gd name="connsiteX3-1441" fmla="*/ 7062175 w 8393514"/>
                <a:gd name="connsiteY3-1442" fmla="*/ 575827 h 1520599"/>
                <a:gd name="connsiteX4-1443" fmla="*/ 7221629 w 8393514"/>
                <a:gd name="connsiteY4-1444" fmla="*/ 900013 h 1520599"/>
                <a:gd name="connsiteX5-1445" fmla="*/ 8348876 w 8393514"/>
                <a:gd name="connsiteY5-1446" fmla="*/ 666355 h 1520599"/>
                <a:gd name="connsiteX6-1447" fmla="*/ 8393514 w 8393514"/>
                <a:gd name="connsiteY6-1448" fmla="*/ 714945 h 1520599"/>
                <a:gd name="connsiteX7-1449" fmla="*/ 7211471 w 8393514"/>
                <a:gd name="connsiteY7-1450" fmla="*/ 959578 h 1520599"/>
                <a:gd name="connsiteX8-1451" fmla="*/ 7023079 w 8393514"/>
                <a:gd name="connsiteY8-1452" fmla="*/ 600340 h 1520599"/>
                <a:gd name="connsiteX9-1453" fmla="*/ 6625054 w 8393514"/>
                <a:gd name="connsiteY9-1454" fmla="*/ 61022 h 1520599"/>
                <a:gd name="connsiteX10-1455" fmla="*/ 6613972 w 8393514"/>
                <a:gd name="connsiteY10-1456" fmla="*/ 61022 h 1520599"/>
                <a:gd name="connsiteX11-1457" fmla="*/ 5725111 w 8393514"/>
                <a:gd name="connsiteY11-1458" fmla="*/ 641436 h 1520599"/>
                <a:gd name="connsiteX12-1459" fmla="*/ 5596746 w 8393514"/>
                <a:gd name="connsiteY12-1460" fmla="*/ 773033 h 1520599"/>
                <a:gd name="connsiteX13-1461" fmla="*/ 5426824 w 8393514"/>
                <a:gd name="connsiteY13-1462" fmla="*/ 952190 h 1520599"/>
                <a:gd name="connsiteX14-1463" fmla="*/ 5037572 w 8393514"/>
                <a:gd name="connsiteY14-1464" fmla="*/ 1342827 h 1520599"/>
                <a:gd name="connsiteX15-1465" fmla="*/ 4680181 w 8393514"/>
                <a:gd name="connsiteY15-1466" fmla="*/ 1520599 h 1520599"/>
                <a:gd name="connsiteX16-1467" fmla="*/ 4637239 w 8393514"/>
                <a:gd name="connsiteY16-1468" fmla="*/ 1516443 h 1520599"/>
                <a:gd name="connsiteX17-1469" fmla="*/ 4405443 w 8393514"/>
                <a:gd name="connsiteY17-1470" fmla="*/ 1172905 h 1520599"/>
                <a:gd name="connsiteX18-1471" fmla="*/ 4179650 w 8393514"/>
                <a:gd name="connsiteY18-1472" fmla="*/ 763336 h 1520599"/>
                <a:gd name="connsiteX19-1473" fmla="*/ 3311567 w 8393514"/>
                <a:gd name="connsiteY19-1474" fmla="*/ 768416 h 1520599"/>
                <a:gd name="connsiteX20-1475" fmla="*/ 2360834 w 8393514"/>
                <a:gd name="connsiteY20-1476" fmla="*/ 995594 h 1520599"/>
                <a:gd name="connsiteX21-1477" fmla="*/ 2342497 w 8393514"/>
                <a:gd name="connsiteY21-1478" fmla="*/ 993366 h 1520599"/>
                <a:gd name="connsiteX22-1479" fmla="*/ 2126238 w 8393514"/>
                <a:gd name="connsiteY22-1480" fmla="*/ 1041464 h 1520599"/>
                <a:gd name="connsiteX23-1481" fmla="*/ 1317343 w 8393514"/>
                <a:gd name="connsiteY23-1482" fmla="*/ 1114597 h 1520599"/>
                <a:gd name="connsiteX24-1483" fmla="*/ 1009685 w 8393514"/>
                <a:gd name="connsiteY24-1484" fmla="*/ 1103167 h 1520599"/>
                <a:gd name="connsiteX25-1485" fmla="*/ 90523 w 8393514"/>
                <a:gd name="connsiteY25-1486" fmla="*/ 743122 h 1520599"/>
                <a:gd name="connsiteX26-1487" fmla="*/ 22895 w 8393514"/>
                <a:gd name="connsiteY26-1488" fmla="*/ 282112 h 1520599"/>
                <a:gd name="connsiteX27-1489" fmla="*/ 33026 w 8393514"/>
                <a:gd name="connsiteY27-1490" fmla="*/ 258212 h 1520599"/>
                <a:gd name="connsiteX28-1491" fmla="*/ 94142 w 8393514"/>
                <a:gd name="connsiteY28-1492" fmla="*/ 258212 h 1520599"/>
                <a:gd name="connsiteX29-1493" fmla="*/ 76235 w 8393514"/>
                <a:gd name="connsiteY29-1494" fmla="*/ 300210 h 1520599"/>
                <a:gd name="connsiteX30-1495" fmla="*/ 140053 w 8393514"/>
                <a:gd name="connsiteY30-1496" fmla="*/ 716452 h 1520599"/>
                <a:gd name="connsiteX31-1497" fmla="*/ 2361283 w 8393514"/>
                <a:gd name="connsiteY31-1498" fmla="*/ 930765 h 1520599"/>
                <a:gd name="connsiteX32-1499" fmla="*/ 2361890 w 8393514"/>
                <a:gd name="connsiteY32-1500" fmla="*/ 933110 h 1520599"/>
                <a:gd name="connsiteX33-1501" fmla="*/ 2418393 w 8393514"/>
                <a:gd name="connsiteY33-1502" fmla="*/ 917468 h 1520599"/>
                <a:gd name="connsiteX34-1503" fmla="*/ 3300486 w 8393514"/>
                <a:gd name="connsiteY34-1504" fmla="*/ 709313 h 1520599"/>
                <a:gd name="connsiteX35-1505" fmla="*/ 4213357 w 8393514"/>
                <a:gd name="connsiteY35-1506" fmla="*/ 713468 h 1520599"/>
                <a:gd name="connsiteX36-1507" fmla="*/ 4462699 w 8393514"/>
                <a:gd name="connsiteY36-1508" fmla="*/ 1155358 h 1520599"/>
                <a:gd name="connsiteX37-1509" fmla="*/ 4648321 w 8393514"/>
                <a:gd name="connsiteY37-1510" fmla="*/ 1457339 h 1520599"/>
                <a:gd name="connsiteX38-1511" fmla="*/ 5382034 w 8393514"/>
                <a:gd name="connsiteY38-1512" fmla="*/ 911557 h 1520599"/>
                <a:gd name="connsiteX39-1513" fmla="*/ 5554727 w 8393514"/>
                <a:gd name="connsiteY39-1514" fmla="*/ 729167 h 1520599"/>
                <a:gd name="connsiteX40-1515" fmla="*/ 5681246 w 8393514"/>
                <a:gd name="connsiteY40-1516" fmla="*/ 599879 h 1520599"/>
                <a:gd name="connsiteX41-1517" fmla="*/ 6613510 w 8393514"/>
                <a:gd name="connsiteY41-1518" fmla="*/ 533 h 1520599"/>
                <a:gd name="connsiteX0-1519" fmla="*/ 6613510 w 8393514"/>
                <a:gd name="connsiteY0-1520" fmla="*/ 11170 h 1531236"/>
                <a:gd name="connsiteX1-1521" fmla="*/ 6625977 w 8393514"/>
                <a:gd name="connsiteY1-1522" fmla="*/ 11170 h 1531236"/>
                <a:gd name="connsiteX2-1523" fmla="*/ 6925347 w 8393514"/>
                <a:gd name="connsiteY2-1524" fmla="*/ 161971 h 1531236"/>
                <a:gd name="connsiteX3-1525" fmla="*/ 7062175 w 8393514"/>
                <a:gd name="connsiteY3-1526" fmla="*/ 586464 h 1531236"/>
                <a:gd name="connsiteX4-1527" fmla="*/ 7221629 w 8393514"/>
                <a:gd name="connsiteY4-1528" fmla="*/ 910650 h 1531236"/>
                <a:gd name="connsiteX5-1529" fmla="*/ 8348876 w 8393514"/>
                <a:gd name="connsiteY5-1530" fmla="*/ 676992 h 1531236"/>
                <a:gd name="connsiteX6-1531" fmla="*/ 8393514 w 8393514"/>
                <a:gd name="connsiteY6-1532" fmla="*/ 725582 h 1531236"/>
                <a:gd name="connsiteX7-1533" fmla="*/ 7211471 w 8393514"/>
                <a:gd name="connsiteY7-1534" fmla="*/ 970215 h 1531236"/>
                <a:gd name="connsiteX8-1535" fmla="*/ 7023079 w 8393514"/>
                <a:gd name="connsiteY8-1536" fmla="*/ 610977 h 1531236"/>
                <a:gd name="connsiteX9-1537" fmla="*/ 6625054 w 8393514"/>
                <a:gd name="connsiteY9-1538" fmla="*/ 71659 h 1531236"/>
                <a:gd name="connsiteX10-1539" fmla="*/ 6613972 w 8393514"/>
                <a:gd name="connsiteY10-1540" fmla="*/ 71659 h 1531236"/>
                <a:gd name="connsiteX11-1541" fmla="*/ 5725111 w 8393514"/>
                <a:gd name="connsiteY11-1542" fmla="*/ 652073 h 1531236"/>
                <a:gd name="connsiteX12-1543" fmla="*/ 5596746 w 8393514"/>
                <a:gd name="connsiteY12-1544" fmla="*/ 783670 h 1531236"/>
                <a:gd name="connsiteX13-1545" fmla="*/ 5426824 w 8393514"/>
                <a:gd name="connsiteY13-1546" fmla="*/ 962827 h 1531236"/>
                <a:gd name="connsiteX14-1547" fmla="*/ 5037572 w 8393514"/>
                <a:gd name="connsiteY14-1548" fmla="*/ 1353464 h 1531236"/>
                <a:gd name="connsiteX15-1549" fmla="*/ 4680181 w 8393514"/>
                <a:gd name="connsiteY15-1550" fmla="*/ 1531236 h 1531236"/>
                <a:gd name="connsiteX16-1551" fmla="*/ 4637239 w 8393514"/>
                <a:gd name="connsiteY16-1552" fmla="*/ 1527080 h 1531236"/>
                <a:gd name="connsiteX17-1553" fmla="*/ 4405443 w 8393514"/>
                <a:gd name="connsiteY17-1554" fmla="*/ 1183542 h 1531236"/>
                <a:gd name="connsiteX18-1555" fmla="*/ 4179650 w 8393514"/>
                <a:gd name="connsiteY18-1556" fmla="*/ 773973 h 1531236"/>
                <a:gd name="connsiteX19-1557" fmla="*/ 3311567 w 8393514"/>
                <a:gd name="connsiteY19-1558" fmla="*/ 779053 h 1531236"/>
                <a:gd name="connsiteX20-1559" fmla="*/ 2360834 w 8393514"/>
                <a:gd name="connsiteY20-1560" fmla="*/ 1006231 h 1531236"/>
                <a:gd name="connsiteX21-1561" fmla="*/ 2342497 w 8393514"/>
                <a:gd name="connsiteY21-1562" fmla="*/ 1004003 h 1531236"/>
                <a:gd name="connsiteX22-1563" fmla="*/ 2126238 w 8393514"/>
                <a:gd name="connsiteY22-1564" fmla="*/ 1052101 h 1531236"/>
                <a:gd name="connsiteX23-1565" fmla="*/ 1317343 w 8393514"/>
                <a:gd name="connsiteY23-1566" fmla="*/ 1125234 h 1531236"/>
                <a:gd name="connsiteX24-1567" fmla="*/ 1009685 w 8393514"/>
                <a:gd name="connsiteY24-1568" fmla="*/ 1113804 h 1531236"/>
                <a:gd name="connsiteX25-1569" fmla="*/ 90523 w 8393514"/>
                <a:gd name="connsiteY25-1570" fmla="*/ 753759 h 1531236"/>
                <a:gd name="connsiteX26-1571" fmla="*/ 22895 w 8393514"/>
                <a:gd name="connsiteY26-1572" fmla="*/ 292749 h 1531236"/>
                <a:gd name="connsiteX27-1573" fmla="*/ 33026 w 8393514"/>
                <a:gd name="connsiteY27-1574" fmla="*/ 268849 h 1531236"/>
                <a:gd name="connsiteX28-1575" fmla="*/ 94142 w 8393514"/>
                <a:gd name="connsiteY28-1576" fmla="*/ 268849 h 1531236"/>
                <a:gd name="connsiteX29-1577" fmla="*/ 76235 w 8393514"/>
                <a:gd name="connsiteY29-1578" fmla="*/ 310847 h 1531236"/>
                <a:gd name="connsiteX30-1579" fmla="*/ 140053 w 8393514"/>
                <a:gd name="connsiteY30-1580" fmla="*/ 727089 h 1531236"/>
                <a:gd name="connsiteX31-1581" fmla="*/ 2361283 w 8393514"/>
                <a:gd name="connsiteY31-1582" fmla="*/ 941402 h 1531236"/>
                <a:gd name="connsiteX32-1583" fmla="*/ 2361890 w 8393514"/>
                <a:gd name="connsiteY32-1584" fmla="*/ 943747 h 1531236"/>
                <a:gd name="connsiteX33-1585" fmla="*/ 2418393 w 8393514"/>
                <a:gd name="connsiteY33-1586" fmla="*/ 928105 h 1531236"/>
                <a:gd name="connsiteX34-1587" fmla="*/ 3300486 w 8393514"/>
                <a:gd name="connsiteY34-1588" fmla="*/ 719950 h 1531236"/>
                <a:gd name="connsiteX35-1589" fmla="*/ 4213357 w 8393514"/>
                <a:gd name="connsiteY35-1590" fmla="*/ 724105 h 1531236"/>
                <a:gd name="connsiteX36-1591" fmla="*/ 4462699 w 8393514"/>
                <a:gd name="connsiteY36-1592" fmla="*/ 1165995 h 1531236"/>
                <a:gd name="connsiteX37-1593" fmla="*/ 4648321 w 8393514"/>
                <a:gd name="connsiteY37-1594" fmla="*/ 1467976 h 1531236"/>
                <a:gd name="connsiteX38-1595" fmla="*/ 5382034 w 8393514"/>
                <a:gd name="connsiteY38-1596" fmla="*/ 922194 h 1531236"/>
                <a:gd name="connsiteX39-1597" fmla="*/ 5554727 w 8393514"/>
                <a:gd name="connsiteY39-1598" fmla="*/ 739804 h 1531236"/>
                <a:gd name="connsiteX40-1599" fmla="*/ 5681246 w 8393514"/>
                <a:gd name="connsiteY40-1600" fmla="*/ 610516 h 1531236"/>
                <a:gd name="connsiteX41-1601" fmla="*/ 6613510 w 8393514"/>
                <a:gd name="connsiteY41-1602" fmla="*/ 11170 h 1531236"/>
                <a:gd name="connsiteX0-1603" fmla="*/ 6613510 w 8393514"/>
                <a:gd name="connsiteY0-1604" fmla="*/ 42615 h 1562681"/>
                <a:gd name="connsiteX1-1605" fmla="*/ 6625977 w 8393514"/>
                <a:gd name="connsiteY1-1606" fmla="*/ 42615 h 1562681"/>
                <a:gd name="connsiteX2-1607" fmla="*/ 7062175 w 8393514"/>
                <a:gd name="connsiteY2-1608" fmla="*/ 617909 h 1562681"/>
                <a:gd name="connsiteX3-1609" fmla="*/ 7221629 w 8393514"/>
                <a:gd name="connsiteY3-1610" fmla="*/ 942095 h 1562681"/>
                <a:gd name="connsiteX4-1611" fmla="*/ 8348876 w 8393514"/>
                <a:gd name="connsiteY4-1612" fmla="*/ 708437 h 1562681"/>
                <a:gd name="connsiteX5-1613" fmla="*/ 8393514 w 8393514"/>
                <a:gd name="connsiteY5-1614" fmla="*/ 757027 h 1562681"/>
                <a:gd name="connsiteX6-1615" fmla="*/ 7211471 w 8393514"/>
                <a:gd name="connsiteY6-1616" fmla="*/ 1001660 h 1562681"/>
                <a:gd name="connsiteX7-1617" fmla="*/ 7023079 w 8393514"/>
                <a:gd name="connsiteY7-1618" fmla="*/ 642422 h 1562681"/>
                <a:gd name="connsiteX8-1619" fmla="*/ 6625054 w 8393514"/>
                <a:gd name="connsiteY8-1620" fmla="*/ 103104 h 1562681"/>
                <a:gd name="connsiteX9-1621" fmla="*/ 6613972 w 8393514"/>
                <a:gd name="connsiteY9-1622" fmla="*/ 103104 h 1562681"/>
                <a:gd name="connsiteX10-1623" fmla="*/ 5725111 w 8393514"/>
                <a:gd name="connsiteY10-1624" fmla="*/ 683518 h 1562681"/>
                <a:gd name="connsiteX11-1625" fmla="*/ 5596746 w 8393514"/>
                <a:gd name="connsiteY11-1626" fmla="*/ 815115 h 1562681"/>
                <a:gd name="connsiteX12-1627" fmla="*/ 5426824 w 8393514"/>
                <a:gd name="connsiteY12-1628" fmla="*/ 994272 h 1562681"/>
                <a:gd name="connsiteX13-1629" fmla="*/ 5037572 w 8393514"/>
                <a:gd name="connsiteY13-1630" fmla="*/ 1384909 h 1562681"/>
                <a:gd name="connsiteX14-1631" fmla="*/ 4680181 w 8393514"/>
                <a:gd name="connsiteY14-1632" fmla="*/ 1562681 h 1562681"/>
                <a:gd name="connsiteX15-1633" fmla="*/ 4637239 w 8393514"/>
                <a:gd name="connsiteY15-1634" fmla="*/ 1558525 h 1562681"/>
                <a:gd name="connsiteX16-1635" fmla="*/ 4405443 w 8393514"/>
                <a:gd name="connsiteY16-1636" fmla="*/ 1214987 h 1562681"/>
                <a:gd name="connsiteX17-1637" fmla="*/ 4179650 w 8393514"/>
                <a:gd name="connsiteY17-1638" fmla="*/ 805418 h 1562681"/>
                <a:gd name="connsiteX18-1639" fmla="*/ 3311567 w 8393514"/>
                <a:gd name="connsiteY18-1640" fmla="*/ 810498 h 1562681"/>
                <a:gd name="connsiteX19-1641" fmla="*/ 2360834 w 8393514"/>
                <a:gd name="connsiteY19-1642" fmla="*/ 1037676 h 1562681"/>
                <a:gd name="connsiteX20-1643" fmla="*/ 2342497 w 8393514"/>
                <a:gd name="connsiteY20-1644" fmla="*/ 1035448 h 1562681"/>
                <a:gd name="connsiteX21-1645" fmla="*/ 2126238 w 8393514"/>
                <a:gd name="connsiteY21-1646" fmla="*/ 1083546 h 1562681"/>
                <a:gd name="connsiteX22-1647" fmla="*/ 1317343 w 8393514"/>
                <a:gd name="connsiteY22-1648" fmla="*/ 1156679 h 1562681"/>
                <a:gd name="connsiteX23-1649" fmla="*/ 1009685 w 8393514"/>
                <a:gd name="connsiteY23-1650" fmla="*/ 1145249 h 1562681"/>
                <a:gd name="connsiteX24-1651" fmla="*/ 90523 w 8393514"/>
                <a:gd name="connsiteY24-1652" fmla="*/ 785204 h 1562681"/>
                <a:gd name="connsiteX25-1653" fmla="*/ 22895 w 8393514"/>
                <a:gd name="connsiteY25-1654" fmla="*/ 324194 h 1562681"/>
                <a:gd name="connsiteX26-1655" fmla="*/ 33026 w 8393514"/>
                <a:gd name="connsiteY26-1656" fmla="*/ 300294 h 1562681"/>
                <a:gd name="connsiteX27-1657" fmla="*/ 94142 w 8393514"/>
                <a:gd name="connsiteY27-1658" fmla="*/ 300294 h 1562681"/>
                <a:gd name="connsiteX28-1659" fmla="*/ 76235 w 8393514"/>
                <a:gd name="connsiteY28-1660" fmla="*/ 342292 h 1562681"/>
                <a:gd name="connsiteX29-1661" fmla="*/ 140053 w 8393514"/>
                <a:gd name="connsiteY29-1662" fmla="*/ 758534 h 1562681"/>
                <a:gd name="connsiteX30-1663" fmla="*/ 2361283 w 8393514"/>
                <a:gd name="connsiteY30-1664" fmla="*/ 972847 h 1562681"/>
                <a:gd name="connsiteX31-1665" fmla="*/ 2361890 w 8393514"/>
                <a:gd name="connsiteY31-1666" fmla="*/ 975192 h 1562681"/>
                <a:gd name="connsiteX32-1667" fmla="*/ 2418393 w 8393514"/>
                <a:gd name="connsiteY32-1668" fmla="*/ 959550 h 1562681"/>
                <a:gd name="connsiteX33-1669" fmla="*/ 3300486 w 8393514"/>
                <a:gd name="connsiteY33-1670" fmla="*/ 751395 h 1562681"/>
                <a:gd name="connsiteX34-1671" fmla="*/ 4213357 w 8393514"/>
                <a:gd name="connsiteY34-1672" fmla="*/ 755550 h 1562681"/>
                <a:gd name="connsiteX35-1673" fmla="*/ 4462699 w 8393514"/>
                <a:gd name="connsiteY35-1674" fmla="*/ 1197440 h 1562681"/>
                <a:gd name="connsiteX36-1675" fmla="*/ 4648321 w 8393514"/>
                <a:gd name="connsiteY36-1676" fmla="*/ 1499421 h 1562681"/>
                <a:gd name="connsiteX37-1677" fmla="*/ 5382034 w 8393514"/>
                <a:gd name="connsiteY37-1678" fmla="*/ 953639 h 1562681"/>
                <a:gd name="connsiteX38-1679" fmla="*/ 5554727 w 8393514"/>
                <a:gd name="connsiteY38-1680" fmla="*/ 771249 h 1562681"/>
                <a:gd name="connsiteX39-1681" fmla="*/ 5681246 w 8393514"/>
                <a:gd name="connsiteY39-1682" fmla="*/ 641961 h 1562681"/>
                <a:gd name="connsiteX40-1683" fmla="*/ 6613510 w 8393514"/>
                <a:gd name="connsiteY40-1684" fmla="*/ 42615 h 1562681"/>
                <a:gd name="connsiteX0-1685" fmla="*/ 6613510 w 8393514"/>
                <a:gd name="connsiteY0-1686" fmla="*/ 42615 h 1562681"/>
                <a:gd name="connsiteX1-1687" fmla="*/ 6625977 w 8393514"/>
                <a:gd name="connsiteY1-1688" fmla="*/ 42615 h 1562681"/>
                <a:gd name="connsiteX2-1689" fmla="*/ 7062175 w 8393514"/>
                <a:gd name="connsiteY2-1690" fmla="*/ 617909 h 1562681"/>
                <a:gd name="connsiteX3-1691" fmla="*/ 7221629 w 8393514"/>
                <a:gd name="connsiteY3-1692" fmla="*/ 942095 h 1562681"/>
                <a:gd name="connsiteX4-1693" fmla="*/ 8348876 w 8393514"/>
                <a:gd name="connsiteY4-1694" fmla="*/ 708437 h 1562681"/>
                <a:gd name="connsiteX5-1695" fmla="*/ 8393514 w 8393514"/>
                <a:gd name="connsiteY5-1696" fmla="*/ 757027 h 1562681"/>
                <a:gd name="connsiteX6-1697" fmla="*/ 7211471 w 8393514"/>
                <a:gd name="connsiteY6-1698" fmla="*/ 1001660 h 1562681"/>
                <a:gd name="connsiteX7-1699" fmla="*/ 7023079 w 8393514"/>
                <a:gd name="connsiteY7-1700" fmla="*/ 642422 h 1562681"/>
                <a:gd name="connsiteX8-1701" fmla="*/ 6625054 w 8393514"/>
                <a:gd name="connsiteY8-1702" fmla="*/ 103104 h 1562681"/>
                <a:gd name="connsiteX9-1703" fmla="*/ 6613972 w 8393514"/>
                <a:gd name="connsiteY9-1704" fmla="*/ 103104 h 1562681"/>
                <a:gd name="connsiteX10-1705" fmla="*/ 5725111 w 8393514"/>
                <a:gd name="connsiteY10-1706" fmla="*/ 683518 h 1562681"/>
                <a:gd name="connsiteX11-1707" fmla="*/ 5596746 w 8393514"/>
                <a:gd name="connsiteY11-1708" fmla="*/ 815115 h 1562681"/>
                <a:gd name="connsiteX12-1709" fmla="*/ 5426824 w 8393514"/>
                <a:gd name="connsiteY12-1710" fmla="*/ 994272 h 1562681"/>
                <a:gd name="connsiteX13-1711" fmla="*/ 5037572 w 8393514"/>
                <a:gd name="connsiteY13-1712" fmla="*/ 1384909 h 1562681"/>
                <a:gd name="connsiteX14-1713" fmla="*/ 4680181 w 8393514"/>
                <a:gd name="connsiteY14-1714" fmla="*/ 1562681 h 1562681"/>
                <a:gd name="connsiteX15-1715" fmla="*/ 4637239 w 8393514"/>
                <a:gd name="connsiteY15-1716" fmla="*/ 1558525 h 1562681"/>
                <a:gd name="connsiteX16-1717" fmla="*/ 4405443 w 8393514"/>
                <a:gd name="connsiteY16-1718" fmla="*/ 1214987 h 1562681"/>
                <a:gd name="connsiteX17-1719" fmla="*/ 4179650 w 8393514"/>
                <a:gd name="connsiteY17-1720" fmla="*/ 805418 h 1562681"/>
                <a:gd name="connsiteX18-1721" fmla="*/ 3311567 w 8393514"/>
                <a:gd name="connsiteY18-1722" fmla="*/ 810498 h 1562681"/>
                <a:gd name="connsiteX19-1723" fmla="*/ 2360834 w 8393514"/>
                <a:gd name="connsiteY19-1724" fmla="*/ 1037676 h 1562681"/>
                <a:gd name="connsiteX20-1725" fmla="*/ 2342497 w 8393514"/>
                <a:gd name="connsiteY20-1726" fmla="*/ 1035448 h 1562681"/>
                <a:gd name="connsiteX21-1727" fmla="*/ 2126238 w 8393514"/>
                <a:gd name="connsiteY21-1728" fmla="*/ 1083546 h 1562681"/>
                <a:gd name="connsiteX22-1729" fmla="*/ 1317343 w 8393514"/>
                <a:gd name="connsiteY22-1730" fmla="*/ 1156679 h 1562681"/>
                <a:gd name="connsiteX23-1731" fmla="*/ 1009685 w 8393514"/>
                <a:gd name="connsiteY23-1732" fmla="*/ 1145249 h 1562681"/>
                <a:gd name="connsiteX24-1733" fmla="*/ 90523 w 8393514"/>
                <a:gd name="connsiteY24-1734" fmla="*/ 785204 h 1562681"/>
                <a:gd name="connsiteX25-1735" fmla="*/ 22895 w 8393514"/>
                <a:gd name="connsiteY25-1736" fmla="*/ 324194 h 1562681"/>
                <a:gd name="connsiteX26-1737" fmla="*/ 33026 w 8393514"/>
                <a:gd name="connsiteY26-1738" fmla="*/ 300294 h 1562681"/>
                <a:gd name="connsiteX27-1739" fmla="*/ 94142 w 8393514"/>
                <a:gd name="connsiteY27-1740" fmla="*/ 300294 h 1562681"/>
                <a:gd name="connsiteX28-1741" fmla="*/ 76235 w 8393514"/>
                <a:gd name="connsiteY28-1742" fmla="*/ 342292 h 1562681"/>
                <a:gd name="connsiteX29-1743" fmla="*/ 140053 w 8393514"/>
                <a:gd name="connsiteY29-1744" fmla="*/ 758534 h 1562681"/>
                <a:gd name="connsiteX30-1745" fmla="*/ 2361283 w 8393514"/>
                <a:gd name="connsiteY30-1746" fmla="*/ 972847 h 1562681"/>
                <a:gd name="connsiteX31-1747" fmla="*/ 2361890 w 8393514"/>
                <a:gd name="connsiteY31-1748" fmla="*/ 975192 h 1562681"/>
                <a:gd name="connsiteX32-1749" fmla="*/ 2418393 w 8393514"/>
                <a:gd name="connsiteY32-1750" fmla="*/ 959550 h 1562681"/>
                <a:gd name="connsiteX33-1751" fmla="*/ 3300486 w 8393514"/>
                <a:gd name="connsiteY33-1752" fmla="*/ 751395 h 1562681"/>
                <a:gd name="connsiteX34-1753" fmla="*/ 4213357 w 8393514"/>
                <a:gd name="connsiteY34-1754" fmla="*/ 755550 h 1562681"/>
                <a:gd name="connsiteX35-1755" fmla="*/ 4462699 w 8393514"/>
                <a:gd name="connsiteY35-1756" fmla="*/ 1197440 h 1562681"/>
                <a:gd name="connsiteX36-1757" fmla="*/ 4648321 w 8393514"/>
                <a:gd name="connsiteY36-1758" fmla="*/ 1499421 h 1562681"/>
                <a:gd name="connsiteX37-1759" fmla="*/ 5382034 w 8393514"/>
                <a:gd name="connsiteY37-1760" fmla="*/ 953639 h 1562681"/>
                <a:gd name="connsiteX38-1761" fmla="*/ 5554727 w 8393514"/>
                <a:gd name="connsiteY38-1762" fmla="*/ 771249 h 1562681"/>
                <a:gd name="connsiteX39-1763" fmla="*/ 5681246 w 8393514"/>
                <a:gd name="connsiteY39-1764" fmla="*/ 641961 h 1562681"/>
                <a:gd name="connsiteX40-1765" fmla="*/ 6613510 w 8393514"/>
                <a:gd name="connsiteY40-1766" fmla="*/ 42615 h 1562681"/>
                <a:gd name="connsiteX0-1767" fmla="*/ 6613510 w 8393514"/>
                <a:gd name="connsiteY0-1768" fmla="*/ 42615 h 1562681"/>
                <a:gd name="connsiteX1-1769" fmla="*/ 6625977 w 8393514"/>
                <a:gd name="connsiteY1-1770" fmla="*/ 42615 h 1562681"/>
                <a:gd name="connsiteX2-1771" fmla="*/ 7062175 w 8393514"/>
                <a:gd name="connsiteY2-1772" fmla="*/ 617909 h 1562681"/>
                <a:gd name="connsiteX3-1773" fmla="*/ 7221629 w 8393514"/>
                <a:gd name="connsiteY3-1774" fmla="*/ 942095 h 1562681"/>
                <a:gd name="connsiteX4-1775" fmla="*/ 8348876 w 8393514"/>
                <a:gd name="connsiteY4-1776" fmla="*/ 708437 h 1562681"/>
                <a:gd name="connsiteX5-1777" fmla="*/ 8393514 w 8393514"/>
                <a:gd name="connsiteY5-1778" fmla="*/ 757027 h 1562681"/>
                <a:gd name="connsiteX6-1779" fmla="*/ 7211471 w 8393514"/>
                <a:gd name="connsiteY6-1780" fmla="*/ 1001660 h 1562681"/>
                <a:gd name="connsiteX7-1781" fmla="*/ 7023079 w 8393514"/>
                <a:gd name="connsiteY7-1782" fmla="*/ 642422 h 1562681"/>
                <a:gd name="connsiteX8-1783" fmla="*/ 6625054 w 8393514"/>
                <a:gd name="connsiteY8-1784" fmla="*/ 103104 h 1562681"/>
                <a:gd name="connsiteX9-1785" fmla="*/ 6613972 w 8393514"/>
                <a:gd name="connsiteY9-1786" fmla="*/ 103104 h 1562681"/>
                <a:gd name="connsiteX10-1787" fmla="*/ 5725111 w 8393514"/>
                <a:gd name="connsiteY10-1788" fmla="*/ 683518 h 1562681"/>
                <a:gd name="connsiteX11-1789" fmla="*/ 5596746 w 8393514"/>
                <a:gd name="connsiteY11-1790" fmla="*/ 815115 h 1562681"/>
                <a:gd name="connsiteX12-1791" fmla="*/ 5426824 w 8393514"/>
                <a:gd name="connsiteY12-1792" fmla="*/ 994272 h 1562681"/>
                <a:gd name="connsiteX13-1793" fmla="*/ 5037572 w 8393514"/>
                <a:gd name="connsiteY13-1794" fmla="*/ 1384909 h 1562681"/>
                <a:gd name="connsiteX14-1795" fmla="*/ 4680181 w 8393514"/>
                <a:gd name="connsiteY14-1796" fmla="*/ 1562681 h 1562681"/>
                <a:gd name="connsiteX15-1797" fmla="*/ 4637239 w 8393514"/>
                <a:gd name="connsiteY15-1798" fmla="*/ 1558525 h 1562681"/>
                <a:gd name="connsiteX16-1799" fmla="*/ 4405443 w 8393514"/>
                <a:gd name="connsiteY16-1800" fmla="*/ 1214987 h 1562681"/>
                <a:gd name="connsiteX17-1801" fmla="*/ 4179650 w 8393514"/>
                <a:gd name="connsiteY17-1802" fmla="*/ 805418 h 1562681"/>
                <a:gd name="connsiteX18-1803" fmla="*/ 3311567 w 8393514"/>
                <a:gd name="connsiteY18-1804" fmla="*/ 810498 h 1562681"/>
                <a:gd name="connsiteX19-1805" fmla="*/ 2360834 w 8393514"/>
                <a:gd name="connsiteY19-1806" fmla="*/ 1037676 h 1562681"/>
                <a:gd name="connsiteX20-1807" fmla="*/ 2342497 w 8393514"/>
                <a:gd name="connsiteY20-1808" fmla="*/ 1035448 h 1562681"/>
                <a:gd name="connsiteX21-1809" fmla="*/ 2126238 w 8393514"/>
                <a:gd name="connsiteY21-1810" fmla="*/ 1083546 h 1562681"/>
                <a:gd name="connsiteX22-1811" fmla="*/ 1317343 w 8393514"/>
                <a:gd name="connsiteY22-1812" fmla="*/ 1156679 h 1562681"/>
                <a:gd name="connsiteX23-1813" fmla="*/ 1009685 w 8393514"/>
                <a:gd name="connsiteY23-1814" fmla="*/ 1145249 h 1562681"/>
                <a:gd name="connsiteX24-1815" fmla="*/ 90523 w 8393514"/>
                <a:gd name="connsiteY24-1816" fmla="*/ 785204 h 1562681"/>
                <a:gd name="connsiteX25-1817" fmla="*/ 22895 w 8393514"/>
                <a:gd name="connsiteY25-1818" fmla="*/ 324194 h 1562681"/>
                <a:gd name="connsiteX26-1819" fmla="*/ 33026 w 8393514"/>
                <a:gd name="connsiteY26-1820" fmla="*/ 300294 h 1562681"/>
                <a:gd name="connsiteX27-1821" fmla="*/ 94142 w 8393514"/>
                <a:gd name="connsiteY27-1822" fmla="*/ 300294 h 1562681"/>
                <a:gd name="connsiteX28-1823" fmla="*/ 76235 w 8393514"/>
                <a:gd name="connsiteY28-1824" fmla="*/ 342292 h 1562681"/>
                <a:gd name="connsiteX29-1825" fmla="*/ 140053 w 8393514"/>
                <a:gd name="connsiteY29-1826" fmla="*/ 758534 h 1562681"/>
                <a:gd name="connsiteX30-1827" fmla="*/ 2361283 w 8393514"/>
                <a:gd name="connsiteY30-1828" fmla="*/ 972847 h 1562681"/>
                <a:gd name="connsiteX31-1829" fmla="*/ 2361890 w 8393514"/>
                <a:gd name="connsiteY31-1830" fmla="*/ 975192 h 1562681"/>
                <a:gd name="connsiteX32-1831" fmla="*/ 2418393 w 8393514"/>
                <a:gd name="connsiteY32-1832" fmla="*/ 959550 h 1562681"/>
                <a:gd name="connsiteX33-1833" fmla="*/ 3300486 w 8393514"/>
                <a:gd name="connsiteY33-1834" fmla="*/ 751395 h 1562681"/>
                <a:gd name="connsiteX34-1835" fmla="*/ 4213357 w 8393514"/>
                <a:gd name="connsiteY34-1836" fmla="*/ 755550 h 1562681"/>
                <a:gd name="connsiteX35-1837" fmla="*/ 4462699 w 8393514"/>
                <a:gd name="connsiteY35-1838" fmla="*/ 1197440 h 1562681"/>
                <a:gd name="connsiteX36-1839" fmla="*/ 4648321 w 8393514"/>
                <a:gd name="connsiteY36-1840" fmla="*/ 1499421 h 1562681"/>
                <a:gd name="connsiteX37-1841" fmla="*/ 5382034 w 8393514"/>
                <a:gd name="connsiteY37-1842" fmla="*/ 953639 h 1562681"/>
                <a:gd name="connsiteX38-1843" fmla="*/ 5554727 w 8393514"/>
                <a:gd name="connsiteY38-1844" fmla="*/ 771249 h 1562681"/>
                <a:gd name="connsiteX39-1845" fmla="*/ 5681246 w 8393514"/>
                <a:gd name="connsiteY39-1846" fmla="*/ 641961 h 1562681"/>
                <a:gd name="connsiteX40-1847" fmla="*/ 6613510 w 8393514"/>
                <a:gd name="connsiteY40-1848" fmla="*/ 42615 h 1562681"/>
                <a:gd name="connsiteX0-1849" fmla="*/ 6613510 w 8393514"/>
                <a:gd name="connsiteY0-1850" fmla="*/ 42615 h 1562681"/>
                <a:gd name="connsiteX1-1851" fmla="*/ 6625977 w 8393514"/>
                <a:gd name="connsiteY1-1852" fmla="*/ 42615 h 1562681"/>
                <a:gd name="connsiteX2-1853" fmla="*/ 7062175 w 8393514"/>
                <a:gd name="connsiteY2-1854" fmla="*/ 617909 h 1562681"/>
                <a:gd name="connsiteX3-1855" fmla="*/ 7221629 w 8393514"/>
                <a:gd name="connsiteY3-1856" fmla="*/ 942095 h 1562681"/>
                <a:gd name="connsiteX4-1857" fmla="*/ 8348876 w 8393514"/>
                <a:gd name="connsiteY4-1858" fmla="*/ 708437 h 1562681"/>
                <a:gd name="connsiteX5-1859" fmla="*/ 8393514 w 8393514"/>
                <a:gd name="connsiteY5-1860" fmla="*/ 757027 h 1562681"/>
                <a:gd name="connsiteX6-1861" fmla="*/ 7211471 w 8393514"/>
                <a:gd name="connsiteY6-1862" fmla="*/ 1001660 h 1562681"/>
                <a:gd name="connsiteX7-1863" fmla="*/ 7023079 w 8393514"/>
                <a:gd name="connsiteY7-1864" fmla="*/ 642422 h 1562681"/>
                <a:gd name="connsiteX8-1865" fmla="*/ 6625054 w 8393514"/>
                <a:gd name="connsiteY8-1866" fmla="*/ 103104 h 1562681"/>
                <a:gd name="connsiteX9-1867" fmla="*/ 6613972 w 8393514"/>
                <a:gd name="connsiteY9-1868" fmla="*/ 103104 h 1562681"/>
                <a:gd name="connsiteX10-1869" fmla="*/ 5725111 w 8393514"/>
                <a:gd name="connsiteY10-1870" fmla="*/ 683518 h 1562681"/>
                <a:gd name="connsiteX11-1871" fmla="*/ 5596746 w 8393514"/>
                <a:gd name="connsiteY11-1872" fmla="*/ 815115 h 1562681"/>
                <a:gd name="connsiteX12-1873" fmla="*/ 5426824 w 8393514"/>
                <a:gd name="connsiteY12-1874" fmla="*/ 994272 h 1562681"/>
                <a:gd name="connsiteX13-1875" fmla="*/ 5037572 w 8393514"/>
                <a:gd name="connsiteY13-1876" fmla="*/ 1384909 h 1562681"/>
                <a:gd name="connsiteX14-1877" fmla="*/ 4680181 w 8393514"/>
                <a:gd name="connsiteY14-1878" fmla="*/ 1562681 h 1562681"/>
                <a:gd name="connsiteX15-1879" fmla="*/ 4637239 w 8393514"/>
                <a:gd name="connsiteY15-1880" fmla="*/ 1558525 h 1562681"/>
                <a:gd name="connsiteX16-1881" fmla="*/ 4405443 w 8393514"/>
                <a:gd name="connsiteY16-1882" fmla="*/ 1214987 h 1562681"/>
                <a:gd name="connsiteX17-1883" fmla="*/ 4179650 w 8393514"/>
                <a:gd name="connsiteY17-1884" fmla="*/ 805418 h 1562681"/>
                <a:gd name="connsiteX18-1885" fmla="*/ 3311567 w 8393514"/>
                <a:gd name="connsiteY18-1886" fmla="*/ 810498 h 1562681"/>
                <a:gd name="connsiteX19-1887" fmla="*/ 2360834 w 8393514"/>
                <a:gd name="connsiteY19-1888" fmla="*/ 1037676 h 1562681"/>
                <a:gd name="connsiteX20-1889" fmla="*/ 2342497 w 8393514"/>
                <a:gd name="connsiteY20-1890" fmla="*/ 1035448 h 1562681"/>
                <a:gd name="connsiteX21-1891" fmla="*/ 2126238 w 8393514"/>
                <a:gd name="connsiteY21-1892" fmla="*/ 1083546 h 1562681"/>
                <a:gd name="connsiteX22-1893" fmla="*/ 1317343 w 8393514"/>
                <a:gd name="connsiteY22-1894" fmla="*/ 1156679 h 1562681"/>
                <a:gd name="connsiteX23-1895" fmla="*/ 1009685 w 8393514"/>
                <a:gd name="connsiteY23-1896" fmla="*/ 1145249 h 1562681"/>
                <a:gd name="connsiteX24-1897" fmla="*/ 90523 w 8393514"/>
                <a:gd name="connsiteY24-1898" fmla="*/ 785204 h 1562681"/>
                <a:gd name="connsiteX25-1899" fmla="*/ 22895 w 8393514"/>
                <a:gd name="connsiteY25-1900" fmla="*/ 324194 h 1562681"/>
                <a:gd name="connsiteX26-1901" fmla="*/ 33026 w 8393514"/>
                <a:gd name="connsiteY26-1902" fmla="*/ 300294 h 1562681"/>
                <a:gd name="connsiteX27-1903" fmla="*/ 94142 w 8393514"/>
                <a:gd name="connsiteY27-1904" fmla="*/ 300294 h 1562681"/>
                <a:gd name="connsiteX28-1905" fmla="*/ 76235 w 8393514"/>
                <a:gd name="connsiteY28-1906" fmla="*/ 342292 h 1562681"/>
                <a:gd name="connsiteX29-1907" fmla="*/ 140053 w 8393514"/>
                <a:gd name="connsiteY29-1908" fmla="*/ 758534 h 1562681"/>
                <a:gd name="connsiteX30-1909" fmla="*/ 2361283 w 8393514"/>
                <a:gd name="connsiteY30-1910" fmla="*/ 972847 h 1562681"/>
                <a:gd name="connsiteX31-1911" fmla="*/ 2361890 w 8393514"/>
                <a:gd name="connsiteY31-1912" fmla="*/ 975192 h 1562681"/>
                <a:gd name="connsiteX32-1913" fmla="*/ 2418393 w 8393514"/>
                <a:gd name="connsiteY32-1914" fmla="*/ 959550 h 1562681"/>
                <a:gd name="connsiteX33-1915" fmla="*/ 3300486 w 8393514"/>
                <a:gd name="connsiteY33-1916" fmla="*/ 751395 h 1562681"/>
                <a:gd name="connsiteX34-1917" fmla="*/ 4213357 w 8393514"/>
                <a:gd name="connsiteY34-1918" fmla="*/ 755550 h 1562681"/>
                <a:gd name="connsiteX35-1919" fmla="*/ 4462699 w 8393514"/>
                <a:gd name="connsiteY35-1920" fmla="*/ 1197440 h 1562681"/>
                <a:gd name="connsiteX36-1921" fmla="*/ 4648321 w 8393514"/>
                <a:gd name="connsiteY36-1922" fmla="*/ 1499421 h 1562681"/>
                <a:gd name="connsiteX37-1923" fmla="*/ 5382034 w 8393514"/>
                <a:gd name="connsiteY37-1924" fmla="*/ 953639 h 1562681"/>
                <a:gd name="connsiteX38-1925" fmla="*/ 5554727 w 8393514"/>
                <a:gd name="connsiteY38-1926" fmla="*/ 771249 h 1562681"/>
                <a:gd name="connsiteX39-1927" fmla="*/ 5681246 w 8393514"/>
                <a:gd name="connsiteY39-1928" fmla="*/ 641961 h 1562681"/>
                <a:gd name="connsiteX40-1929" fmla="*/ 6613510 w 8393514"/>
                <a:gd name="connsiteY40-1930" fmla="*/ 42615 h 1562681"/>
                <a:gd name="connsiteX0-1931" fmla="*/ 6613510 w 8393514"/>
                <a:gd name="connsiteY0-1932" fmla="*/ 42615 h 1562681"/>
                <a:gd name="connsiteX1-1933" fmla="*/ 6625977 w 8393514"/>
                <a:gd name="connsiteY1-1934" fmla="*/ 42615 h 1562681"/>
                <a:gd name="connsiteX2-1935" fmla="*/ 7062175 w 8393514"/>
                <a:gd name="connsiteY2-1936" fmla="*/ 617909 h 1562681"/>
                <a:gd name="connsiteX3-1937" fmla="*/ 7221629 w 8393514"/>
                <a:gd name="connsiteY3-1938" fmla="*/ 942095 h 1562681"/>
                <a:gd name="connsiteX4-1939" fmla="*/ 8348876 w 8393514"/>
                <a:gd name="connsiteY4-1940" fmla="*/ 708437 h 1562681"/>
                <a:gd name="connsiteX5-1941" fmla="*/ 8393514 w 8393514"/>
                <a:gd name="connsiteY5-1942" fmla="*/ 757027 h 1562681"/>
                <a:gd name="connsiteX6-1943" fmla="*/ 7211471 w 8393514"/>
                <a:gd name="connsiteY6-1944" fmla="*/ 1001660 h 1562681"/>
                <a:gd name="connsiteX7-1945" fmla="*/ 7023079 w 8393514"/>
                <a:gd name="connsiteY7-1946" fmla="*/ 642422 h 1562681"/>
                <a:gd name="connsiteX8-1947" fmla="*/ 6625054 w 8393514"/>
                <a:gd name="connsiteY8-1948" fmla="*/ 103104 h 1562681"/>
                <a:gd name="connsiteX9-1949" fmla="*/ 6613972 w 8393514"/>
                <a:gd name="connsiteY9-1950" fmla="*/ 103104 h 1562681"/>
                <a:gd name="connsiteX10-1951" fmla="*/ 5725111 w 8393514"/>
                <a:gd name="connsiteY10-1952" fmla="*/ 683518 h 1562681"/>
                <a:gd name="connsiteX11-1953" fmla="*/ 5596746 w 8393514"/>
                <a:gd name="connsiteY11-1954" fmla="*/ 815115 h 1562681"/>
                <a:gd name="connsiteX12-1955" fmla="*/ 5426824 w 8393514"/>
                <a:gd name="connsiteY12-1956" fmla="*/ 994272 h 1562681"/>
                <a:gd name="connsiteX13-1957" fmla="*/ 5037572 w 8393514"/>
                <a:gd name="connsiteY13-1958" fmla="*/ 1384909 h 1562681"/>
                <a:gd name="connsiteX14-1959" fmla="*/ 4680181 w 8393514"/>
                <a:gd name="connsiteY14-1960" fmla="*/ 1562681 h 1562681"/>
                <a:gd name="connsiteX15-1961" fmla="*/ 4637239 w 8393514"/>
                <a:gd name="connsiteY15-1962" fmla="*/ 1558525 h 1562681"/>
                <a:gd name="connsiteX16-1963" fmla="*/ 4405443 w 8393514"/>
                <a:gd name="connsiteY16-1964" fmla="*/ 1214987 h 1562681"/>
                <a:gd name="connsiteX17-1965" fmla="*/ 4179650 w 8393514"/>
                <a:gd name="connsiteY17-1966" fmla="*/ 805418 h 1562681"/>
                <a:gd name="connsiteX18-1967" fmla="*/ 3311567 w 8393514"/>
                <a:gd name="connsiteY18-1968" fmla="*/ 810498 h 1562681"/>
                <a:gd name="connsiteX19-1969" fmla="*/ 2360834 w 8393514"/>
                <a:gd name="connsiteY19-1970" fmla="*/ 1037676 h 1562681"/>
                <a:gd name="connsiteX20-1971" fmla="*/ 2342497 w 8393514"/>
                <a:gd name="connsiteY20-1972" fmla="*/ 1035448 h 1562681"/>
                <a:gd name="connsiteX21-1973" fmla="*/ 2126238 w 8393514"/>
                <a:gd name="connsiteY21-1974" fmla="*/ 1083546 h 1562681"/>
                <a:gd name="connsiteX22-1975" fmla="*/ 1317343 w 8393514"/>
                <a:gd name="connsiteY22-1976" fmla="*/ 1156679 h 1562681"/>
                <a:gd name="connsiteX23-1977" fmla="*/ 1009685 w 8393514"/>
                <a:gd name="connsiteY23-1978" fmla="*/ 1145249 h 1562681"/>
                <a:gd name="connsiteX24-1979" fmla="*/ 90523 w 8393514"/>
                <a:gd name="connsiteY24-1980" fmla="*/ 785204 h 1562681"/>
                <a:gd name="connsiteX25-1981" fmla="*/ 22895 w 8393514"/>
                <a:gd name="connsiteY25-1982" fmla="*/ 324194 h 1562681"/>
                <a:gd name="connsiteX26-1983" fmla="*/ 33026 w 8393514"/>
                <a:gd name="connsiteY26-1984" fmla="*/ 300294 h 1562681"/>
                <a:gd name="connsiteX27-1985" fmla="*/ 94142 w 8393514"/>
                <a:gd name="connsiteY27-1986" fmla="*/ 300294 h 1562681"/>
                <a:gd name="connsiteX28-1987" fmla="*/ 76235 w 8393514"/>
                <a:gd name="connsiteY28-1988" fmla="*/ 342292 h 1562681"/>
                <a:gd name="connsiteX29-1989" fmla="*/ 140053 w 8393514"/>
                <a:gd name="connsiteY29-1990" fmla="*/ 758534 h 1562681"/>
                <a:gd name="connsiteX30-1991" fmla="*/ 2361283 w 8393514"/>
                <a:gd name="connsiteY30-1992" fmla="*/ 972847 h 1562681"/>
                <a:gd name="connsiteX31-1993" fmla="*/ 2361890 w 8393514"/>
                <a:gd name="connsiteY31-1994" fmla="*/ 975192 h 1562681"/>
                <a:gd name="connsiteX32-1995" fmla="*/ 2418393 w 8393514"/>
                <a:gd name="connsiteY32-1996" fmla="*/ 959550 h 1562681"/>
                <a:gd name="connsiteX33-1997" fmla="*/ 3300486 w 8393514"/>
                <a:gd name="connsiteY33-1998" fmla="*/ 751395 h 1562681"/>
                <a:gd name="connsiteX34-1999" fmla="*/ 4213357 w 8393514"/>
                <a:gd name="connsiteY34-2000" fmla="*/ 755550 h 1562681"/>
                <a:gd name="connsiteX35-2001" fmla="*/ 4462699 w 8393514"/>
                <a:gd name="connsiteY35-2002" fmla="*/ 1197440 h 1562681"/>
                <a:gd name="connsiteX36-2003" fmla="*/ 4648321 w 8393514"/>
                <a:gd name="connsiteY36-2004" fmla="*/ 1499421 h 1562681"/>
                <a:gd name="connsiteX37-2005" fmla="*/ 5382034 w 8393514"/>
                <a:gd name="connsiteY37-2006" fmla="*/ 953639 h 1562681"/>
                <a:gd name="connsiteX38-2007" fmla="*/ 5554727 w 8393514"/>
                <a:gd name="connsiteY38-2008" fmla="*/ 771249 h 1562681"/>
                <a:gd name="connsiteX39-2009" fmla="*/ 5681246 w 8393514"/>
                <a:gd name="connsiteY39-2010" fmla="*/ 641961 h 1562681"/>
                <a:gd name="connsiteX40-2011" fmla="*/ 6613510 w 8393514"/>
                <a:gd name="connsiteY40-2012" fmla="*/ 42615 h 1562681"/>
                <a:gd name="connsiteX0-2013" fmla="*/ 6613510 w 8393514"/>
                <a:gd name="connsiteY0-2014" fmla="*/ 42615 h 1562681"/>
                <a:gd name="connsiteX1-2015" fmla="*/ 6625977 w 8393514"/>
                <a:gd name="connsiteY1-2016" fmla="*/ 42615 h 1562681"/>
                <a:gd name="connsiteX2-2017" fmla="*/ 7062175 w 8393514"/>
                <a:gd name="connsiteY2-2018" fmla="*/ 617909 h 1562681"/>
                <a:gd name="connsiteX3-2019" fmla="*/ 7221629 w 8393514"/>
                <a:gd name="connsiteY3-2020" fmla="*/ 942095 h 1562681"/>
                <a:gd name="connsiteX4-2021" fmla="*/ 8348876 w 8393514"/>
                <a:gd name="connsiteY4-2022" fmla="*/ 708437 h 1562681"/>
                <a:gd name="connsiteX5-2023" fmla="*/ 8393514 w 8393514"/>
                <a:gd name="connsiteY5-2024" fmla="*/ 757027 h 1562681"/>
                <a:gd name="connsiteX6-2025" fmla="*/ 7211471 w 8393514"/>
                <a:gd name="connsiteY6-2026" fmla="*/ 1001660 h 1562681"/>
                <a:gd name="connsiteX7-2027" fmla="*/ 7023079 w 8393514"/>
                <a:gd name="connsiteY7-2028" fmla="*/ 642422 h 1562681"/>
                <a:gd name="connsiteX8-2029" fmla="*/ 6625054 w 8393514"/>
                <a:gd name="connsiteY8-2030" fmla="*/ 103104 h 1562681"/>
                <a:gd name="connsiteX9-2031" fmla="*/ 6613972 w 8393514"/>
                <a:gd name="connsiteY9-2032" fmla="*/ 103104 h 1562681"/>
                <a:gd name="connsiteX10-2033" fmla="*/ 5725111 w 8393514"/>
                <a:gd name="connsiteY10-2034" fmla="*/ 683518 h 1562681"/>
                <a:gd name="connsiteX11-2035" fmla="*/ 5596746 w 8393514"/>
                <a:gd name="connsiteY11-2036" fmla="*/ 815115 h 1562681"/>
                <a:gd name="connsiteX12-2037" fmla="*/ 5426824 w 8393514"/>
                <a:gd name="connsiteY12-2038" fmla="*/ 994272 h 1562681"/>
                <a:gd name="connsiteX13-2039" fmla="*/ 5037572 w 8393514"/>
                <a:gd name="connsiteY13-2040" fmla="*/ 1384909 h 1562681"/>
                <a:gd name="connsiteX14-2041" fmla="*/ 4680181 w 8393514"/>
                <a:gd name="connsiteY14-2042" fmla="*/ 1562681 h 1562681"/>
                <a:gd name="connsiteX15-2043" fmla="*/ 4637239 w 8393514"/>
                <a:gd name="connsiteY15-2044" fmla="*/ 1558525 h 1562681"/>
                <a:gd name="connsiteX16-2045" fmla="*/ 4405443 w 8393514"/>
                <a:gd name="connsiteY16-2046" fmla="*/ 1214987 h 1562681"/>
                <a:gd name="connsiteX17-2047" fmla="*/ 4179650 w 8393514"/>
                <a:gd name="connsiteY17-2048" fmla="*/ 805418 h 1562681"/>
                <a:gd name="connsiteX18-2049" fmla="*/ 3311567 w 8393514"/>
                <a:gd name="connsiteY18-2050" fmla="*/ 810498 h 1562681"/>
                <a:gd name="connsiteX19-2051" fmla="*/ 2360834 w 8393514"/>
                <a:gd name="connsiteY19-2052" fmla="*/ 1037676 h 1562681"/>
                <a:gd name="connsiteX20-2053" fmla="*/ 2342497 w 8393514"/>
                <a:gd name="connsiteY20-2054" fmla="*/ 1035448 h 1562681"/>
                <a:gd name="connsiteX21-2055" fmla="*/ 2126238 w 8393514"/>
                <a:gd name="connsiteY21-2056" fmla="*/ 1083546 h 1562681"/>
                <a:gd name="connsiteX22-2057" fmla="*/ 1317343 w 8393514"/>
                <a:gd name="connsiteY22-2058" fmla="*/ 1156679 h 1562681"/>
                <a:gd name="connsiteX23-2059" fmla="*/ 1009685 w 8393514"/>
                <a:gd name="connsiteY23-2060" fmla="*/ 1145249 h 1562681"/>
                <a:gd name="connsiteX24-2061" fmla="*/ 90523 w 8393514"/>
                <a:gd name="connsiteY24-2062" fmla="*/ 785204 h 1562681"/>
                <a:gd name="connsiteX25-2063" fmla="*/ 22895 w 8393514"/>
                <a:gd name="connsiteY25-2064" fmla="*/ 324194 h 1562681"/>
                <a:gd name="connsiteX26-2065" fmla="*/ 33026 w 8393514"/>
                <a:gd name="connsiteY26-2066" fmla="*/ 300294 h 1562681"/>
                <a:gd name="connsiteX27-2067" fmla="*/ 94142 w 8393514"/>
                <a:gd name="connsiteY27-2068" fmla="*/ 300294 h 1562681"/>
                <a:gd name="connsiteX28-2069" fmla="*/ 76235 w 8393514"/>
                <a:gd name="connsiteY28-2070" fmla="*/ 342292 h 1562681"/>
                <a:gd name="connsiteX29-2071" fmla="*/ 140053 w 8393514"/>
                <a:gd name="connsiteY29-2072" fmla="*/ 758534 h 1562681"/>
                <a:gd name="connsiteX30-2073" fmla="*/ 2361283 w 8393514"/>
                <a:gd name="connsiteY30-2074" fmla="*/ 972847 h 1562681"/>
                <a:gd name="connsiteX31-2075" fmla="*/ 2361890 w 8393514"/>
                <a:gd name="connsiteY31-2076" fmla="*/ 975192 h 1562681"/>
                <a:gd name="connsiteX32-2077" fmla="*/ 2418393 w 8393514"/>
                <a:gd name="connsiteY32-2078" fmla="*/ 959550 h 1562681"/>
                <a:gd name="connsiteX33-2079" fmla="*/ 3300486 w 8393514"/>
                <a:gd name="connsiteY33-2080" fmla="*/ 751395 h 1562681"/>
                <a:gd name="connsiteX34-2081" fmla="*/ 4213357 w 8393514"/>
                <a:gd name="connsiteY34-2082" fmla="*/ 755550 h 1562681"/>
                <a:gd name="connsiteX35-2083" fmla="*/ 4462699 w 8393514"/>
                <a:gd name="connsiteY35-2084" fmla="*/ 1197440 h 1562681"/>
                <a:gd name="connsiteX36-2085" fmla="*/ 4648321 w 8393514"/>
                <a:gd name="connsiteY36-2086" fmla="*/ 1499421 h 1562681"/>
                <a:gd name="connsiteX37-2087" fmla="*/ 5382034 w 8393514"/>
                <a:gd name="connsiteY37-2088" fmla="*/ 953639 h 1562681"/>
                <a:gd name="connsiteX38-2089" fmla="*/ 5554727 w 8393514"/>
                <a:gd name="connsiteY38-2090" fmla="*/ 771249 h 1562681"/>
                <a:gd name="connsiteX39-2091" fmla="*/ 5681246 w 8393514"/>
                <a:gd name="connsiteY39-2092" fmla="*/ 641961 h 1562681"/>
                <a:gd name="connsiteX40-2093" fmla="*/ 6613510 w 8393514"/>
                <a:gd name="connsiteY40-2094" fmla="*/ 42615 h 1562681"/>
                <a:gd name="connsiteX0-2095" fmla="*/ 6613510 w 8393514"/>
                <a:gd name="connsiteY0-2096" fmla="*/ 8124 h 1528190"/>
                <a:gd name="connsiteX1-2097" fmla="*/ 6625977 w 8393514"/>
                <a:gd name="connsiteY1-2098" fmla="*/ 8124 h 1528190"/>
                <a:gd name="connsiteX2-2099" fmla="*/ 7062175 w 8393514"/>
                <a:gd name="connsiteY2-2100" fmla="*/ 583418 h 1528190"/>
                <a:gd name="connsiteX3-2101" fmla="*/ 7221629 w 8393514"/>
                <a:gd name="connsiteY3-2102" fmla="*/ 907604 h 1528190"/>
                <a:gd name="connsiteX4-2103" fmla="*/ 8348876 w 8393514"/>
                <a:gd name="connsiteY4-2104" fmla="*/ 673946 h 1528190"/>
                <a:gd name="connsiteX5-2105" fmla="*/ 8393514 w 8393514"/>
                <a:gd name="connsiteY5-2106" fmla="*/ 722536 h 1528190"/>
                <a:gd name="connsiteX6-2107" fmla="*/ 7211471 w 8393514"/>
                <a:gd name="connsiteY6-2108" fmla="*/ 967169 h 1528190"/>
                <a:gd name="connsiteX7-2109" fmla="*/ 7023079 w 8393514"/>
                <a:gd name="connsiteY7-2110" fmla="*/ 607931 h 1528190"/>
                <a:gd name="connsiteX8-2111" fmla="*/ 6625054 w 8393514"/>
                <a:gd name="connsiteY8-2112" fmla="*/ 68613 h 1528190"/>
                <a:gd name="connsiteX9-2113" fmla="*/ 6613972 w 8393514"/>
                <a:gd name="connsiteY9-2114" fmla="*/ 68613 h 1528190"/>
                <a:gd name="connsiteX10-2115" fmla="*/ 5725111 w 8393514"/>
                <a:gd name="connsiteY10-2116" fmla="*/ 649027 h 1528190"/>
                <a:gd name="connsiteX11-2117" fmla="*/ 5596746 w 8393514"/>
                <a:gd name="connsiteY11-2118" fmla="*/ 780624 h 1528190"/>
                <a:gd name="connsiteX12-2119" fmla="*/ 5426824 w 8393514"/>
                <a:gd name="connsiteY12-2120" fmla="*/ 959781 h 1528190"/>
                <a:gd name="connsiteX13-2121" fmla="*/ 5037572 w 8393514"/>
                <a:gd name="connsiteY13-2122" fmla="*/ 1350418 h 1528190"/>
                <a:gd name="connsiteX14-2123" fmla="*/ 4680181 w 8393514"/>
                <a:gd name="connsiteY14-2124" fmla="*/ 1528190 h 1528190"/>
                <a:gd name="connsiteX15-2125" fmla="*/ 4637239 w 8393514"/>
                <a:gd name="connsiteY15-2126" fmla="*/ 1524034 h 1528190"/>
                <a:gd name="connsiteX16-2127" fmla="*/ 4405443 w 8393514"/>
                <a:gd name="connsiteY16-2128" fmla="*/ 1180496 h 1528190"/>
                <a:gd name="connsiteX17-2129" fmla="*/ 4179650 w 8393514"/>
                <a:gd name="connsiteY17-2130" fmla="*/ 770927 h 1528190"/>
                <a:gd name="connsiteX18-2131" fmla="*/ 3311567 w 8393514"/>
                <a:gd name="connsiteY18-2132" fmla="*/ 776007 h 1528190"/>
                <a:gd name="connsiteX19-2133" fmla="*/ 2360834 w 8393514"/>
                <a:gd name="connsiteY19-2134" fmla="*/ 1003185 h 1528190"/>
                <a:gd name="connsiteX20-2135" fmla="*/ 2342497 w 8393514"/>
                <a:gd name="connsiteY20-2136" fmla="*/ 1000957 h 1528190"/>
                <a:gd name="connsiteX21-2137" fmla="*/ 2126238 w 8393514"/>
                <a:gd name="connsiteY21-2138" fmla="*/ 1049055 h 1528190"/>
                <a:gd name="connsiteX22-2139" fmla="*/ 1317343 w 8393514"/>
                <a:gd name="connsiteY22-2140" fmla="*/ 1122188 h 1528190"/>
                <a:gd name="connsiteX23-2141" fmla="*/ 1009685 w 8393514"/>
                <a:gd name="connsiteY23-2142" fmla="*/ 1110758 h 1528190"/>
                <a:gd name="connsiteX24-2143" fmla="*/ 90523 w 8393514"/>
                <a:gd name="connsiteY24-2144" fmla="*/ 750713 h 1528190"/>
                <a:gd name="connsiteX25-2145" fmla="*/ 22895 w 8393514"/>
                <a:gd name="connsiteY25-2146" fmla="*/ 289703 h 1528190"/>
                <a:gd name="connsiteX26-2147" fmla="*/ 33026 w 8393514"/>
                <a:gd name="connsiteY26-2148" fmla="*/ 265803 h 1528190"/>
                <a:gd name="connsiteX27-2149" fmla="*/ 94142 w 8393514"/>
                <a:gd name="connsiteY27-2150" fmla="*/ 265803 h 1528190"/>
                <a:gd name="connsiteX28-2151" fmla="*/ 76235 w 8393514"/>
                <a:gd name="connsiteY28-2152" fmla="*/ 307801 h 1528190"/>
                <a:gd name="connsiteX29-2153" fmla="*/ 140053 w 8393514"/>
                <a:gd name="connsiteY29-2154" fmla="*/ 724043 h 1528190"/>
                <a:gd name="connsiteX30-2155" fmla="*/ 2361283 w 8393514"/>
                <a:gd name="connsiteY30-2156" fmla="*/ 938356 h 1528190"/>
                <a:gd name="connsiteX31-2157" fmla="*/ 2361890 w 8393514"/>
                <a:gd name="connsiteY31-2158" fmla="*/ 940701 h 1528190"/>
                <a:gd name="connsiteX32-2159" fmla="*/ 2418393 w 8393514"/>
                <a:gd name="connsiteY32-2160" fmla="*/ 925059 h 1528190"/>
                <a:gd name="connsiteX33-2161" fmla="*/ 3300486 w 8393514"/>
                <a:gd name="connsiteY33-2162" fmla="*/ 716904 h 1528190"/>
                <a:gd name="connsiteX34-2163" fmla="*/ 4213357 w 8393514"/>
                <a:gd name="connsiteY34-2164" fmla="*/ 721059 h 1528190"/>
                <a:gd name="connsiteX35-2165" fmla="*/ 4462699 w 8393514"/>
                <a:gd name="connsiteY35-2166" fmla="*/ 1162949 h 1528190"/>
                <a:gd name="connsiteX36-2167" fmla="*/ 4648321 w 8393514"/>
                <a:gd name="connsiteY36-2168" fmla="*/ 1464930 h 1528190"/>
                <a:gd name="connsiteX37-2169" fmla="*/ 5382034 w 8393514"/>
                <a:gd name="connsiteY37-2170" fmla="*/ 919148 h 1528190"/>
                <a:gd name="connsiteX38-2171" fmla="*/ 5554727 w 8393514"/>
                <a:gd name="connsiteY38-2172" fmla="*/ 736758 h 1528190"/>
                <a:gd name="connsiteX39-2173" fmla="*/ 5681246 w 8393514"/>
                <a:gd name="connsiteY39-2174" fmla="*/ 607470 h 1528190"/>
                <a:gd name="connsiteX40-2175" fmla="*/ 6613510 w 8393514"/>
                <a:gd name="connsiteY40-2176" fmla="*/ 8124 h 1528190"/>
                <a:gd name="connsiteX0-2177" fmla="*/ 6613510 w 8393514"/>
                <a:gd name="connsiteY0-2178" fmla="*/ 1470 h 1521536"/>
                <a:gd name="connsiteX1-2179" fmla="*/ 6625977 w 8393514"/>
                <a:gd name="connsiteY1-2180" fmla="*/ 1470 h 1521536"/>
                <a:gd name="connsiteX2-2181" fmla="*/ 7062175 w 8393514"/>
                <a:gd name="connsiteY2-2182" fmla="*/ 576764 h 1521536"/>
                <a:gd name="connsiteX3-2183" fmla="*/ 7221629 w 8393514"/>
                <a:gd name="connsiteY3-2184" fmla="*/ 900950 h 1521536"/>
                <a:gd name="connsiteX4-2185" fmla="*/ 8348876 w 8393514"/>
                <a:gd name="connsiteY4-2186" fmla="*/ 667292 h 1521536"/>
                <a:gd name="connsiteX5-2187" fmla="*/ 8393514 w 8393514"/>
                <a:gd name="connsiteY5-2188" fmla="*/ 715882 h 1521536"/>
                <a:gd name="connsiteX6-2189" fmla="*/ 7211471 w 8393514"/>
                <a:gd name="connsiteY6-2190" fmla="*/ 960515 h 1521536"/>
                <a:gd name="connsiteX7-2191" fmla="*/ 7023079 w 8393514"/>
                <a:gd name="connsiteY7-2192" fmla="*/ 601277 h 1521536"/>
                <a:gd name="connsiteX8-2193" fmla="*/ 6625054 w 8393514"/>
                <a:gd name="connsiteY8-2194" fmla="*/ 61959 h 1521536"/>
                <a:gd name="connsiteX9-2195" fmla="*/ 6613972 w 8393514"/>
                <a:gd name="connsiteY9-2196" fmla="*/ 61959 h 1521536"/>
                <a:gd name="connsiteX10-2197" fmla="*/ 5725111 w 8393514"/>
                <a:gd name="connsiteY10-2198" fmla="*/ 642373 h 1521536"/>
                <a:gd name="connsiteX11-2199" fmla="*/ 5596746 w 8393514"/>
                <a:gd name="connsiteY11-2200" fmla="*/ 773970 h 1521536"/>
                <a:gd name="connsiteX12-2201" fmla="*/ 5426824 w 8393514"/>
                <a:gd name="connsiteY12-2202" fmla="*/ 953127 h 1521536"/>
                <a:gd name="connsiteX13-2203" fmla="*/ 5037572 w 8393514"/>
                <a:gd name="connsiteY13-2204" fmla="*/ 1343764 h 1521536"/>
                <a:gd name="connsiteX14-2205" fmla="*/ 4680181 w 8393514"/>
                <a:gd name="connsiteY14-2206" fmla="*/ 1521536 h 1521536"/>
                <a:gd name="connsiteX15-2207" fmla="*/ 4637239 w 8393514"/>
                <a:gd name="connsiteY15-2208" fmla="*/ 1517380 h 1521536"/>
                <a:gd name="connsiteX16-2209" fmla="*/ 4405443 w 8393514"/>
                <a:gd name="connsiteY16-2210" fmla="*/ 1173842 h 1521536"/>
                <a:gd name="connsiteX17-2211" fmla="*/ 4179650 w 8393514"/>
                <a:gd name="connsiteY17-2212" fmla="*/ 764273 h 1521536"/>
                <a:gd name="connsiteX18-2213" fmla="*/ 3311567 w 8393514"/>
                <a:gd name="connsiteY18-2214" fmla="*/ 769353 h 1521536"/>
                <a:gd name="connsiteX19-2215" fmla="*/ 2360834 w 8393514"/>
                <a:gd name="connsiteY19-2216" fmla="*/ 996531 h 1521536"/>
                <a:gd name="connsiteX20-2217" fmla="*/ 2342497 w 8393514"/>
                <a:gd name="connsiteY20-2218" fmla="*/ 994303 h 1521536"/>
                <a:gd name="connsiteX21-2219" fmla="*/ 2126238 w 8393514"/>
                <a:gd name="connsiteY21-2220" fmla="*/ 1042401 h 1521536"/>
                <a:gd name="connsiteX22-2221" fmla="*/ 1317343 w 8393514"/>
                <a:gd name="connsiteY22-2222" fmla="*/ 1115534 h 1521536"/>
                <a:gd name="connsiteX23-2223" fmla="*/ 1009685 w 8393514"/>
                <a:gd name="connsiteY23-2224" fmla="*/ 1104104 h 1521536"/>
                <a:gd name="connsiteX24-2225" fmla="*/ 90523 w 8393514"/>
                <a:gd name="connsiteY24-2226" fmla="*/ 744059 h 1521536"/>
                <a:gd name="connsiteX25-2227" fmla="*/ 22895 w 8393514"/>
                <a:gd name="connsiteY25-2228" fmla="*/ 283049 h 1521536"/>
                <a:gd name="connsiteX26-2229" fmla="*/ 33026 w 8393514"/>
                <a:gd name="connsiteY26-2230" fmla="*/ 259149 h 1521536"/>
                <a:gd name="connsiteX27-2231" fmla="*/ 94142 w 8393514"/>
                <a:gd name="connsiteY27-2232" fmla="*/ 259149 h 1521536"/>
                <a:gd name="connsiteX28-2233" fmla="*/ 76235 w 8393514"/>
                <a:gd name="connsiteY28-2234" fmla="*/ 301147 h 1521536"/>
                <a:gd name="connsiteX29-2235" fmla="*/ 140053 w 8393514"/>
                <a:gd name="connsiteY29-2236" fmla="*/ 717389 h 1521536"/>
                <a:gd name="connsiteX30-2237" fmla="*/ 2361283 w 8393514"/>
                <a:gd name="connsiteY30-2238" fmla="*/ 931702 h 1521536"/>
                <a:gd name="connsiteX31-2239" fmla="*/ 2361890 w 8393514"/>
                <a:gd name="connsiteY31-2240" fmla="*/ 934047 h 1521536"/>
                <a:gd name="connsiteX32-2241" fmla="*/ 2418393 w 8393514"/>
                <a:gd name="connsiteY32-2242" fmla="*/ 918405 h 1521536"/>
                <a:gd name="connsiteX33-2243" fmla="*/ 3300486 w 8393514"/>
                <a:gd name="connsiteY33-2244" fmla="*/ 710250 h 1521536"/>
                <a:gd name="connsiteX34-2245" fmla="*/ 4213357 w 8393514"/>
                <a:gd name="connsiteY34-2246" fmla="*/ 714405 h 1521536"/>
                <a:gd name="connsiteX35-2247" fmla="*/ 4462699 w 8393514"/>
                <a:gd name="connsiteY35-2248" fmla="*/ 1156295 h 1521536"/>
                <a:gd name="connsiteX36-2249" fmla="*/ 4648321 w 8393514"/>
                <a:gd name="connsiteY36-2250" fmla="*/ 1458276 h 1521536"/>
                <a:gd name="connsiteX37-2251" fmla="*/ 5382034 w 8393514"/>
                <a:gd name="connsiteY37-2252" fmla="*/ 912494 h 1521536"/>
                <a:gd name="connsiteX38-2253" fmla="*/ 5554727 w 8393514"/>
                <a:gd name="connsiteY38-2254" fmla="*/ 730104 h 1521536"/>
                <a:gd name="connsiteX39-2255" fmla="*/ 5681246 w 8393514"/>
                <a:gd name="connsiteY39-2256" fmla="*/ 600816 h 1521536"/>
                <a:gd name="connsiteX40-2257" fmla="*/ 6613510 w 8393514"/>
                <a:gd name="connsiteY40-2258" fmla="*/ 1470 h 1521536"/>
                <a:gd name="connsiteX0-2259" fmla="*/ 6613510 w 8393514"/>
                <a:gd name="connsiteY0-2260" fmla="*/ 30305 h 1550371"/>
                <a:gd name="connsiteX1-2261" fmla="*/ 6625977 w 8393514"/>
                <a:gd name="connsiteY1-2262" fmla="*/ 30305 h 1550371"/>
                <a:gd name="connsiteX2-2263" fmla="*/ 7062175 w 8393514"/>
                <a:gd name="connsiteY2-2264" fmla="*/ 605599 h 1550371"/>
                <a:gd name="connsiteX3-2265" fmla="*/ 7221629 w 8393514"/>
                <a:gd name="connsiteY3-2266" fmla="*/ 929785 h 1550371"/>
                <a:gd name="connsiteX4-2267" fmla="*/ 8348876 w 8393514"/>
                <a:gd name="connsiteY4-2268" fmla="*/ 696127 h 1550371"/>
                <a:gd name="connsiteX5-2269" fmla="*/ 8393514 w 8393514"/>
                <a:gd name="connsiteY5-2270" fmla="*/ 744717 h 1550371"/>
                <a:gd name="connsiteX6-2271" fmla="*/ 7211471 w 8393514"/>
                <a:gd name="connsiteY6-2272" fmla="*/ 989350 h 1550371"/>
                <a:gd name="connsiteX7-2273" fmla="*/ 7023079 w 8393514"/>
                <a:gd name="connsiteY7-2274" fmla="*/ 630112 h 1550371"/>
                <a:gd name="connsiteX8-2275" fmla="*/ 6625054 w 8393514"/>
                <a:gd name="connsiteY8-2276" fmla="*/ 90794 h 1550371"/>
                <a:gd name="connsiteX9-2277" fmla="*/ 6613972 w 8393514"/>
                <a:gd name="connsiteY9-2278" fmla="*/ 90794 h 1550371"/>
                <a:gd name="connsiteX10-2279" fmla="*/ 5725111 w 8393514"/>
                <a:gd name="connsiteY10-2280" fmla="*/ 671208 h 1550371"/>
                <a:gd name="connsiteX11-2281" fmla="*/ 5596746 w 8393514"/>
                <a:gd name="connsiteY11-2282" fmla="*/ 802805 h 1550371"/>
                <a:gd name="connsiteX12-2283" fmla="*/ 5426824 w 8393514"/>
                <a:gd name="connsiteY12-2284" fmla="*/ 981962 h 1550371"/>
                <a:gd name="connsiteX13-2285" fmla="*/ 5037572 w 8393514"/>
                <a:gd name="connsiteY13-2286" fmla="*/ 1372599 h 1550371"/>
                <a:gd name="connsiteX14-2287" fmla="*/ 4680181 w 8393514"/>
                <a:gd name="connsiteY14-2288" fmla="*/ 1550371 h 1550371"/>
                <a:gd name="connsiteX15-2289" fmla="*/ 4637239 w 8393514"/>
                <a:gd name="connsiteY15-2290" fmla="*/ 1546215 h 1550371"/>
                <a:gd name="connsiteX16-2291" fmla="*/ 4405443 w 8393514"/>
                <a:gd name="connsiteY16-2292" fmla="*/ 1202677 h 1550371"/>
                <a:gd name="connsiteX17-2293" fmla="*/ 4179650 w 8393514"/>
                <a:gd name="connsiteY17-2294" fmla="*/ 793108 h 1550371"/>
                <a:gd name="connsiteX18-2295" fmla="*/ 3311567 w 8393514"/>
                <a:gd name="connsiteY18-2296" fmla="*/ 798188 h 1550371"/>
                <a:gd name="connsiteX19-2297" fmla="*/ 2360834 w 8393514"/>
                <a:gd name="connsiteY19-2298" fmla="*/ 1025366 h 1550371"/>
                <a:gd name="connsiteX20-2299" fmla="*/ 2342497 w 8393514"/>
                <a:gd name="connsiteY20-2300" fmla="*/ 1023138 h 1550371"/>
                <a:gd name="connsiteX21-2301" fmla="*/ 2126238 w 8393514"/>
                <a:gd name="connsiteY21-2302" fmla="*/ 1071236 h 1550371"/>
                <a:gd name="connsiteX22-2303" fmla="*/ 1317343 w 8393514"/>
                <a:gd name="connsiteY22-2304" fmla="*/ 1144369 h 1550371"/>
                <a:gd name="connsiteX23-2305" fmla="*/ 1009685 w 8393514"/>
                <a:gd name="connsiteY23-2306" fmla="*/ 1132939 h 1550371"/>
                <a:gd name="connsiteX24-2307" fmla="*/ 90523 w 8393514"/>
                <a:gd name="connsiteY24-2308" fmla="*/ 772894 h 1550371"/>
                <a:gd name="connsiteX25-2309" fmla="*/ 22895 w 8393514"/>
                <a:gd name="connsiteY25-2310" fmla="*/ 311884 h 1550371"/>
                <a:gd name="connsiteX26-2311" fmla="*/ 33026 w 8393514"/>
                <a:gd name="connsiteY26-2312" fmla="*/ 287984 h 1550371"/>
                <a:gd name="connsiteX27-2313" fmla="*/ 94142 w 8393514"/>
                <a:gd name="connsiteY27-2314" fmla="*/ 287984 h 1550371"/>
                <a:gd name="connsiteX28-2315" fmla="*/ 76235 w 8393514"/>
                <a:gd name="connsiteY28-2316" fmla="*/ 329982 h 1550371"/>
                <a:gd name="connsiteX29-2317" fmla="*/ 140053 w 8393514"/>
                <a:gd name="connsiteY29-2318" fmla="*/ 746224 h 1550371"/>
                <a:gd name="connsiteX30-2319" fmla="*/ 2361283 w 8393514"/>
                <a:gd name="connsiteY30-2320" fmla="*/ 960537 h 1550371"/>
                <a:gd name="connsiteX31-2321" fmla="*/ 2361890 w 8393514"/>
                <a:gd name="connsiteY31-2322" fmla="*/ 962882 h 1550371"/>
                <a:gd name="connsiteX32-2323" fmla="*/ 2418393 w 8393514"/>
                <a:gd name="connsiteY32-2324" fmla="*/ 947240 h 1550371"/>
                <a:gd name="connsiteX33-2325" fmla="*/ 3300486 w 8393514"/>
                <a:gd name="connsiteY33-2326" fmla="*/ 739085 h 1550371"/>
                <a:gd name="connsiteX34-2327" fmla="*/ 4213357 w 8393514"/>
                <a:gd name="connsiteY34-2328" fmla="*/ 743240 h 1550371"/>
                <a:gd name="connsiteX35-2329" fmla="*/ 4462699 w 8393514"/>
                <a:gd name="connsiteY35-2330" fmla="*/ 1185130 h 1550371"/>
                <a:gd name="connsiteX36-2331" fmla="*/ 4648321 w 8393514"/>
                <a:gd name="connsiteY36-2332" fmla="*/ 1487111 h 1550371"/>
                <a:gd name="connsiteX37-2333" fmla="*/ 5382034 w 8393514"/>
                <a:gd name="connsiteY37-2334" fmla="*/ 941329 h 1550371"/>
                <a:gd name="connsiteX38-2335" fmla="*/ 5554727 w 8393514"/>
                <a:gd name="connsiteY38-2336" fmla="*/ 758939 h 1550371"/>
                <a:gd name="connsiteX39-2337" fmla="*/ 5681246 w 8393514"/>
                <a:gd name="connsiteY39-2338" fmla="*/ 629651 h 1550371"/>
                <a:gd name="connsiteX40-2339" fmla="*/ 6613510 w 8393514"/>
                <a:gd name="connsiteY40-2340" fmla="*/ 30305 h 1550371"/>
                <a:gd name="connsiteX0-2341" fmla="*/ 6613510 w 8393514"/>
                <a:gd name="connsiteY0-2342" fmla="*/ 1293 h 1521359"/>
                <a:gd name="connsiteX1-2343" fmla="*/ 6625977 w 8393514"/>
                <a:gd name="connsiteY1-2344" fmla="*/ 1293 h 1521359"/>
                <a:gd name="connsiteX2-2345" fmla="*/ 7062175 w 8393514"/>
                <a:gd name="connsiteY2-2346" fmla="*/ 576587 h 1521359"/>
                <a:gd name="connsiteX3-2347" fmla="*/ 7221629 w 8393514"/>
                <a:gd name="connsiteY3-2348" fmla="*/ 900773 h 1521359"/>
                <a:gd name="connsiteX4-2349" fmla="*/ 8348876 w 8393514"/>
                <a:gd name="connsiteY4-2350" fmla="*/ 667115 h 1521359"/>
                <a:gd name="connsiteX5-2351" fmla="*/ 8393514 w 8393514"/>
                <a:gd name="connsiteY5-2352" fmla="*/ 715705 h 1521359"/>
                <a:gd name="connsiteX6-2353" fmla="*/ 7211471 w 8393514"/>
                <a:gd name="connsiteY6-2354" fmla="*/ 960338 h 1521359"/>
                <a:gd name="connsiteX7-2355" fmla="*/ 7023079 w 8393514"/>
                <a:gd name="connsiteY7-2356" fmla="*/ 601100 h 1521359"/>
                <a:gd name="connsiteX8-2357" fmla="*/ 6625054 w 8393514"/>
                <a:gd name="connsiteY8-2358" fmla="*/ 61782 h 1521359"/>
                <a:gd name="connsiteX9-2359" fmla="*/ 6613972 w 8393514"/>
                <a:gd name="connsiteY9-2360" fmla="*/ 61782 h 1521359"/>
                <a:gd name="connsiteX10-2361" fmla="*/ 5725111 w 8393514"/>
                <a:gd name="connsiteY10-2362" fmla="*/ 642196 h 1521359"/>
                <a:gd name="connsiteX11-2363" fmla="*/ 5596746 w 8393514"/>
                <a:gd name="connsiteY11-2364" fmla="*/ 773793 h 1521359"/>
                <a:gd name="connsiteX12-2365" fmla="*/ 5426824 w 8393514"/>
                <a:gd name="connsiteY12-2366" fmla="*/ 952950 h 1521359"/>
                <a:gd name="connsiteX13-2367" fmla="*/ 5037572 w 8393514"/>
                <a:gd name="connsiteY13-2368" fmla="*/ 1343587 h 1521359"/>
                <a:gd name="connsiteX14-2369" fmla="*/ 4680181 w 8393514"/>
                <a:gd name="connsiteY14-2370" fmla="*/ 1521359 h 1521359"/>
                <a:gd name="connsiteX15-2371" fmla="*/ 4637239 w 8393514"/>
                <a:gd name="connsiteY15-2372" fmla="*/ 1517203 h 1521359"/>
                <a:gd name="connsiteX16-2373" fmla="*/ 4405443 w 8393514"/>
                <a:gd name="connsiteY16-2374" fmla="*/ 1173665 h 1521359"/>
                <a:gd name="connsiteX17-2375" fmla="*/ 4179650 w 8393514"/>
                <a:gd name="connsiteY17-2376" fmla="*/ 764096 h 1521359"/>
                <a:gd name="connsiteX18-2377" fmla="*/ 3311567 w 8393514"/>
                <a:gd name="connsiteY18-2378" fmla="*/ 769176 h 1521359"/>
                <a:gd name="connsiteX19-2379" fmla="*/ 2360834 w 8393514"/>
                <a:gd name="connsiteY19-2380" fmla="*/ 996354 h 1521359"/>
                <a:gd name="connsiteX20-2381" fmla="*/ 2342497 w 8393514"/>
                <a:gd name="connsiteY20-2382" fmla="*/ 994126 h 1521359"/>
                <a:gd name="connsiteX21-2383" fmla="*/ 2126238 w 8393514"/>
                <a:gd name="connsiteY21-2384" fmla="*/ 1042224 h 1521359"/>
                <a:gd name="connsiteX22-2385" fmla="*/ 1317343 w 8393514"/>
                <a:gd name="connsiteY22-2386" fmla="*/ 1115357 h 1521359"/>
                <a:gd name="connsiteX23-2387" fmla="*/ 1009685 w 8393514"/>
                <a:gd name="connsiteY23-2388" fmla="*/ 1103927 h 1521359"/>
                <a:gd name="connsiteX24-2389" fmla="*/ 90523 w 8393514"/>
                <a:gd name="connsiteY24-2390" fmla="*/ 743882 h 1521359"/>
                <a:gd name="connsiteX25-2391" fmla="*/ 22895 w 8393514"/>
                <a:gd name="connsiteY25-2392" fmla="*/ 282872 h 1521359"/>
                <a:gd name="connsiteX26-2393" fmla="*/ 33026 w 8393514"/>
                <a:gd name="connsiteY26-2394" fmla="*/ 258972 h 1521359"/>
                <a:gd name="connsiteX27-2395" fmla="*/ 94142 w 8393514"/>
                <a:gd name="connsiteY27-2396" fmla="*/ 258972 h 1521359"/>
                <a:gd name="connsiteX28-2397" fmla="*/ 76235 w 8393514"/>
                <a:gd name="connsiteY28-2398" fmla="*/ 300970 h 1521359"/>
                <a:gd name="connsiteX29-2399" fmla="*/ 140053 w 8393514"/>
                <a:gd name="connsiteY29-2400" fmla="*/ 717212 h 1521359"/>
                <a:gd name="connsiteX30-2401" fmla="*/ 2361283 w 8393514"/>
                <a:gd name="connsiteY30-2402" fmla="*/ 931525 h 1521359"/>
                <a:gd name="connsiteX31-2403" fmla="*/ 2361890 w 8393514"/>
                <a:gd name="connsiteY31-2404" fmla="*/ 933870 h 1521359"/>
                <a:gd name="connsiteX32-2405" fmla="*/ 2418393 w 8393514"/>
                <a:gd name="connsiteY32-2406" fmla="*/ 918228 h 1521359"/>
                <a:gd name="connsiteX33-2407" fmla="*/ 3300486 w 8393514"/>
                <a:gd name="connsiteY33-2408" fmla="*/ 710073 h 1521359"/>
                <a:gd name="connsiteX34-2409" fmla="*/ 4213357 w 8393514"/>
                <a:gd name="connsiteY34-2410" fmla="*/ 714228 h 1521359"/>
                <a:gd name="connsiteX35-2411" fmla="*/ 4462699 w 8393514"/>
                <a:gd name="connsiteY35-2412" fmla="*/ 1156118 h 1521359"/>
                <a:gd name="connsiteX36-2413" fmla="*/ 4648321 w 8393514"/>
                <a:gd name="connsiteY36-2414" fmla="*/ 1458099 h 1521359"/>
                <a:gd name="connsiteX37-2415" fmla="*/ 5382034 w 8393514"/>
                <a:gd name="connsiteY37-2416" fmla="*/ 912317 h 1521359"/>
                <a:gd name="connsiteX38-2417" fmla="*/ 5554727 w 8393514"/>
                <a:gd name="connsiteY38-2418" fmla="*/ 729927 h 1521359"/>
                <a:gd name="connsiteX39-2419" fmla="*/ 5681246 w 8393514"/>
                <a:gd name="connsiteY39-2420" fmla="*/ 600639 h 1521359"/>
                <a:gd name="connsiteX40-2421" fmla="*/ 6613510 w 8393514"/>
                <a:gd name="connsiteY40-2422" fmla="*/ 1293 h 1521359"/>
                <a:gd name="connsiteX0-2423" fmla="*/ 6613510 w 8393514"/>
                <a:gd name="connsiteY0-2424" fmla="*/ 1293 h 1521359"/>
                <a:gd name="connsiteX1-2425" fmla="*/ 6625977 w 8393514"/>
                <a:gd name="connsiteY1-2426" fmla="*/ 1293 h 1521359"/>
                <a:gd name="connsiteX2-2427" fmla="*/ 7062175 w 8393514"/>
                <a:gd name="connsiteY2-2428" fmla="*/ 576587 h 1521359"/>
                <a:gd name="connsiteX3-2429" fmla="*/ 7221629 w 8393514"/>
                <a:gd name="connsiteY3-2430" fmla="*/ 900773 h 1521359"/>
                <a:gd name="connsiteX4-2431" fmla="*/ 8348876 w 8393514"/>
                <a:gd name="connsiteY4-2432" fmla="*/ 667115 h 1521359"/>
                <a:gd name="connsiteX5-2433" fmla="*/ 8393514 w 8393514"/>
                <a:gd name="connsiteY5-2434" fmla="*/ 715705 h 1521359"/>
                <a:gd name="connsiteX6-2435" fmla="*/ 7211471 w 8393514"/>
                <a:gd name="connsiteY6-2436" fmla="*/ 960338 h 1521359"/>
                <a:gd name="connsiteX7-2437" fmla="*/ 7023079 w 8393514"/>
                <a:gd name="connsiteY7-2438" fmla="*/ 601100 h 1521359"/>
                <a:gd name="connsiteX8-2439" fmla="*/ 6625054 w 8393514"/>
                <a:gd name="connsiteY8-2440" fmla="*/ 61782 h 1521359"/>
                <a:gd name="connsiteX9-2441" fmla="*/ 6613972 w 8393514"/>
                <a:gd name="connsiteY9-2442" fmla="*/ 61782 h 1521359"/>
                <a:gd name="connsiteX10-2443" fmla="*/ 5725111 w 8393514"/>
                <a:gd name="connsiteY10-2444" fmla="*/ 642196 h 1521359"/>
                <a:gd name="connsiteX11-2445" fmla="*/ 5596746 w 8393514"/>
                <a:gd name="connsiteY11-2446" fmla="*/ 773793 h 1521359"/>
                <a:gd name="connsiteX12-2447" fmla="*/ 5426824 w 8393514"/>
                <a:gd name="connsiteY12-2448" fmla="*/ 952950 h 1521359"/>
                <a:gd name="connsiteX13-2449" fmla="*/ 5037572 w 8393514"/>
                <a:gd name="connsiteY13-2450" fmla="*/ 1343587 h 1521359"/>
                <a:gd name="connsiteX14-2451" fmla="*/ 4680181 w 8393514"/>
                <a:gd name="connsiteY14-2452" fmla="*/ 1521359 h 1521359"/>
                <a:gd name="connsiteX15-2453" fmla="*/ 4637239 w 8393514"/>
                <a:gd name="connsiteY15-2454" fmla="*/ 1517203 h 1521359"/>
                <a:gd name="connsiteX16-2455" fmla="*/ 4405443 w 8393514"/>
                <a:gd name="connsiteY16-2456" fmla="*/ 1173665 h 1521359"/>
                <a:gd name="connsiteX17-2457" fmla="*/ 4179650 w 8393514"/>
                <a:gd name="connsiteY17-2458" fmla="*/ 764096 h 1521359"/>
                <a:gd name="connsiteX18-2459" fmla="*/ 3311567 w 8393514"/>
                <a:gd name="connsiteY18-2460" fmla="*/ 769176 h 1521359"/>
                <a:gd name="connsiteX19-2461" fmla="*/ 2360834 w 8393514"/>
                <a:gd name="connsiteY19-2462" fmla="*/ 996354 h 1521359"/>
                <a:gd name="connsiteX20-2463" fmla="*/ 2342497 w 8393514"/>
                <a:gd name="connsiteY20-2464" fmla="*/ 994126 h 1521359"/>
                <a:gd name="connsiteX21-2465" fmla="*/ 2126238 w 8393514"/>
                <a:gd name="connsiteY21-2466" fmla="*/ 1042224 h 1521359"/>
                <a:gd name="connsiteX22-2467" fmla="*/ 1317343 w 8393514"/>
                <a:gd name="connsiteY22-2468" fmla="*/ 1115357 h 1521359"/>
                <a:gd name="connsiteX23-2469" fmla="*/ 1009685 w 8393514"/>
                <a:gd name="connsiteY23-2470" fmla="*/ 1103927 h 1521359"/>
                <a:gd name="connsiteX24-2471" fmla="*/ 90523 w 8393514"/>
                <a:gd name="connsiteY24-2472" fmla="*/ 743882 h 1521359"/>
                <a:gd name="connsiteX25-2473" fmla="*/ 22895 w 8393514"/>
                <a:gd name="connsiteY25-2474" fmla="*/ 282872 h 1521359"/>
                <a:gd name="connsiteX26-2475" fmla="*/ 33026 w 8393514"/>
                <a:gd name="connsiteY26-2476" fmla="*/ 258972 h 1521359"/>
                <a:gd name="connsiteX27-2477" fmla="*/ 94142 w 8393514"/>
                <a:gd name="connsiteY27-2478" fmla="*/ 258972 h 1521359"/>
                <a:gd name="connsiteX28-2479" fmla="*/ 76235 w 8393514"/>
                <a:gd name="connsiteY28-2480" fmla="*/ 300970 h 1521359"/>
                <a:gd name="connsiteX29-2481" fmla="*/ 140053 w 8393514"/>
                <a:gd name="connsiteY29-2482" fmla="*/ 717212 h 1521359"/>
                <a:gd name="connsiteX30-2483" fmla="*/ 2361283 w 8393514"/>
                <a:gd name="connsiteY30-2484" fmla="*/ 931525 h 1521359"/>
                <a:gd name="connsiteX31-2485" fmla="*/ 2361890 w 8393514"/>
                <a:gd name="connsiteY31-2486" fmla="*/ 933870 h 1521359"/>
                <a:gd name="connsiteX32-2487" fmla="*/ 2418393 w 8393514"/>
                <a:gd name="connsiteY32-2488" fmla="*/ 918228 h 1521359"/>
                <a:gd name="connsiteX33-2489" fmla="*/ 3300486 w 8393514"/>
                <a:gd name="connsiteY33-2490" fmla="*/ 710073 h 1521359"/>
                <a:gd name="connsiteX34-2491" fmla="*/ 4213357 w 8393514"/>
                <a:gd name="connsiteY34-2492" fmla="*/ 714228 h 1521359"/>
                <a:gd name="connsiteX35-2493" fmla="*/ 4437569 w 8393514"/>
                <a:gd name="connsiteY35-2494" fmla="*/ 1132024 h 1521359"/>
                <a:gd name="connsiteX36-2495" fmla="*/ 4648321 w 8393514"/>
                <a:gd name="connsiteY36-2496" fmla="*/ 1458099 h 1521359"/>
                <a:gd name="connsiteX37-2497" fmla="*/ 5382034 w 8393514"/>
                <a:gd name="connsiteY37-2498" fmla="*/ 912317 h 1521359"/>
                <a:gd name="connsiteX38-2499" fmla="*/ 5554727 w 8393514"/>
                <a:gd name="connsiteY38-2500" fmla="*/ 729927 h 1521359"/>
                <a:gd name="connsiteX39-2501" fmla="*/ 5681246 w 8393514"/>
                <a:gd name="connsiteY39-2502" fmla="*/ 600639 h 1521359"/>
                <a:gd name="connsiteX40-2503" fmla="*/ 6613510 w 8393514"/>
                <a:gd name="connsiteY40-2504" fmla="*/ 1293 h 1521359"/>
                <a:gd name="connsiteX0-2505" fmla="*/ 6613510 w 8393514"/>
                <a:gd name="connsiteY0-2506" fmla="*/ 1293 h 1521359"/>
                <a:gd name="connsiteX1-2507" fmla="*/ 6625977 w 8393514"/>
                <a:gd name="connsiteY1-2508" fmla="*/ 1293 h 1521359"/>
                <a:gd name="connsiteX2-2509" fmla="*/ 7062175 w 8393514"/>
                <a:gd name="connsiteY2-2510" fmla="*/ 576587 h 1521359"/>
                <a:gd name="connsiteX3-2511" fmla="*/ 7221629 w 8393514"/>
                <a:gd name="connsiteY3-2512" fmla="*/ 900773 h 1521359"/>
                <a:gd name="connsiteX4-2513" fmla="*/ 8348876 w 8393514"/>
                <a:gd name="connsiteY4-2514" fmla="*/ 667115 h 1521359"/>
                <a:gd name="connsiteX5-2515" fmla="*/ 8393514 w 8393514"/>
                <a:gd name="connsiteY5-2516" fmla="*/ 715705 h 1521359"/>
                <a:gd name="connsiteX6-2517" fmla="*/ 7211471 w 8393514"/>
                <a:gd name="connsiteY6-2518" fmla="*/ 960338 h 1521359"/>
                <a:gd name="connsiteX7-2519" fmla="*/ 7023079 w 8393514"/>
                <a:gd name="connsiteY7-2520" fmla="*/ 601100 h 1521359"/>
                <a:gd name="connsiteX8-2521" fmla="*/ 6625054 w 8393514"/>
                <a:gd name="connsiteY8-2522" fmla="*/ 61782 h 1521359"/>
                <a:gd name="connsiteX9-2523" fmla="*/ 6613972 w 8393514"/>
                <a:gd name="connsiteY9-2524" fmla="*/ 61782 h 1521359"/>
                <a:gd name="connsiteX10-2525" fmla="*/ 5725111 w 8393514"/>
                <a:gd name="connsiteY10-2526" fmla="*/ 642196 h 1521359"/>
                <a:gd name="connsiteX11-2527" fmla="*/ 5596746 w 8393514"/>
                <a:gd name="connsiteY11-2528" fmla="*/ 773793 h 1521359"/>
                <a:gd name="connsiteX12-2529" fmla="*/ 5426824 w 8393514"/>
                <a:gd name="connsiteY12-2530" fmla="*/ 952950 h 1521359"/>
                <a:gd name="connsiteX13-2531" fmla="*/ 5037572 w 8393514"/>
                <a:gd name="connsiteY13-2532" fmla="*/ 1343587 h 1521359"/>
                <a:gd name="connsiteX14-2533" fmla="*/ 4680181 w 8393514"/>
                <a:gd name="connsiteY14-2534" fmla="*/ 1521359 h 1521359"/>
                <a:gd name="connsiteX15-2535" fmla="*/ 4637239 w 8393514"/>
                <a:gd name="connsiteY15-2536" fmla="*/ 1517203 h 1521359"/>
                <a:gd name="connsiteX16-2537" fmla="*/ 4405443 w 8393514"/>
                <a:gd name="connsiteY16-2538" fmla="*/ 1173665 h 1521359"/>
                <a:gd name="connsiteX17-2539" fmla="*/ 4179650 w 8393514"/>
                <a:gd name="connsiteY17-2540" fmla="*/ 764096 h 1521359"/>
                <a:gd name="connsiteX18-2541" fmla="*/ 3311567 w 8393514"/>
                <a:gd name="connsiteY18-2542" fmla="*/ 769176 h 1521359"/>
                <a:gd name="connsiteX19-2543" fmla="*/ 2360834 w 8393514"/>
                <a:gd name="connsiteY19-2544" fmla="*/ 996354 h 1521359"/>
                <a:gd name="connsiteX20-2545" fmla="*/ 2342497 w 8393514"/>
                <a:gd name="connsiteY20-2546" fmla="*/ 994126 h 1521359"/>
                <a:gd name="connsiteX21-2547" fmla="*/ 2126238 w 8393514"/>
                <a:gd name="connsiteY21-2548" fmla="*/ 1042224 h 1521359"/>
                <a:gd name="connsiteX22-2549" fmla="*/ 1317343 w 8393514"/>
                <a:gd name="connsiteY22-2550" fmla="*/ 1115357 h 1521359"/>
                <a:gd name="connsiteX23-2551" fmla="*/ 1009685 w 8393514"/>
                <a:gd name="connsiteY23-2552" fmla="*/ 1103927 h 1521359"/>
                <a:gd name="connsiteX24-2553" fmla="*/ 90523 w 8393514"/>
                <a:gd name="connsiteY24-2554" fmla="*/ 743882 h 1521359"/>
                <a:gd name="connsiteX25-2555" fmla="*/ 22895 w 8393514"/>
                <a:gd name="connsiteY25-2556" fmla="*/ 282872 h 1521359"/>
                <a:gd name="connsiteX26-2557" fmla="*/ 33026 w 8393514"/>
                <a:gd name="connsiteY26-2558" fmla="*/ 258972 h 1521359"/>
                <a:gd name="connsiteX27-2559" fmla="*/ 94142 w 8393514"/>
                <a:gd name="connsiteY27-2560" fmla="*/ 258972 h 1521359"/>
                <a:gd name="connsiteX28-2561" fmla="*/ 76235 w 8393514"/>
                <a:gd name="connsiteY28-2562" fmla="*/ 300970 h 1521359"/>
                <a:gd name="connsiteX29-2563" fmla="*/ 140053 w 8393514"/>
                <a:gd name="connsiteY29-2564" fmla="*/ 717212 h 1521359"/>
                <a:gd name="connsiteX30-2565" fmla="*/ 2361283 w 8393514"/>
                <a:gd name="connsiteY30-2566" fmla="*/ 931525 h 1521359"/>
                <a:gd name="connsiteX31-2567" fmla="*/ 2361890 w 8393514"/>
                <a:gd name="connsiteY31-2568" fmla="*/ 933870 h 1521359"/>
                <a:gd name="connsiteX32-2569" fmla="*/ 2418393 w 8393514"/>
                <a:gd name="connsiteY32-2570" fmla="*/ 918228 h 1521359"/>
                <a:gd name="connsiteX33-2571" fmla="*/ 3300486 w 8393514"/>
                <a:gd name="connsiteY33-2572" fmla="*/ 710073 h 1521359"/>
                <a:gd name="connsiteX34-2573" fmla="*/ 4213357 w 8393514"/>
                <a:gd name="connsiteY34-2574" fmla="*/ 714228 h 1521359"/>
                <a:gd name="connsiteX35-2575" fmla="*/ 4437569 w 8393514"/>
                <a:gd name="connsiteY35-2576" fmla="*/ 1132024 h 1521359"/>
                <a:gd name="connsiteX36-2577" fmla="*/ 4648321 w 8393514"/>
                <a:gd name="connsiteY36-2578" fmla="*/ 1458099 h 1521359"/>
                <a:gd name="connsiteX37-2579" fmla="*/ 5382034 w 8393514"/>
                <a:gd name="connsiteY37-2580" fmla="*/ 912317 h 1521359"/>
                <a:gd name="connsiteX38-2581" fmla="*/ 5554727 w 8393514"/>
                <a:gd name="connsiteY38-2582" fmla="*/ 729927 h 1521359"/>
                <a:gd name="connsiteX39-2583" fmla="*/ 5681246 w 8393514"/>
                <a:gd name="connsiteY39-2584" fmla="*/ 600639 h 1521359"/>
                <a:gd name="connsiteX40-2585" fmla="*/ 6613510 w 8393514"/>
                <a:gd name="connsiteY40-2586" fmla="*/ 1293 h 1521359"/>
                <a:gd name="connsiteX0-2587" fmla="*/ 6613510 w 8393514"/>
                <a:gd name="connsiteY0-2588" fmla="*/ 1293 h 1521359"/>
                <a:gd name="connsiteX1-2589" fmla="*/ 6625977 w 8393514"/>
                <a:gd name="connsiteY1-2590" fmla="*/ 1293 h 1521359"/>
                <a:gd name="connsiteX2-2591" fmla="*/ 7062175 w 8393514"/>
                <a:gd name="connsiteY2-2592" fmla="*/ 576587 h 1521359"/>
                <a:gd name="connsiteX3-2593" fmla="*/ 7221629 w 8393514"/>
                <a:gd name="connsiteY3-2594" fmla="*/ 900773 h 1521359"/>
                <a:gd name="connsiteX4-2595" fmla="*/ 8348876 w 8393514"/>
                <a:gd name="connsiteY4-2596" fmla="*/ 667115 h 1521359"/>
                <a:gd name="connsiteX5-2597" fmla="*/ 8393514 w 8393514"/>
                <a:gd name="connsiteY5-2598" fmla="*/ 715705 h 1521359"/>
                <a:gd name="connsiteX6-2599" fmla="*/ 7211471 w 8393514"/>
                <a:gd name="connsiteY6-2600" fmla="*/ 960338 h 1521359"/>
                <a:gd name="connsiteX7-2601" fmla="*/ 7023079 w 8393514"/>
                <a:gd name="connsiteY7-2602" fmla="*/ 601100 h 1521359"/>
                <a:gd name="connsiteX8-2603" fmla="*/ 6625054 w 8393514"/>
                <a:gd name="connsiteY8-2604" fmla="*/ 61782 h 1521359"/>
                <a:gd name="connsiteX9-2605" fmla="*/ 6613972 w 8393514"/>
                <a:gd name="connsiteY9-2606" fmla="*/ 61782 h 1521359"/>
                <a:gd name="connsiteX10-2607" fmla="*/ 5725111 w 8393514"/>
                <a:gd name="connsiteY10-2608" fmla="*/ 642196 h 1521359"/>
                <a:gd name="connsiteX11-2609" fmla="*/ 5596746 w 8393514"/>
                <a:gd name="connsiteY11-2610" fmla="*/ 773793 h 1521359"/>
                <a:gd name="connsiteX12-2611" fmla="*/ 5426824 w 8393514"/>
                <a:gd name="connsiteY12-2612" fmla="*/ 952950 h 1521359"/>
                <a:gd name="connsiteX13-2613" fmla="*/ 5037572 w 8393514"/>
                <a:gd name="connsiteY13-2614" fmla="*/ 1343587 h 1521359"/>
                <a:gd name="connsiteX14-2615" fmla="*/ 4680181 w 8393514"/>
                <a:gd name="connsiteY14-2616" fmla="*/ 1521359 h 1521359"/>
                <a:gd name="connsiteX15-2617" fmla="*/ 4637239 w 8393514"/>
                <a:gd name="connsiteY15-2618" fmla="*/ 1517203 h 1521359"/>
                <a:gd name="connsiteX16-2619" fmla="*/ 4405443 w 8393514"/>
                <a:gd name="connsiteY16-2620" fmla="*/ 1173665 h 1521359"/>
                <a:gd name="connsiteX17-2621" fmla="*/ 4179650 w 8393514"/>
                <a:gd name="connsiteY17-2622" fmla="*/ 764096 h 1521359"/>
                <a:gd name="connsiteX18-2623" fmla="*/ 3311567 w 8393514"/>
                <a:gd name="connsiteY18-2624" fmla="*/ 769176 h 1521359"/>
                <a:gd name="connsiteX19-2625" fmla="*/ 2360834 w 8393514"/>
                <a:gd name="connsiteY19-2626" fmla="*/ 996354 h 1521359"/>
                <a:gd name="connsiteX20-2627" fmla="*/ 2342497 w 8393514"/>
                <a:gd name="connsiteY20-2628" fmla="*/ 994126 h 1521359"/>
                <a:gd name="connsiteX21-2629" fmla="*/ 2126238 w 8393514"/>
                <a:gd name="connsiteY21-2630" fmla="*/ 1042224 h 1521359"/>
                <a:gd name="connsiteX22-2631" fmla="*/ 1317343 w 8393514"/>
                <a:gd name="connsiteY22-2632" fmla="*/ 1115357 h 1521359"/>
                <a:gd name="connsiteX23-2633" fmla="*/ 1009685 w 8393514"/>
                <a:gd name="connsiteY23-2634" fmla="*/ 1103927 h 1521359"/>
                <a:gd name="connsiteX24-2635" fmla="*/ 90523 w 8393514"/>
                <a:gd name="connsiteY24-2636" fmla="*/ 743882 h 1521359"/>
                <a:gd name="connsiteX25-2637" fmla="*/ 22895 w 8393514"/>
                <a:gd name="connsiteY25-2638" fmla="*/ 282872 h 1521359"/>
                <a:gd name="connsiteX26-2639" fmla="*/ 33026 w 8393514"/>
                <a:gd name="connsiteY26-2640" fmla="*/ 258972 h 1521359"/>
                <a:gd name="connsiteX27-2641" fmla="*/ 94142 w 8393514"/>
                <a:gd name="connsiteY27-2642" fmla="*/ 258972 h 1521359"/>
                <a:gd name="connsiteX28-2643" fmla="*/ 76235 w 8393514"/>
                <a:gd name="connsiteY28-2644" fmla="*/ 300970 h 1521359"/>
                <a:gd name="connsiteX29-2645" fmla="*/ 140053 w 8393514"/>
                <a:gd name="connsiteY29-2646" fmla="*/ 717212 h 1521359"/>
                <a:gd name="connsiteX30-2647" fmla="*/ 2361283 w 8393514"/>
                <a:gd name="connsiteY30-2648" fmla="*/ 931525 h 1521359"/>
                <a:gd name="connsiteX31-2649" fmla="*/ 2361890 w 8393514"/>
                <a:gd name="connsiteY31-2650" fmla="*/ 933870 h 1521359"/>
                <a:gd name="connsiteX32-2651" fmla="*/ 2418393 w 8393514"/>
                <a:gd name="connsiteY32-2652" fmla="*/ 918228 h 1521359"/>
                <a:gd name="connsiteX33-2653" fmla="*/ 3300486 w 8393514"/>
                <a:gd name="connsiteY33-2654" fmla="*/ 710073 h 1521359"/>
                <a:gd name="connsiteX34-2655" fmla="*/ 4213357 w 8393514"/>
                <a:gd name="connsiteY34-2656" fmla="*/ 714228 h 1521359"/>
                <a:gd name="connsiteX35-2657" fmla="*/ 4437569 w 8393514"/>
                <a:gd name="connsiteY35-2658" fmla="*/ 1132024 h 1521359"/>
                <a:gd name="connsiteX36-2659" fmla="*/ 4648321 w 8393514"/>
                <a:gd name="connsiteY36-2660" fmla="*/ 1458099 h 1521359"/>
                <a:gd name="connsiteX37-2661" fmla="*/ 5382034 w 8393514"/>
                <a:gd name="connsiteY37-2662" fmla="*/ 912317 h 1521359"/>
                <a:gd name="connsiteX38-2663" fmla="*/ 5554727 w 8393514"/>
                <a:gd name="connsiteY38-2664" fmla="*/ 729927 h 1521359"/>
                <a:gd name="connsiteX39-2665" fmla="*/ 5681246 w 8393514"/>
                <a:gd name="connsiteY39-2666" fmla="*/ 600639 h 1521359"/>
                <a:gd name="connsiteX40-2667" fmla="*/ 6613510 w 8393514"/>
                <a:gd name="connsiteY40-2668" fmla="*/ 1293 h 1521359"/>
                <a:gd name="connsiteX0-2669" fmla="*/ 6613510 w 8393514"/>
                <a:gd name="connsiteY0-2670" fmla="*/ 1293 h 1521359"/>
                <a:gd name="connsiteX1-2671" fmla="*/ 6625977 w 8393514"/>
                <a:gd name="connsiteY1-2672" fmla="*/ 1293 h 1521359"/>
                <a:gd name="connsiteX2-2673" fmla="*/ 7062175 w 8393514"/>
                <a:gd name="connsiteY2-2674" fmla="*/ 576587 h 1521359"/>
                <a:gd name="connsiteX3-2675" fmla="*/ 7221629 w 8393514"/>
                <a:gd name="connsiteY3-2676" fmla="*/ 900773 h 1521359"/>
                <a:gd name="connsiteX4-2677" fmla="*/ 8348876 w 8393514"/>
                <a:gd name="connsiteY4-2678" fmla="*/ 667115 h 1521359"/>
                <a:gd name="connsiteX5-2679" fmla="*/ 8393514 w 8393514"/>
                <a:gd name="connsiteY5-2680" fmla="*/ 715705 h 1521359"/>
                <a:gd name="connsiteX6-2681" fmla="*/ 7211471 w 8393514"/>
                <a:gd name="connsiteY6-2682" fmla="*/ 960338 h 1521359"/>
                <a:gd name="connsiteX7-2683" fmla="*/ 7023079 w 8393514"/>
                <a:gd name="connsiteY7-2684" fmla="*/ 601100 h 1521359"/>
                <a:gd name="connsiteX8-2685" fmla="*/ 6625054 w 8393514"/>
                <a:gd name="connsiteY8-2686" fmla="*/ 61782 h 1521359"/>
                <a:gd name="connsiteX9-2687" fmla="*/ 6613972 w 8393514"/>
                <a:gd name="connsiteY9-2688" fmla="*/ 61782 h 1521359"/>
                <a:gd name="connsiteX10-2689" fmla="*/ 5725111 w 8393514"/>
                <a:gd name="connsiteY10-2690" fmla="*/ 642196 h 1521359"/>
                <a:gd name="connsiteX11-2691" fmla="*/ 5596746 w 8393514"/>
                <a:gd name="connsiteY11-2692" fmla="*/ 773793 h 1521359"/>
                <a:gd name="connsiteX12-2693" fmla="*/ 5426824 w 8393514"/>
                <a:gd name="connsiteY12-2694" fmla="*/ 952950 h 1521359"/>
                <a:gd name="connsiteX13-2695" fmla="*/ 5037572 w 8393514"/>
                <a:gd name="connsiteY13-2696" fmla="*/ 1343587 h 1521359"/>
                <a:gd name="connsiteX14-2697" fmla="*/ 4680181 w 8393514"/>
                <a:gd name="connsiteY14-2698" fmla="*/ 1521359 h 1521359"/>
                <a:gd name="connsiteX15-2699" fmla="*/ 4637239 w 8393514"/>
                <a:gd name="connsiteY15-2700" fmla="*/ 1517203 h 1521359"/>
                <a:gd name="connsiteX16-2701" fmla="*/ 4405443 w 8393514"/>
                <a:gd name="connsiteY16-2702" fmla="*/ 1173665 h 1521359"/>
                <a:gd name="connsiteX17-2703" fmla="*/ 4179650 w 8393514"/>
                <a:gd name="connsiteY17-2704" fmla="*/ 764096 h 1521359"/>
                <a:gd name="connsiteX18-2705" fmla="*/ 3311567 w 8393514"/>
                <a:gd name="connsiteY18-2706" fmla="*/ 769176 h 1521359"/>
                <a:gd name="connsiteX19-2707" fmla="*/ 2360834 w 8393514"/>
                <a:gd name="connsiteY19-2708" fmla="*/ 996354 h 1521359"/>
                <a:gd name="connsiteX20-2709" fmla="*/ 2342497 w 8393514"/>
                <a:gd name="connsiteY20-2710" fmla="*/ 994126 h 1521359"/>
                <a:gd name="connsiteX21-2711" fmla="*/ 2126238 w 8393514"/>
                <a:gd name="connsiteY21-2712" fmla="*/ 1042224 h 1521359"/>
                <a:gd name="connsiteX22-2713" fmla="*/ 1317343 w 8393514"/>
                <a:gd name="connsiteY22-2714" fmla="*/ 1115357 h 1521359"/>
                <a:gd name="connsiteX23-2715" fmla="*/ 1009685 w 8393514"/>
                <a:gd name="connsiteY23-2716" fmla="*/ 1103927 h 1521359"/>
                <a:gd name="connsiteX24-2717" fmla="*/ 90523 w 8393514"/>
                <a:gd name="connsiteY24-2718" fmla="*/ 743882 h 1521359"/>
                <a:gd name="connsiteX25-2719" fmla="*/ 22895 w 8393514"/>
                <a:gd name="connsiteY25-2720" fmla="*/ 282872 h 1521359"/>
                <a:gd name="connsiteX26-2721" fmla="*/ 33026 w 8393514"/>
                <a:gd name="connsiteY26-2722" fmla="*/ 258972 h 1521359"/>
                <a:gd name="connsiteX27-2723" fmla="*/ 94142 w 8393514"/>
                <a:gd name="connsiteY27-2724" fmla="*/ 258972 h 1521359"/>
                <a:gd name="connsiteX28-2725" fmla="*/ 76235 w 8393514"/>
                <a:gd name="connsiteY28-2726" fmla="*/ 300970 h 1521359"/>
                <a:gd name="connsiteX29-2727" fmla="*/ 140053 w 8393514"/>
                <a:gd name="connsiteY29-2728" fmla="*/ 717212 h 1521359"/>
                <a:gd name="connsiteX30-2729" fmla="*/ 2361283 w 8393514"/>
                <a:gd name="connsiteY30-2730" fmla="*/ 931525 h 1521359"/>
                <a:gd name="connsiteX31-2731" fmla="*/ 2361890 w 8393514"/>
                <a:gd name="connsiteY31-2732" fmla="*/ 933870 h 1521359"/>
                <a:gd name="connsiteX32-2733" fmla="*/ 2418393 w 8393514"/>
                <a:gd name="connsiteY32-2734" fmla="*/ 918228 h 1521359"/>
                <a:gd name="connsiteX33-2735" fmla="*/ 3300486 w 8393514"/>
                <a:gd name="connsiteY33-2736" fmla="*/ 710073 h 1521359"/>
                <a:gd name="connsiteX34-2737" fmla="*/ 4213357 w 8393514"/>
                <a:gd name="connsiteY34-2738" fmla="*/ 714228 h 1521359"/>
                <a:gd name="connsiteX35-2739" fmla="*/ 4437569 w 8393514"/>
                <a:gd name="connsiteY35-2740" fmla="*/ 1132024 h 1521359"/>
                <a:gd name="connsiteX36-2741" fmla="*/ 4648321 w 8393514"/>
                <a:gd name="connsiteY36-2742" fmla="*/ 1458099 h 1521359"/>
                <a:gd name="connsiteX37-2743" fmla="*/ 5382034 w 8393514"/>
                <a:gd name="connsiteY37-2744" fmla="*/ 912317 h 1521359"/>
                <a:gd name="connsiteX38-2745" fmla="*/ 5554727 w 8393514"/>
                <a:gd name="connsiteY38-2746" fmla="*/ 729927 h 1521359"/>
                <a:gd name="connsiteX39-2747" fmla="*/ 5681246 w 8393514"/>
                <a:gd name="connsiteY39-2748" fmla="*/ 600639 h 1521359"/>
                <a:gd name="connsiteX40-2749" fmla="*/ 6613510 w 8393514"/>
                <a:gd name="connsiteY40-2750" fmla="*/ 1293 h 1521359"/>
                <a:gd name="connsiteX0-2751" fmla="*/ 6613510 w 8393514"/>
                <a:gd name="connsiteY0-2752" fmla="*/ 1293 h 1521359"/>
                <a:gd name="connsiteX1-2753" fmla="*/ 6625977 w 8393514"/>
                <a:gd name="connsiteY1-2754" fmla="*/ 1293 h 1521359"/>
                <a:gd name="connsiteX2-2755" fmla="*/ 7062175 w 8393514"/>
                <a:gd name="connsiteY2-2756" fmla="*/ 576587 h 1521359"/>
                <a:gd name="connsiteX3-2757" fmla="*/ 7221629 w 8393514"/>
                <a:gd name="connsiteY3-2758" fmla="*/ 900773 h 1521359"/>
                <a:gd name="connsiteX4-2759" fmla="*/ 8348876 w 8393514"/>
                <a:gd name="connsiteY4-2760" fmla="*/ 667115 h 1521359"/>
                <a:gd name="connsiteX5-2761" fmla="*/ 8393514 w 8393514"/>
                <a:gd name="connsiteY5-2762" fmla="*/ 715705 h 1521359"/>
                <a:gd name="connsiteX6-2763" fmla="*/ 7211471 w 8393514"/>
                <a:gd name="connsiteY6-2764" fmla="*/ 960338 h 1521359"/>
                <a:gd name="connsiteX7-2765" fmla="*/ 7023079 w 8393514"/>
                <a:gd name="connsiteY7-2766" fmla="*/ 601100 h 1521359"/>
                <a:gd name="connsiteX8-2767" fmla="*/ 6625054 w 8393514"/>
                <a:gd name="connsiteY8-2768" fmla="*/ 61782 h 1521359"/>
                <a:gd name="connsiteX9-2769" fmla="*/ 6613972 w 8393514"/>
                <a:gd name="connsiteY9-2770" fmla="*/ 61782 h 1521359"/>
                <a:gd name="connsiteX10-2771" fmla="*/ 5725111 w 8393514"/>
                <a:gd name="connsiteY10-2772" fmla="*/ 642196 h 1521359"/>
                <a:gd name="connsiteX11-2773" fmla="*/ 5596746 w 8393514"/>
                <a:gd name="connsiteY11-2774" fmla="*/ 773793 h 1521359"/>
                <a:gd name="connsiteX12-2775" fmla="*/ 5426824 w 8393514"/>
                <a:gd name="connsiteY12-2776" fmla="*/ 952950 h 1521359"/>
                <a:gd name="connsiteX13-2777" fmla="*/ 5037572 w 8393514"/>
                <a:gd name="connsiteY13-2778" fmla="*/ 1343587 h 1521359"/>
                <a:gd name="connsiteX14-2779" fmla="*/ 4680181 w 8393514"/>
                <a:gd name="connsiteY14-2780" fmla="*/ 1521359 h 1521359"/>
                <a:gd name="connsiteX15-2781" fmla="*/ 4637239 w 8393514"/>
                <a:gd name="connsiteY15-2782" fmla="*/ 1517203 h 1521359"/>
                <a:gd name="connsiteX16-2783" fmla="*/ 4405443 w 8393514"/>
                <a:gd name="connsiteY16-2784" fmla="*/ 1173665 h 1521359"/>
                <a:gd name="connsiteX17-2785" fmla="*/ 4179650 w 8393514"/>
                <a:gd name="connsiteY17-2786" fmla="*/ 764096 h 1521359"/>
                <a:gd name="connsiteX18-2787" fmla="*/ 3311567 w 8393514"/>
                <a:gd name="connsiteY18-2788" fmla="*/ 769176 h 1521359"/>
                <a:gd name="connsiteX19-2789" fmla="*/ 2360834 w 8393514"/>
                <a:gd name="connsiteY19-2790" fmla="*/ 996354 h 1521359"/>
                <a:gd name="connsiteX20-2791" fmla="*/ 2342497 w 8393514"/>
                <a:gd name="connsiteY20-2792" fmla="*/ 994126 h 1521359"/>
                <a:gd name="connsiteX21-2793" fmla="*/ 2126238 w 8393514"/>
                <a:gd name="connsiteY21-2794" fmla="*/ 1042224 h 1521359"/>
                <a:gd name="connsiteX22-2795" fmla="*/ 1317343 w 8393514"/>
                <a:gd name="connsiteY22-2796" fmla="*/ 1115357 h 1521359"/>
                <a:gd name="connsiteX23-2797" fmla="*/ 1009685 w 8393514"/>
                <a:gd name="connsiteY23-2798" fmla="*/ 1103927 h 1521359"/>
                <a:gd name="connsiteX24-2799" fmla="*/ 90523 w 8393514"/>
                <a:gd name="connsiteY24-2800" fmla="*/ 743882 h 1521359"/>
                <a:gd name="connsiteX25-2801" fmla="*/ 22895 w 8393514"/>
                <a:gd name="connsiteY25-2802" fmla="*/ 282872 h 1521359"/>
                <a:gd name="connsiteX26-2803" fmla="*/ 33026 w 8393514"/>
                <a:gd name="connsiteY26-2804" fmla="*/ 258972 h 1521359"/>
                <a:gd name="connsiteX27-2805" fmla="*/ 94142 w 8393514"/>
                <a:gd name="connsiteY27-2806" fmla="*/ 258972 h 1521359"/>
                <a:gd name="connsiteX28-2807" fmla="*/ 76235 w 8393514"/>
                <a:gd name="connsiteY28-2808" fmla="*/ 300970 h 1521359"/>
                <a:gd name="connsiteX29-2809" fmla="*/ 140053 w 8393514"/>
                <a:gd name="connsiteY29-2810" fmla="*/ 717212 h 1521359"/>
                <a:gd name="connsiteX30-2811" fmla="*/ 2361283 w 8393514"/>
                <a:gd name="connsiteY30-2812" fmla="*/ 931525 h 1521359"/>
                <a:gd name="connsiteX31-2813" fmla="*/ 2361890 w 8393514"/>
                <a:gd name="connsiteY31-2814" fmla="*/ 933870 h 1521359"/>
                <a:gd name="connsiteX32-2815" fmla="*/ 2418393 w 8393514"/>
                <a:gd name="connsiteY32-2816" fmla="*/ 918228 h 1521359"/>
                <a:gd name="connsiteX33-2817" fmla="*/ 3300486 w 8393514"/>
                <a:gd name="connsiteY33-2818" fmla="*/ 710073 h 1521359"/>
                <a:gd name="connsiteX34-2819" fmla="*/ 4213357 w 8393514"/>
                <a:gd name="connsiteY34-2820" fmla="*/ 714228 h 1521359"/>
                <a:gd name="connsiteX35-2821" fmla="*/ 4437569 w 8393514"/>
                <a:gd name="connsiteY35-2822" fmla="*/ 1132024 h 1521359"/>
                <a:gd name="connsiteX36-2823" fmla="*/ 4648321 w 8393514"/>
                <a:gd name="connsiteY36-2824" fmla="*/ 1458099 h 1521359"/>
                <a:gd name="connsiteX37-2825" fmla="*/ 5382034 w 8393514"/>
                <a:gd name="connsiteY37-2826" fmla="*/ 912317 h 1521359"/>
                <a:gd name="connsiteX38-2827" fmla="*/ 5554727 w 8393514"/>
                <a:gd name="connsiteY38-2828" fmla="*/ 729927 h 1521359"/>
                <a:gd name="connsiteX39-2829" fmla="*/ 5681246 w 8393514"/>
                <a:gd name="connsiteY39-2830" fmla="*/ 600639 h 1521359"/>
                <a:gd name="connsiteX40-2831" fmla="*/ 6613510 w 8393514"/>
                <a:gd name="connsiteY40-2832" fmla="*/ 1293 h 1521359"/>
                <a:gd name="connsiteX0-2833" fmla="*/ 6613510 w 8393514"/>
                <a:gd name="connsiteY0-2834" fmla="*/ 1293 h 1521359"/>
                <a:gd name="connsiteX1-2835" fmla="*/ 6625977 w 8393514"/>
                <a:gd name="connsiteY1-2836" fmla="*/ 1293 h 1521359"/>
                <a:gd name="connsiteX2-2837" fmla="*/ 7062175 w 8393514"/>
                <a:gd name="connsiteY2-2838" fmla="*/ 576587 h 1521359"/>
                <a:gd name="connsiteX3-2839" fmla="*/ 7221629 w 8393514"/>
                <a:gd name="connsiteY3-2840" fmla="*/ 900773 h 1521359"/>
                <a:gd name="connsiteX4-2841" fmla="*/ 8348876 w 8393514"/>
                <a:gd name="connsiteY4-2842" fmla="*/ 667115 h 1521359"/>
                <a:gd name="connsiteX5-2843" fmla="*/ 8393514 w 8393514"/>
                <a:gd name="connsiteY5-2844" fmla="*/ 715705 h 1521359"/>
                <a:gd name="connsiteX6-2845" fmla="*/ 7211471 w 8393514"/>
                <a:gd name="connsiteY6-2846" fmla="*/ 960338 h 1521359"/>
                <a:gd name="connsiteX7-2847" fmla="*/ 7023079 w 8393514"/>
                <a:gd name="connsiteY7-2848" fmla="*/ 601100 h 1521359"/>
                <a:gd name="connsiteX8-2849" fmla="*/ 6625054 w 8393514"/>
                <a:gd name="connsiteY8-2850" fmla="*/ 61782 h 1521359"/>
                <a:gd name="connsiteX9-2851" fmla="*/ 6613972 w 8393514"/>
                <a:gd name="connsiteY9-2852" fmla="*/ 61782 h 1521359"/>
                <a:gd name="connsiteX10-2853" fmla="*/ 5725111 w 8393514"/>
                <a:gd name="connsiteY10-2854" fmla="*/ 642196 h 1521359"/>
                <a:gd name="connsiteX11-2855" fmla="*/ 5596746 w 8393514"/>
                <a:gd name="connsiteY11-2856" fmla="*/ 773793 h 1521359"/>
                <a:gd name="connsiteX12-2857" fmla="*/ 5426824 w 8393514"/>
                <a:gd name="connsiteY12-2858" fmla="*/ 952950 h 1521359"/>
                <a:gd name="connsiteX13-2859" fmla="*/ 5037572 w 8393514"/>
                <a:gd name="connsiteY13-2860" fmla="*/ 1343587 h 1521359"/>
                <a:gd name="connsiteX14-2861" fmla="*/ 4680181 w 8393514"/>
                <a:gd name="connsiteY14-2862" fmla="*/ 1521359 h 1521359"/>
                <a:gd name="connsiteX15-2863" fmla="*/ 4637239 w 8393514"/>
                <a:gd name="connsiteY15-2864" fmla="*/ 1517203 h 1521359"/>
                <a:gd name="connsiteX16-2865" fmla="*/ 4405443 w 8393514"/>
                <a:gd name="connsiteY16-2866" fmla="*/ 1173665 h 1521359"/>
                <a:gd name="connsiteX17-2867" fmla="*/ 4179650 w 8393514"/>
                <a:gd name="connsiteY17-2868" fmla="*/ 764096 h 1521359"/>
                <a:gd name="connsiteX18-2869" fmla="*/ 3311567 w 8393514"/>
                <a:gd name="connsiteY18-2870" fmla="*/ 769176 h 1521359"/>
                <a:gd name="connsiteX19-2871" fmla="*/ 2360834 w 8393514"/>
                <a:gd name="connsiteY19-2872" fmla="*/ 996354 h 1521359"/>
                <a:gd name="connsiteX20-2873" fmla="*/ 2342497 w 8393514"/>
                <a:gd name="connsiteY20-2874" fmla="*/ 994126 h 1521359"/>
                <a:gd name="connsiteX21-2875" fmla="*/ 2126238 w 8393514"/>
                <a:gd name="connsiteY21-2876" fmla="*/ 1042224 h 1521359"/>
                <a:gd name="connsiteX22-2877" fmla="*/ 1317343 w 8393514"/>
                <a:gd name="connsiteY22-2878" fmla="*/ 1115357 h 1521359"/>
                <a:gd name="connsiteX23-2879" fmla="*/ 1009685 w 8393514"/>
                <a:gd name="connsiteY23-2880" fmla="*/ 1103927 h 1521359"/>
                <a:gd name="connsiteX24-2881" fmla="*/ 90523 w 8393514"/>
                <a:gd name="connsiteY24-2882" fmla="*/ 743882 h 1521359"/>
                <a:gd name="connsiteX25-2883" fmla="*/ 22895 w 8393514"/>
                <a:gd name="connsiteY25-2884" fmla="*/ 282872 h 1521359"/>
                <a:gd name="connsiteX26-2885" fmla="*/ 33026 w 8393514"/>
                <a:gd name="connsiteY26-2886" fmla="*/ 258972 h 1521359"/>
                <a:gd name="connsiteX27-2887" fmla="*/ 94142 w 8393514"/>
                <a:gd name="connsiteY27-2888" fmla="*/ 258972 h 1521359"/>
                <a:gd name="connsiteX28-2889" fmla="*/ 76235 w 8393514"/>
                <a:gd name="connsiteY28-2890" fmla="*/ 300970 h 1521359"/>
                <a:gd name="connsiteX29-2891" fmla="*/ 140053 w 8393514"/>
                <a:gd name="connsiteY29-2892" fmla="*/ 717212 h 1521359"/>
                <a:gd name="connsiteX30-2893" fmla="*/ 2361283 w 8393514"/>
                <a:gd name="connsiteY30-2894" fmla="*/ 931525 h 1521359"/>
                <a:gd name="connsiteX31-2895" fmla="*/ 2361890 w 8393514"/>
                <a:gd name="connsiteY31-2896" fmla="*/ 933870 h 1521359"/>
                <a:gd name="connsiteX32-2897" fmla="*/ 2418393 w 8393514"/>
                <a:gd name="connsiteY32-2898" fmla="*/ 918228 h 1521359"/>
                <a:gd name="connsiteX33-2899" fmla="*/ 3300486 w 8393514"/>
                <a:gd name="connsiteY33-2900" fmla="*/ 710073 h 1521359"/>
                <a:gd name="connsiteX34-2901" fmla="*/ 4213357 w 8393514"/>
                <a:gd name="connsiteY34-2902" fmla="*/ 714228 h 1521359"/>
                <a:gd name="connsiteX35-2903" fmla="*/ 4437569 w 8393514"/>
                <a:gd name="connsiteY35-2904" fmla="*/ 1132024 h 1521359"/>
                <a:gd name="connsiteX36-2905" fmla="*/ 4656698 w 8393514"/>
                <a:gd name="connsiteY36-2906" fmla="*/ 1440029 h 1521359"/>
                <a:gd name="connsiteX37-2907" fmla="*/ 5382034 w 8393514"/>
                <a:gd name="connsiteY37-2908" fmla="*/ 912317 h 1521359"/>
                <a:gd name="connsiteX38-2909" fmla="*/ 5554727 w 8393514"/>
                <a:gd name="connsiteY38-2910" fmla="*/ 729927 h 1521359"/>
                <a:gd name="connsiteX39-2911" fmla="*/ 5681246 w 8393514"/>
                <a:gd name="connsiteY39-2912" fmla="*/ 600639 h 1521359"/>
                <a:gd name="connsiteX40-2913" fmla="*/ 6613510 w 8393514"/>
                <a:gd name="connsiteY40-2914" fmla="*/ 1293 h 1521359"/>
                <a:gd name="connsiteX0-2915" fmla="*/ 6613510 w 8393514"/>
                <a:gd name="connsiteY0-2916" fmla="*/ 1293 h 1521359"/>
                <a:gd name="connsiteX1-2917" fmla="*/ 6625977 w 8393514"/>
                <a:gd name="connsiteY1-2918" fmla="*/ 1293 h 1521359"/>
                <a:gd name="connsiteX2-2919" fmla="*/ 7062175 w 8393514"/>
                <a:gd name="connsiteY2-2920" fmla="*/ 576587 h 1521359"/>
                <a:gd name="connsiteX3-2921" fmla="*/ 7221629 w 8393514"/>
                <a:gd name="connsiteY3-2922" fmla="*/ 900773 h 1521359"/>
                <a:gd name="connsiteX4-2923" fmla="*/ 8348876 w 8393514"/>
                <a:gd name="connsiteY4-2924" fmla="*/ 667115 h 1521359"/>
                <a:gd name="connsiteX5-2925" fmla="*/ 8393514 w 8393514"/>
                <a:gd name="connsiteY5-2926" fmla="*/ 715705 h 1521359"/>
                <a:gd name="connsiteX6-2927" fmla="*/ 7211471 w 8393514"/>
                <a:gd name="connsiteY6-2928" fmla="*/ 960338 h 1521359"/>
                <a:gd name="connsiteX7-2929" fmla="*/ 7023079 w 8393514"/>
                <a:gd name="connsiteY7-2930" fmla="*/ 601100 h 1521359"/>
                <a:gd name="connsiteX8-2931" fmla="*/ 6625054 w 8393514"/>
                <a:gd name="connsiteY8-2932" fmla="*/ 61782 h 1521359"/>
                <a:gd name="connsiteX9-2933" fmla="*/ 6613972 w 8393514"/>
                <a:gd name="connsiteY9-2934" fmla="*/ 61782 h 1521359"/>
                <a:gd name="connsiteX10-2935" fmla="*/ 5725111 w 8393514"/>
                <a:gd name="connsiteY10-2936" fmla="*/ 642196 h 1521359"/>
                <a:gd name="connsiteX11-2937" fmla="*/ 5596746 w 8393514"/>
                <a:gd name="connsiteY11-2938" fmla="*/ 773793 h 1521359"/>
                <a:gd name="connsiteX12-2939" fmla="*/ 5426824 w 8393514"/>
                <a:gd name="connsiteY12-2940" fmla="*/ 952950 h 1521359"/>
                <a:gd name="connsiteX13-2941" fmla="*/ 5037572 w 8393514"/>
                <a:gd name="connsiteY13-2942" fmla="*/ 1343587 h 1521359"/>
                <a:gd name="connsiteX14-2943" fmla="*/ 4680181 w 8393514"/>
                <a:gd name="connsiteY14-2944" fmla="*/ 1521359 h 1521359"/>
                <a:gd name="connsiteX15-2945" fmla="*/ 4637239 w 8393514"/>
                <a:gd name="connsiteY15-2946" fmla="*/ 1517203 h 1521359"/>
                <a:gd name="connsiteX16-2947" fmla="*/ 4405443 w 8393514"/>
                <a:gd name="connsiteY16-2948" fmla="*/ 1173665 h 1521359"/>
                <a:gd name="connsiteX17-2949" fmla="*/ 4179650 w 8393514"/>
                <a:gd name="connsiteY17-2950" fmla="*/ 764096 h 1521359"/>
                <a:gd name="connsiteX18-2951" fmla="*/ 3311567 w 8393514"/>
                <a:gd name="connsiteY18-2952" fmla="*/ 769176 h 1521359"/>
                <a:gd name="connsiteX19-2953" fmla="*/ 2360834 w 8393514"/>
                <a:gd name="connsiteY19-2954" fmla="*/ 996354 h 1521359"/>
                <a:gd name="connsiteX20-2955" fmla="*/ 2342497 w 8393514"/>
                <a:gd name="connsiteY20-2956" fmla="*/ 994126 h 1521359"/>
                <a:gd name="connsiteX21-2957" fmla="*/ 2126238 w 8393514"/>
                <a:gd name="connsiteY21-2958" fmla="*/ 1042224 h 1521359"/>
                <a:gd name="connsiteX22-2959" fmla="*/ 1317343 w 8393514"/>
                <a:gd name="connsiteY22-2960" fmla="*/ 1115357 h 1521359"/>
                <a:gd name="connsiteX23-2961" fmla="*/ 1009685 w 8393514"/>
                <a:gd name="connsiteY23-2962" fmla="*/ 1103927 h 1521359"/>
                <a:gd name="connsiteX24-2963" fmla="*/ 90523 w 8393514"/>
                <a:gd name="connsiteY24-2964" fmla="*/ 743882 h 1521359"/>
                <a:gd name="connsiteX25-2965" fmla="*/ 22895 w 8393514"/>
                <a:gd name="connsiteY25-2966" fmla="*/ 282872 h 1521359"/>
                <a:gd name="connsiteX26-2967" fmla="*/ 33026 w 8393514"/>
                <a:gd name="connsiteY26-2968" fmla="*/ 258972 h 1521359"/>
                <a:gd name="connsiteX27-2969" fmla="*/ 94142 w 8393514"/>
                <a:gd name="connsiteY27-2970" fmla="*/ 258972 h 1521359"/>
                <a:gd name="connsiteX28-2971" fmla="*/ 76235 w 8393514"/>
                <a:gd name="connsiteY28-2972" fmla="*/ 300970 h 1521359"/>
                <a:gd name="connsiteX29-2973" fmla="*/ 140053 w 8393514"/>
                <a:gd name="connsiteY29-2974" fmla="*/ 717212 h 1521359"/>
                <a:gd name="connsiteX30-2975" fmla="*/ 2361283 w 8393514"/>
                <a:gd name="connsiteY30-2976" fmla="*/ 931525 h 1521359"/>
                <a:gd name="connsiteX31-2977" fmla="*/ 2361890 w 8393514"/>
                <a:gd name="connsiteY31-2978" fmla="*/ 933870 h 1521359"/>
                <a:gd name="connsiteX32-2979" fmla="*/ 2418393 w 8393514"/>
                <a:gd name="connsiteY32-2980" fmla="*/ 918228 h 1521359"/>
                <a:gd name="connsiteX33-2981" fmla="*/ 3300486 w 8393514"/>
                <a:gd name="connsiteY33-2982" fmla="*/ 710073 h 1521359"/>
                <a:gd name="connsiteX34-2983" fmla="*/ 4213357 w 8393514"/>
                <a:gd name="connsiteY34-2984" fmla="*/ 714228 h 1521359"/>
                <a:gd name="connsiteX35-2985" fmla="*/ 4437569 w 8393514"/>
                <a:gd name="connsiteY35-2986" fmla="*/ 1132024 h 1521359"/>
                <a:gd name="connsiteX36-2987" fmla="*/ 4656698 w 8393514"/>
                <a:gd name="connsiteY36-2988" fmla="*/ 1440029 h 1521359"/>
                <a:gd name="connsiteX37-2989" fmla="*/ 5382034 w 8393514"/>
                <a:gd name="connsiteY37-2990" fmla="*/ 912317 h 1521359"/>
                <a:gd name="connsiteX38-2991" fmla="*/ 5554727 w 8393514"/>
                <a:gd name="connsiteY38-2992" fmla="*/ 729927 h 1521359"/>
                <a:gd name="connsiteX39-2993" fmla="*/ 5681246 w 8393514"/>
                <a:gd name="connsiteY39-2994" fmla="*/ 600639 h 1521359"/>
                <a:gd name="connsiteX40-2995" fmla="*/ 6613510 w 8393514"/>
                <a:gd name="connsiteY40-2996" fmla="*/ 1293 h 1521359"/>
                <a:gd name="connsiteX0-2997" fmla="*/ 6613510 w 8393514"/>
                <a:gd name="connsiteY0-2998" fmla="*/ 1293 h 1521359"/>
                <a:gd name="connsiteX1-2999" fmla="*/ 6625977 w 8393514"/>
                <a:gd name="connsiteY1-3000" fmla="*/ 1293 h 1521359"/>
                <a:gd name="connsiteX2-3001" fmla="*/ 7062175 w 8393514"/>
                <a:gd name="connsiteY2-3002" fmla="*/ 576587 h 1521359"/>
                <a:gd name="connsiteX3-3003" fmla="*/ 7221629 w 8393514"/>
                <a:gd name="connsiteY3-3004" fmla="*/ 900773 h 1521359"/>
                <a:gd name="connsiteX4-3005" fmla="*/ 8348876 w 8393514"/>
                <a:gd name="connsiteY4-3006" fmla="*/ 667115 h 1521359"/>
                <a:gd name="connsiteX5-3007" fmla="*/ 8393514 w 8393514"/>
                <a:gd name="connsiteY5-3008" fmla="*/ 715705 h 1521359"/>
                <a:gd name="connsiteX6-3009" fmla="*/ 7211471 w 8393514"/>
                <a:gd name="connsiteY6-3010" fmla="*/ 960338 h 1521359"/>
                <a:gd name="connsiteX7-3011" fmla="*/ 7023079 w 8393514"/>
                <a:gd name="connsiteY7-3012" fmla="*/ 601100 h 1521359"/>
                <a:gd name="connsiteX8-3013" fmla="*/ 6625054 w 8393514"/>
                <a:gd name="connsiteY8-3014" fmla="*/ 61782 h 1521359"/>
                <a:gd name="connsiteX9-3015" fmla="*/ 6613972 w 8393514"/>
                <a:gd name="connsiteY9-3016" fmla="*/ 61782 h 1521359"/>
                <a:gd name="connsiteX10-3017" fmla="*/ 5725111 w 8393514"/>
                <a:gd name="connsiteY10-3018" fmla="*/ 642196 h 1521359"/>
                <a:gd name="connsiteX11-3019" fmla="*/ 5596746 w 8393514"/>
                <a:gd name="connsiteY11-3020" fmla="*/ 773793 h 1521359"/>
                <a:gd name="connsiteX12-3021" fmla="*/ 5426824 w 8393514"/>
                <a:gd name="connsiteY12-3022" fmla="*/ 952950 h 1521359"/>
                <a:gd name="connsiteX13-3023" fmla="*/ 5037572 w 8393514"/>
                <a:gd name="connsiteY13-3024" fmla="*/ 1343587 h 1521359"/>
                <a:gd name="connsiteX14-3025" fmla="*/ 4680181 w 8393514"/>
                <a:gd name="connsiteY14-3026" fmla="*/ 1521359 h 1521359"/>
                <a:gd name="connsiteX15-3027" fmla="*/ 4637239 w 8393514"/>
                <a:gd name="connsiteY15-3028" fmla="*/ 1517203 h 1521359"/>
                <a:gd name="connsiteX16-3029" fmla="*/ 4405443 w 8393514"/>
                <a:gd name="connsiteY16-3030" fmla="*/ 1173665 h 1521359"/>
                <a:gd name="connsiteX17-3031" fmla="*/ 4179650 w 8393514"/>
                <a:gd name="connsiteY17-3032" fmla="*/ 764096 h 1521359"/>
                <a:gd name="connsiteX18-3033" fmla="*/ 3311567 w 8393514"/>
                <a:gd name="connsiteY18-3034" fmla="*/ 769176 h 1521359"/>
                <a:gd name="connsiteX19-3035" fmla="*/ 2360834 w 8393514"/>
                <a:gd name="connsiteY19-3036" fmla="*/ 996354 h 1521359"/>
                <a:gd name="connsiteX20-3037" fmla="*/ 2342497 w 8393514"/>
                <a:gd name="connsiteY20-3038" fmla="*/ 994126 h 1521359"/>
                <a:gd name="connsiteX21-3039" fmla="*/ 2126238 w 8393514"/>
                <a:gd name="connsiteY21-3040" fmla="*/ 1042224 h 1521359"/>
                <a:gd name="connsiteX22-3041" fmla="*/ 1317343 w 8393514"/>
                <a:gd name="connsiteY22-3042" fmla="*/ 1115357 h 1521359"/>
                <a:gd name="connsiteX23-3043" fmla="*/ 1009685 w 8393514"/>
                <a:gd name="connsiteY23-3044" fmla="*/ 1103927 h 1521359"/>
                <a:gd name="connsiteX24-3045" fmla="*/ 90523 w 8393514"/>
                <a:gd name="connsiteY24-3046" fmla="*/ 743882 h 1521359"/>
                <a:gd name="connsiteX25-3047" fmla="*/ 22895 w 8393514"/>
                <a:gd name="connsiteY25-3048" fmla="*/ 282872 h 1521359"/>
                <a:gd name="connsiteX26-3049" fmla="*/ 33026 w 8393514"/>
                <a:gd name="connsiteY26-3050" fmla="*/ 258972 h 1521359"/>
                <a:gd name="connsiteX27-3051" fmla="*/ 94142 w 8393514"/>
                <a:gd name="connsiteY27-3052" fmla="*/ 258972 h 1521359"/>
                <a:gd name="connsiteX28-3053" fmla="*/ 76235 w 8393514"/>
                <a:gd name="connsiteY28-3054" fmla="*/ 300970 h 1521359"/>
                <a:gd name="connsiteX29-3055" fmla="*/ 140053 w 8393514"/>
                <a:gd name="connsiteY29-3056" fmla="*/ 717212 h 1521359"/>
                <a:gd name="connsiteX30-3057" fmla="*/ 2361283 w 8393514"/>
                <a:gd name="connsiteY30-3058" fmla="*/ 931525 h 1521359"/>
                <a:gd name="connsiteX31-3059" fmla="*/ 2361890 w 8393514"/>
                <a:gd name="connsiteY31-3060" fmla="*/ 933870 h 1521359"/>
                <a:gd name="connsiteX32-3061" fmla="*/ 2418393 w 8393514"/>
                <a:gd name="connsiteY32-3062" fmla="*/ 918228 h 1521359"/>
                <a:gd name="connsiteX33-3063" fmla="*/ 3300486 w 8393514"/>
                <a:gd name="connsiteY33-3064" fmla="*/ 710073 h 1521359"/>
                <a:gd name="connsiteX34-3065" fmla="*/ 4213357 w 8393514"/>
                <a:gd name="connsiteY34-3066" fmla="*/ 714228 h 1521359"/>
                <a:gd name="connsiteX35-3067" fmla="*/ 4437569 w 8393514"/>
                <a:gd name="connsiteY35-3068" fmla="*/ 1132024 h 1521359"/>
                <a:gd name="connsiteX36-3069" fmla="*/ 4631568 w 8393514"/>
                <a:gd name="connsiteY36-3070" fmla="*/ 1452075 h 1521359"/>
                <a:gd name="connsiteX37-3071" fmla="*/ 5382034 w 8393514"/>
                <a:gd name="connsiteY37-3072" fmla="*/ 912317 h 1521359"/>
                <a:gd name="connsiteX38-3073" fmla="*/ 5554727 w 8393514"/>
                <a:gd name="connsiteY38-3074" fmla="*/ 729927 h 1521359"/>
                <a:gd name="connsiteX39-3075" fmla="*/ 5681246 w 8393514"/>
                <a:gd name="connsiteY39-3076" fmla="*/ 600639 h 1521359"/>
                <a:gd name="connsiteX40-3077" fmla="*/ 6613510 w 8393514"/>
                <a:gd name="connsiteY40-3078" fmla="*/ 1293 h 1521359"/>
                <a:gd name="connsiteX0-3079" fmla="*/ 6613510 w 8393514"/>
                <a:gd name="connsiteY0-3080" fmla="*/ 1293 h 1521359"/>
                <a:gd name="connsiteX1-3081" fmla="*/ 6625977 w 8393514"/>
                <a:gd name="connsiteY1-3082" fmla="*/ 1293 h 1521359"/>
                <a:gd name="connsiteX2-3083" fmla="*/ 7062175 w 8393514"/>
                <a:gd name="connsiteY2-3084" fmla="*/ 576587 h 1521359"/>
                <a:gd name="connsiteX3-3085" fmla="*/ 7221629 w 8393514"/>
                <a:gd name="connsiteY3-3086" fmla="*/ 900773 h 1521359"/>
                <a:gd name="connsiteX4-3087" fmla="*/ 8348876 w 8393514"/>
                <a:gd name="connsiteY4-3088" fmla="*/ 667115 h 1521359"/>
                <a:gd name="connsiteX5-3089" fmla="*/ 8393514 w 8393514"/>
                <a:gd name="connsiteY5-3090" fmla="*/ 715705 h 1521359"/>
                <a:gd name="connsiteX6-3091" fmla="*/ 7211471 w 8393514"/>
                <a:gd name="connsiteY6-3092" fmla="*/ 960338 h 1521359"/>
                <a:gd name="connsiteX7-3093" fmla="*/ 7023079 w 8393514"/>
                <a:gd name="connsiteY7-3094" fmla="*/ 601100 h 1521359"/>
                <a:gd name="connsiteX8-3095" fmla="*/ 6625054 w 8393514"/>
                <a:gd name="connsiteY8-3096" fmla="*/ 61782 h 1521359"/>
                <a:gd name="connsiteX9-3097" fmla="*/ 6613972 w 8393514"/>
                <a:gd name="connsiteY9-3098" fmla="*/ 61782 h 1521359"/>
                <a:gd name="connsiteX10-3099" fmla="*/ 5725111 w 8393514"/>
                <a:gd name="connsiteY10-3100" fmla="*/ 642196 h 1521359"/>
                <a:gd name="connsiteX11-3101" fmla="*/ 5596746 w 8393514"/>
                <a:gd name="connsiteY11-3102" fmla="*/ 773793 h 1521359"/>
                <a:gd name="connsiteX12-3103" fmla="*/ 5426824 w 8393514"/>
                <a:gd name="connsiteY12-3104" fmla="*/ 952950 h 1521359"/>
                <a:gd name="connsiteX13-3105" fmla="*/ 5037572 w 8393514"/>
                <a:gd name="connsiteY13-3106" fmla="*/ 1343587 h 1521359"/>
                <a:gd name="connsiteX14-3107" fmla="*/ 4680181 w 8393514"/>
                <a:gd name="connsiteY14-3108" fmla="*/ 1521359 h 1521359"/>
                <a:gd name="connsiteX15-3109" fmla="*/ 4637239 w 8393514"/>
                <a:gd name="connsiteY15-3110" fmla="*/ 1517203 h 1521359"/>
                <a:gd name="connsiteX16-3111" fmla="*/ 4405443 w 8393514"/>
                <a:gd name="connsiteY16-3112" fmla="*/ 1173665 h 1521359"/>
                <a:gd name="connsiteX17-3113" fmla="*/ 4179650 w 8393514"/>
                <a:gd name="connsiteY17-3114" fmla="*/ 764096 h 1521359"/>
                <a:gd name="connsiteX18-3115" fmla="*/ 3311567 w 8393514"/>
                <a:gd name="connsiteY18-3116" fmla="*/ 769176 h 1521359"/>
                <a:gd name="connsiteX19-3117" fmla="*/ 2360834 w 8393514"/>
                <a:gd name="connsiteY19-3118" fmla="*/ 996354 h 1521359"/>
                <a:gd name="connsiteX20-3119" fmla="*/ 2342497 w 8393514"/>
                <a:gd name="connsiteY20-3120" fmla="*/ 994126 h 1521359"/>
                <a:gd name="connsiteX21-3121" fmla="*/ 2126238 w 8393514"/>
                <a:gd name="connsiteY21-3122" fmla="*/ 1042224 h 1521359"/>
                <a:gd name="connsiteX22-3123" fmla="*/ 1317343 w 8393514"/>
                <a:gd name="connsiteY22-3124" fmla="*/ 1115357 h 1521359"/>
                <a:gd name="connsiteX23-3125" fmla="*/ 1009685 w 8393514"/>
                <a:gd name="connsiteY23-3126" fmla="*/ 1103927 h 1521359"/>
                <a:gd name="connsiteX24-3127" fmla="*/ 90523 w 8393514"/>
                <a:gd name="connsiteY24-3128" fmla="*/ 743882 h 1521359"/>
                <a:gd name="connsiteX25-3129" fmla="*/ 22895 w 8393514"/>
                <a:gd name="connsiteY25-3130" fmla="*/ 282872 h 1521359"/>
                <a:gd name="connsiteX26-3131" fmla="*/ 33026 w 8393514"/>
                <a:gd name="connsiteY26-3132" fmla="*/ 258972 h 1521359"/>
                <a:gd name="connsiteX27-3133" fmla="*/ 94142 w 8393514"/>
                <a:gd name="connsiteY27-3134" fmla="*/ 258972 h 1521359"/>
                <a:gd name="connsiteX28-3135" fmla="*/ 76235 w 8393514"/>
                <a:gd name="connsiteY28-3136" fmla="*/ 300970 h 1521359"/>
                <a:gd name="connsiteX29-3137" fmla="*/ 140053 w 8393514"/>
                <a:gd name="connsiteY29-3138" fmla="*/ 717212 h 1521359"/>
                <a:gd name="connsiteX30-3139" fmla="*/ 2361283 w 8393514"/>
                <a:gd name="connsiteY30-3140" fmla="*/ 931525 h 1521359"/>
                <a:gd name="connsiteX31-3141" fmla="*/ 2361890 w 8393514"/>
                <a:gd name="connsiteY31-3142" fmla="*/ 933870 h 1521359"/>
                <a:gd name="connsiteX32-3143" fmla="*/ 2418393 w 8393514"/>
                <a:gd name="connsiteY32-3144" fmla="*/ 918228 h 1521359"/>
                <a:gd name="connsiteX33-3145" fmla="*/ 3300486 w 8393514"/>
                <a:gd name="connsiteY33-3146" fmla="*/ 710073 h 1521359"/>
                <a:gd name="connsiteX34-3147" fmla="*/ 4213357 w 8393514"/>
                <a:gd name="connsiteY34-3148" fmla="*/ 714228 h 1521359"/>
                <a:gd name="connsiteX35-3149" fmla="*/ 4437569 w 8393514"/>
                <a:gd name="connsiteY35-3150" fmla="*/ 1132024 h 1521359"/>
                <a:gd name="connsiteX36-3151" fmla="*/ 4631568 w 8393514"/>
                <a:gd name="connsiteY36-3152" fmla="*/ 1452075 h 1521359"/>
                <a:gd name="connsiteX37-3153" fmla="*/ 5382034 w 8393514"/>
                <a:gd name="connsiteY37-3154" fmla="*/ 912317 h 1521359"/>
                <a:gd name="connsiteX38-3155" fmla="*/ 5554727 w 8393514"/>
                <a:gd name="connsiteY38-3156" fmla="*/ 729927 h 1521359"/>
                <a:gd name="connsiteX39-3157" fmla="*/ 5681246 w 8393514"/>
                <a:gd name="connsiteY39-3158" fmla="*/ 600639 h 1521359"/>
                <a:gd name="connsiteX40-3159" fmla="*/ 6613510 w 8393514"/>
                <a:gd name="connsiteY40-3160" fmla="*/ 1293 h 1521359"/>
                <a:gd name="connsiteX0-3161" fmla="*/ 6613510 w 8393514"/>
                <a:gd name="connsiteY0-3162" fmla="*/ 1293 h 1521359"/>
                <a:gd name="connsiteX1-3163" fmla="*/ 6625977 w 8393514"/>
                <a:gd name="connsiteY1-3164" fmla="*/ 1293 h 1521359"/>
                <a:gd name="connsiteX2-3165" fmla="*/ 7062175 w 8393514"/>
                <a:gd name="connsiteY2-3166" fmla="*/ 576587 h 1521359"/>
                <a:gd name="connsiteX3-3167" fmla="*/ 7221629 w 8393514"/>
                <a:gd name="connsiteY3-3168" fmla="*/ 900773 h 1521359"/>
                <a:gd name="connsiteX4-3169" fmla="*/ 8348876 w 8393514"/>
                <a:gd name="connsiteY4-3170" fmla="*/ 667115 h 1521359"/>
                <a:gd name="connsiteX5-3171" fmla="*/ 8393514 w 8393514"/>
                <a:gd name="connsiteY5-3172" fmla="*/ 715705 h 1521359"/>
                <a:gd name="connsiteX6-3173" fmla="*/ 7211471 w 8393514"/>
                <a:gd name="connsiteY6-3174" fmla="*/ 960338 h 1521359"/>
                <a:gd name="connsiteX7-3175" fmla="*/ 7023079 w 8393514"/>
                <a:gd name="connsiteY7-3176" fmla="*/ 601100 h 1521359"/>
                <a:gd name="connsiteX8-3177" fmla="*/ 6625054 w 8393514"/>
                <a:gd name="connsiteY8-3178" fmla="*/ 61782 h 1521359"/>
                <a:gd name="connsiteX9-3179" fmla="*/ 6613972 w 8393514"/>
                <a:gd name="connsiteY9-3180" fmla="*/ 61782 h 1521359"/>
                <a:gd name="connsiteX10-3181" fmla="*/ 5725111 w 8393514"/>
                <a:gd name="connsiteY10-3182" fmla="*/ 642196 h 1521359"/>
                <a:gd name="connsiteX11-3183" fmla="*/ 5596746 w 8393514"/>
                <a:gd name="connsiteY11-3184" fmla="*/ 773793 h 1521359"/>
                <a:gd name="connsiteX12-3185" fmla="*/ 5426824 w 8393514"/>
                <a:gd name="connsiteY12-3186" fmla="*/ 952950 h 1521359"/>
                <a:gd name="connsiteX13-3187" fmla="*/ 5037572 w 8393514"/>
                <a:gd name="connsiteY13-3188" fmla="*/ 1343587 h 1521359"/>
                <a:gd name="connsiteX14-3189" fmla="*/ 4680181 w 8393514"/>
                <a:gd name="connsiteY14-3190" fmla="*/ 1521359 h 1521359"/>
                <a:gd name="connsiteX15-3191" fmla="*/ 4637239 w 8393514"/>
                <a:gd name="connsiteY15-3192" fmla="*/ 1517203 h 1521359"/>
                <a:gd name="connsiteX16-3193" fmla="*/ 4405443 w 8393514"/>
                <a:gd name="connsiteY16-3194" fmla="*/ 1173665 h 1521359"/>
                <a:gd name="connsiteX17-3195" fmla="*/ 4179650 w 8393514"/>
                <a:gd name="connsiteY17-3196" fmla="*/ 764096 h 1521359"/>
                <a:gd name="connsiteX18-3197" fmla="*/ 3311567 w 8393514"/>
                <a:gd name="connsiteY18-3198" fmla="*/ 769176 h 1521359"/>
                <a:gd name="connsiteX19-3199" fmla="*/ 2360834 w 8393514"/>
                <a:gd name="connsiteY19-3200" fmla="*/ 996354 h 1521359"/>
                <a:gd name="connsiteX20-3201" fmla="*/ 2342497 w 8393514"/>
                <a:gd name="connsiteY20-3202" fmla="*/ 994126 h 1521359"/>
                <a:gd name="connsiteX21-3203" fmla="*/ 2126238 w 8393514"/>
                <a:gd name="connsiteY21-3204" fmla="*/ 1042224 h 1521359"/>
                <a:gd name="connsiteX22-3205" fmla="*/ 1317343 w 8393514"/>
                <a:gd name="connsiteY22-3206" fmla="*/ 1115357 h 1521359"/>
                <a:gd name="connsiteX23-3207" fmla="*/ 1009685 w 8393514"/>
                <a:gd name="connsiteY23-3208" fmla="*/ 1103927 h 1521359"/>
                <a:gd name="connsiteX24-3209" fmla="*/ 90523 w 8393514"/>
                <a:gd name="connsiteY24-3210" fmla="*/ 743882 h 1521359"/>
                <a:gd name="connsiteX25-3211" fmla="*/ 22895 w 8393514"/>
                <a:gd name="connsiteY25-3212" fmla="*/ 282872 h 1521359"/>
                <a:gd name="connsiteX26-3213" fmla="*/ 33026 w 8393514"/>
                <a:gd name="connsiteY26-3214" fmla="*/ 258972 h 1521359"/>
                <a:gd name="connsiteX27-3215" fmla="*/ 94142 w 8393514"/>
                <a:gd name="connsiteY27-3216" fmla="*/ 258972 h 1521359"/>
                <a:gd name="connsiteX28-3217" fmla="*/ 76235 w 8393514"/>
                <a:gd name="connsiteY28-3218" fmla="*/ 300970 h 1521359"/>
                <a:gd name="connsiteX29-3219" fmla="*/ 140053 w 8393514"/>
                <a:gd name="connsiteY29-3220" fmla="*/ 717212 h 1521359"/>
                <a:gd name="connsiteX30-3221" fmla="*/ 2361283 w 8393514"/>
                <a:gd name="connsiteY30-3222" fmla="*/ 931525 h 1521359"/>
                <a:gd name="connsiteX31-3223" fmla="*/ 2361890 w 8393514"/>
                <a:gd name="connsiteY31-3224" fmla="*/ 933870 h 1521359"/>
                <a:gd name="connsiteX32-3225" fmla="*/ 2418393 w 8393514"/>
                <a:gd name="connsiteY32-3226" fmla="*/ 918228 h 1521359"/>
                <a:gd name="connsiteX33-3227" fmla="*/ 3300486 w 8393514"/>
                <a:gd name="connsiteY33-3228" fmla="*/ 710073 h 1521359"/>
                <a:gd name="connsiteX34-3229" fmla="*/ 4213357 w 8393514"/>
                <a:gd name="connsiteY34-3230" fmla="*/ 714228 h 1521359"/>
                <a:gd name="connsiteX35-3231" fmla="*/ 4437569 w 8393514"/>
                <a:gd name="connsiteY35-3232" fmla="*/ 1132024 h 1521359"/>
                <a:gd name="connsiteX36-3233" fmla="*/ 4631568 w 8393514"/>
                <a:gd name="connsiteY36-3234" fmla="*/ 1452075 h 1521359"/>
                <a:gd name="connsiteX37-3235" fmla="*/ 5382034 w 8393514"/>
                <a:gd name="connsiteY37-3236" fmla="*/ 912317 h 1521359"/>
                <a:gd name="connsiteX38-3237" fmla="*/ 5554727 w 8393514"/>
                <a:gd name="connsiteY38-3238" fmla="*/ 729927 h 1521359"/>
                <a:gd name="connsiteX39-3239" fmla="*/ 5681246 w 8393514"/>
                <a:gd name="connsiteY39-3240" fmla="*/ 600639 h 1521359"/>
                <a:gd name="connsiteX40-3241" fmla="*/ 6613510 w 8393514"/>
                <a:gd name="connsiteY40-3242" fmla="*/ 1293 h 1521359"/>
                <a:gd name="connsiteX0-3243" fmla="*/ 6613510 w 8393514"/>
                <a:gd name="connsiteY0-3244" fmla="*/ 1293 h 1521359"/>
                <a:gd name="connsiteX1-3245" fmla="*/ 6625977 w 8393514"/>
                <a:gd name="connsiteY1-3246" fmla="*/ 1293 h 1521359"/>
                <a:gd name="connsiteX2-3247" fmla="*/ 7062175 w 8393514"/>
                <a:gd name="connsiteY2-3248" fmla="*/ 576587 h 1521359"/>
                <a:gd name="connsiteX3-3249" fmla="*/ 7221629 w 8393514"/>
                <a:gd name="connsiteY3-3250" fmla="*/ 900773 h 1521359"/>
                <a:gd name="connsiteX4-3251" fmla="*/ 8348876 w 8393514"/>
                <a:gd name="connsiteY4-3252" fmla="*/ 667115 h 1521359"/>
                <a:gd name="connsiteX5-3253" fmla="*/ 8393514 w 8393514"/>
                <a:gd name="connsiteY5-3254" fmla="*/ 715705 h 1521359"/>
                <a:gd name="connsiteX6-3255" fmla="*/ 7211471 w 8393514"/>
                <a:gd name="connsiteY6-3256" fmla="*/ 960338 h 1521359"/>
                <a:gd name="connsiteX7-3257" fmla="*/ 7023079 w 8393514"/>
                <a:gd name="connsiteY7-3258" fmla="*/ 601100 h 1521359"/>
                <a:gd name="connsiteX8-3259" fmla="*/ 6625054 w 8393514"/>
                <a:gd name="connsiteY8-3260" fmla="*/ 61782 h 1521359"/>
                <a:gd name="connsiteX9-3261" fmla="*/ 6613972 w 8393514"/>
                <a:gd name="connsiteY9-3262" fmla="*/ 61782 h 1521359"/>
                <a:gd name="connsiteX10-3263" fmla="*/ 5725111 w 8393514"/>
                <a:gd name="connsiteY10-3264" fmla="*/ 642196 h 1521359"/>
                <a:gd name="connsiteX11-3265" fmla="*/ 5596746 w 8393514"/>
                <a:gd name="connsiteY11-3266" fmla="*/ 773793 h 1521359"/>
                <a:gd name="connsiteX12-3267" fmla="*/ 5426824 w 8393514"/>
                <a:gd name="connsiteY12-3268" fmla="*/ 952950 h 1521359"/>
                <a:gd name="connsiteX13-3269" fmla="*/ 5037572 w 8393514"/>
                <a:gd name="connsiteY13-3270" fmla="*/ 1343587 h 1521359"/>
                <a:gd name="connsiteX14-3271" fmla="*/ 4680181 w 8393514"/>
                <a:gd name="connsiteY14-3272" fmla="*/ 1521359 h 1521359"/>
                <a:gd name="connsiteX15-3273" fmla="*/ 4637239 w 8393514"/>
                <a:gd name="connsiteY15-3274" fmla="*/ 1517203 h 1521359"/>
                <a:gd name="connsiteX16-3275" fmla="*/ 4405443 w 8393514"/>
                <a:gd name="connsiteY16-3276" fmla="*/ 1173665 h 1521359"/>
                <a:gd name="connsiteX17-3277" fmla="*/ 4179650 w 8393514"/>
                <a:gd name="connsiteY17-3278" fmla="*/ 764096 h 1521359"/>
                <a:gd name="connsiteX18-3279" fmla="*/ 3311567 w 8393514"/>
                <a:gd name="connsiteY18-3280" fmla="*/ 769176 h 1521359"/>
                <a:gd name="connsiteX19-3281" fmla="*/ 2360834 w 8393514"/>
                <a:gd name="connsiteY19-3282" fmla="*/ 996354 h 1521359"/>
                <a:gd name="connsiteX20-3283" fmla="*/ 2342497 w 8393514"/>
                <a:gd name="connsiteY20-3284" fmla="*/ 994126 h 1521359"/>
                <a:gd name="connsiteX21-3285" fmla="*/ 2126238 w 8393514"/>
                <a:gd name="connsiteY21-3286" fmla="*/ 1042224 h 1521359"/>
                <a:gd name="connsiteX22-3287" fmla="*/ 1317343 w 8393514"/>
                <a:gd name="connsiteY22-3288" fmla="*/ 1115357 h 1521359"/>
                <a:gd name="connsiteX23-3289" fmla="*/ 1009685 w 8393514"/>
                <a:gd name="connsiteY23-3290" fmla="*/ 1103927 h 1521359"/>
                <a:gd name="connsiteX24-3291" fmla="*/ 90523 w 8393514"/>
                <a:gd name="connsiteY24-3292" fmla="*/ 743882 h 1521359"/>
                <a:gd name="connsiteX25-3293" fmla="*/ 22895 w 8393514"/>
                <a:gd name="connsiteY25-3294" fmla="*/ 282872 h 1521359"/>
                <a:gd name="connsiteX26-3295" fmla="*/ 33026 w 8393514"/>
                <a:gd name="connsiteY26-3296" fmla="*/ 258972 h 1521359"/>
                <a:gd name="connsiteX27-3297" fmla="*/ 94142 w 8393514"/>
                <a:gd name="connsiteY27-3298" fmla="*/ 258972 h 1521359"/>
                <a:gd name="connsiteX28-3299" fmla="*/ 76235 w 8393514"/>
                <a:gd name="connsiteY28-3300" fmla="*/ 300970 h 1521359"/>
                <a:gd name="connsiteX29-3301" fmla="*/ 140053 w 8393514"/>
                <a:gd name="connsiteY29-3302" fmla="*/ 717212 h 1521359"/>
                <a:gd name="connsiteX30-3303" fmla="*/ 2361283 w 8393514"/>
                <a:gd name="connsiteY30-3304" fmla="*/ 931525 h 1521359"/>
                <a:gd name="connsiteX31-3305" fmla="*/ 2361890 w 8393514"/>
                <a:gd name="connsiteY31-3306" fmla="*/ 933870 h 1521359"/>
                <a:gd name="connsiteX32-3307" fmla="*/ 2418393 w 8393514"/>
                <a:gd name="connsiteY32-3308" fmla="*/ 918228 h 1521359"/>
                <a:gd name="connsiteX33-3309" fmla="*/ 3300486 w 8393514"/>
                <a:gd name="connsiteY33-3310" fmla="*/ 710073 h 1521359"/>
                <a:gd name="connsiteX34-3311" fmla="*/ 4213357 w 8393514"/>
                <a:gd name="connsiteY34-3312" fmla="*/ 714228 h 1521359"/>
                <a:gd name="connsiteX35-3313" fmla="*/ 4437569 w 8393514"/>
                <a:gd name="connsiteY35-3314" fmla="*/ 1132024 h 1521359"/>
                <a:gd name="connsiteX36-3315" fmla="*/ 4631568 w 8393514"/>
                <a:gd name="connsiteY36-3316" fmla="*/ 1452075 h 1521359"/>
                <a:gd name="connsiteX37-3317" fmla="*/ 5382034 w 8393514"/>
                <a:gd name="connsiteY37-3318" fmla="*/ 912317 h 1521359"/>
                <a:gd name="connsiteX38-3319" fmla="*/ 5681246 w 8393514"/>
                <a:gd name="connsiteY38-3320" fmla="*/ 600639 h 1521359"/>
                <a:gd name="connsiteX39-3321" fmla="*/ 6613510 w 8393514"/>
                <a:gd name="connsiteY39-3322" fmla="*/ 1293 h 1521359"/>
                <a:gd name="connsiteX0-3323" fmla="*/ 6613510 w 8393514"/>
                <a:gd name="connsiteY0-3324" fmla="*/ 1293 h 1521359"/>
                <a:gd name="connsiteX1-3325" fmla="*/ 6625977 w 8393514"/>
                <a:gd name="connsiteY1-3326" fmla="*/ 1293 h 1521359"/>
                <a:gd name="connsiteX2-3327" fmla="*/ 7062175 w 8393514"/>
                <a:gd name="connsiteY2-3328" fmla="*/ 576587 h 1521359"/>
                <a:gd name="connsiteX3-3329" fmla="*/ 7221629 w 8393514"/>
                <a:gd name="connsiteY3-3330" fmla="*/ 900773 h 1521359"/>
                <a:gd name="connsiteX4-3331" fmla="*/ 8348876 w 8393514"/>
                <a:gd name="connsiteY4-3332" fmla="*/ 667115 h 1521359"/>
                <a:gd name="connsiteX5-3333" fmla="*/ 8393514 w 8393514"/>
                <a:gd name="connsiteY5-3334" fmla="*/ 715705 h 1521359"/>
                <a:gd name="connsiteX6-3335" fmla="*/ 7211471 w 8393514"/>
                <a:gd name="connsiteY6-3336" fmla="*/ 960338 h 1521359"/>
                <a:gd name="connsiteX7-3337" fmla="*/ 7023079 w 8393514"/>
                <a:gd name="connsiteY7-3338" fmla="*/ 601100 h 1521359"/>
                <a:gd name="connsiteX8-3339" fmla="*/ 6625054 w 8393514"/>
                <a:gd name="connsiteY8-3340" fmla="*/ 61782 h 1521359"/>
                <a:gd name="connsiteX9-3341" fmla="*/ 6613972 w 8393514"/>
                <a:gd name="connsiteY9-3342" fmla="*/ 61782 h 1521359"/>
                <a:gd name="connsiteX10-3343" fmla="*/ 5725111 w 8393514"/>
                <a:gd name="connsiteY10-3344" fmla="*/ 642196 h 1521359"/>
                <a:gd name="connsiteX11-3345" fmla="*/ 5596746 w 8393514"/>
                <a:gd name="connsiteY11-3346" fmla="*/ 773793 h 1521359"/>
                <a:gd name="connsiteX12-3347" fmla="*/ 5426824 w 8393514"/>
                <a:gd name="connsiteY12-3348" fmla="*/ 952950 h 1521359"/>
                <a:gd name="connsiteX13-3349" fmla="*/ 5037572 w 8393514"/>
                <a:gd name="connsiteY13-3350" fmla="*/ 1343587 h 1521359"/>
                <a:gd name="connsiteX14-3351" fmla="*/ 4680181 w 8393514"/>
                <a:gd name="connsiteY14-3352" fmla="*/ 1521359 h 1521359"/>
                <a:gd name="connsiteX15-3353" fmla="*/ 4637239 w 8393514"/>
                <a:gd name="connsiteY15-3354" fmla="*/ 1517203 h 1521359"/>
                <a:gd name="connsiteX16-3355" fmla="*/ 4405443 w 8393514"/>
                <a:gd name="connsiteY16-3356" fmla="*/ 1173665 h 1521359"/>
                <a:gd name="connsiteX17-3357" fmla="*/ 4179650 w 8393514"/>
                <a:gd name="connsiteY17-3358" fmla="*/ 764096 h 1521359"/>
                <a:gd name="connsiteX18-3359" fmla="*/ 3311567 w 8393514"/>
                <a:gd name="connsiteY18-3360" fmla="*/ 769176 h 1521359"/>
                <a:gd name="connsiteX19-3361" fmla="*/ 2360834 w 8393514"/>
                <a:gd name="connsiteY19-3362" fmla="*/ 996354 h 1521359"/>
                <a:gd name="connsiteX20-3363" fmla="*/ 2342497 w 8393514"/>
                <a:gd name="connsiteY20-3364" fmla="*/ 994126 h 1521359"/>
                <a:gd name="connsiteX21-3365" fmla="*/ 2126238 w 8393514"/>
                <a:gd name="connsiteY21-3366" fmla="*/ 1042224 h 1521359"/>
                <a:gd name="connsiteX22-3367" fmla="*/ 1317343 w 8393514"/>
                <a:gd name="connsiteY22-3368" fmla="*/ 1115357 h 1521359"/>
                <a:gd name="connsiteX23-3369" fmla="*/ 1009685 w 8393514"/>
                <a:gd name="connsiteY23-3370" fmla="*/ 1103927 h 1521359"/>
                <a:gd name="connsiteX24-3371" fmla="*/ 90523 w 8393514"/>
                <a:gd name="connsiteY24-3372" fmla="*/ 743882 h 1521359"/>
                <a:gd name="connsiteX25-3373" fmla="*/ 22895 w 8393514"/>
                <a:gd name="connsiteY25-3374" fmla="*/ 282872 h 1521359"/>
                <a:gd name="connsiteX26-3375" fmla="*/ 33026 w 8393514"/>
                <a:gd name="connsiteY26-3376" fmla="*/ 258972 h 1521359"/>
                <a:gd name="connsiteX27-3377" fmla="*/ 94142 w 8393514"/>
                <a:gd name="connsiteY27-3378" fmla="*/ 258972 h 1521359"/>
                <a:gd name="connsiteX28-3379" fmla="*/ 76235 w 8393514"/>
                <a:gd name="connsiteY28-3380" fmla="*/ 300970 h 1521359"/>
                <a:gd name="connsiteX29-3381" fmla="*/ 140053 w 8393514"/>
                <a:gd name="connsiteY29-3382" fmla="*/ 717212 h 1521359"/>
                <a:gd name="connsiteX30-3383" fmla="*/ 2361283 w 8393514"/>
                <a:gd name="connsiteY30-3384" fmla="*/ 931525 h 1521359"/>
                <a:gd name="connsiteX31-3385" fmla="*/ 2361890 w 8393514"/>
                <a:gd name="connsiteY31-3386" fmla="*/ 933870 h 1521359"/>
                <a:gd name="connsiteX32-3387" fmla="*/ 2418393 w 8393514"/>
                <a:gd name="connsiteY32-3388" fmla="*/ 918228 h 1521359"/>
                <a:gd name="connsiteX33-3389" fmla="*/ 3300486 w 8393514"/>
                <a:gd name="connsiteY33-3390" fmla="*/ 710073 h 1521359"/>
                <a:gd name="connsiteX34-3391" fmla="*/ 4213357 w 8393514"/>
                <a:gd name="connsiteY34-3392" fmla="*/ 714228 h 1521359"/>
                <a:gd name="connsiteX35-3393" fmla="*/ 4437569 w 8393514"/>
                <a:gd name="connsiteY35-3394" fmla="*/ 1132024 h 1521359"/>
                <a:gd name="connsiteX36-3395" fmla="*/ 4631568 w 8393514"/>
                <a:gd name="connsiteY36-3396" fmla="*/ 1452075 h 1521359"/>
                <a:gd name="connsiteX37-3397" fmla="*/ 5382034 w 8393514"/>
                <a:gd name="connsiteY37-3398" fmla="*/ 912317 h 1521359"/>
                <a:gd name="connsiteX38-3399" fmla="*/ 5681246 w 8393514"/>
                <a:gd name="connsiteY38-3400" fmla="*/ 600639 h 1521359"/>
                <a:gd name="connsiteX39-3401" fmla="*/ 6613510 w 8393514"/>
                <a:gd name="connsiteY39-3402" fmla="*/ 1293 h 1521359"/>
                <a:gd name="connsiteX0-3403" fmla="*/ 6613510 w 8393514"/>
                <a:gd name="connsiteY0-3404" fmla="*/ 1293 h 1521359"/>
                <a:gd name="connsiteX1-3405" fmla="*/ 6625977 w 8393514"/>
                <a:gd name="connsiteY1-3406" fmla="*/ 1293 h 1521359"/>
                <a:gd name="connsiteX2-3407" fmla="*/ 7062175 w 8393514"/>
                <a:gd name="connsiteY2-3408" fmla="*/ 576587 h 1521359"/>
                <a:gd name="connsiteX3-3409" fmla="*/ 7221629 w 8393514"/>
                <a:gd name="connsiteY3-3410" fmla="*/ 900773 h 1521359"/>
                <a:gd name="connsiteX4-3411" fmla="*/ 8348876 w 8393514"/>
                <a:gd name="connsiteY4-3412" fmla="*/ 667115 h 1521359"/>
                <a:gd name="connsiteX5-3413" fmla="*/ 8393514 w 8393514"/>
                <a:gd name="connsiteY5-3414" fmla="*/ 715705 h 1521359"/>
                <a:gd name="connsiteX6-3415" fmla="*/ 7211471 w 8393514"/>
                <a:gd name="connsiteY6-3416" fmla="*/ 960338 h 1521359"/>
                <a:gd name="connsiteX7-3417" fmla="*/ 7023079 w 8393514"/>
                <a:gd name="connsiteY7-3418" fmla="*/ 601100 h 1521359"/>
                <a:gd name="connsiteX8-3419" fmla="*/ 6625054 w 8393514"/>
                <a:gd name="connsiteY8-3420" fmla="*/ 61782 h 1521359"/>
                <a:gd name="connsiteX9-3421" fmla="*/ 6613972 w 8393514"/>
                <a:gd name="connsiteY9-3422" fmla="*/ 61782 h 1521359"/>
                <a:gd name="connsiteX10-3423" fmla="*/ 5725111 w 8393514"/>
                <a:gd name="connsiteY10-3424" fmla="*/ 642196 h 1521359"/>
                <a:gd name="connsiteX11-3425" fmla="*/ 5596746 w 8393514"/>
                <a:gd name="connsiteY11-3426" fmla="*/ 773793 h 1521359"/>
                <a:gd name="connsiteX12-3427" fmla="*/ 5426824 w 8393514"/>
                <a:gd name="connsiteY12-3428" fmla="*/ 952950 h 1521359"/>
                <a:gd name="connsiteX13-3429" fmla="*/ 5037572 w 8393514"/>
                <a:gd name="connsiteY13-3430" fmla="*/ 1343587 h 1521359"/>
                <a:gd name="connsiteX14-3431" fmla="*/ 4680181 w 8393514"/>
                <a:gd name="connsiteY14-3432" fmla="*/ 1521359 h 1521359"/>
                <a:gd name="connsiteX15-3433" fmla="*/ 4637239 w 8393514"/>
                <a:gd name="connsiteY15-3434" fmla="*/ 1517203 h 1521359"/>
                <a:gd name="connsiteX16-3435" fmla="*/ 4405443 w 8393514"/>
                <a:gd name="connsiteY16-3436" fmla="*/ 1173665 h 1521359"/>
                <a:gd name="connsiteX17-3437" fmla="*/ 4179650 w 8393514"/>
                <a:gd name="connsiteY17-3438" fmla="*/ 764096 h 1521359"/>
                <a:gd name="connsiteX18-3439" fmla="*/ 3311567 w 8393514"/>
                <a:gd name="connsiteY18-3440" fmla="*/ 769176 h 1521359"/>
                <a:gd name="connsiteX19-3441" fmla="*/ 2360834 w 8393514"/>
                <a:gd name="connsiteY19-3442" fmla="*/ 996354 h 1521359"/>
                <a:gd name="connsiteX20-3443" fmla="*/ 2342497 w 8393514"/>
                <a:gd name="connsiteY20-3444" fmla="*/ 994126 h 1521359"/>
                <a:gd name="connsiteX21-3445" fmla="*/ 2126238 w 8393514"/>
                <a:gd name="connsiteY21-3446" fmla="*/ 1042224 h 1521359"/>
                <a:gd name="connsiteX22-3447" fmla="*/ 1317343 w 8393514"/>
                <a:gd name="connsiteY22-3448" fmla="*/ 1115357 h 1521359"/>
                <a:gd name="connsiteX23-3449" fmla="*/ 1009685 w 8393514"/>
                <a:gd name="connsiteY23-3450" fmla="*/ 1103927 h 1521359"/>
                <a:gd name="connsiteX24-3451" fmla="*/ 90523 w 8393514"/>
                <a:gd name="connsiteY24-3452" fmla="*/ 743882 h 1521359"/>
                <a:gd name="connsiteX25-3453" fmla="*/ 22895 w 8393514"/>
                <a:gd name="connsiteY25-3454" fmla="*/ 282872 h 1521359"/>
                <a:gd name="connsiteX26-3455" fmla="*/ 33026 w 8393514"/>
                <a:gd name="connsiteY26-3456" fmla="*/ 258972 h 1521359"/>
                <a:gd name="connsiteX27-3457" fmla="*/ 94142 w 8393514"/>
                <a:gd name="connsiteY27-3458" fmla="*/ 258972 h 1521359"/>
                <a:gd name="connsiteX28-3459" fmla="*/ 76235 w 8393514"/>
                <a:gd name="connsiteY28-3460" fmla="*/ 300970 h 1521359"/>
                <a:gd name="connsiteX29-3461" fmla="*/ 140053 w 8393514"/>
                <a:gd name="connsiteY29-3462" fmla="*/ 717212 h 1521359"/>
                <a:gd name="connsiteX30-3463" fmla="*/ 2361283 w 8393514"/>
                <a:gd name="connsiteY30-3464" fmla="*/ 931525 h 1521359"/>
                <a:gd name="connsiteX31-3465" fmla="*/ 2361890 w 8393514"/>
                <a:gd name="connsiteY31-3466" fmla="*/ 933870 h 1521359"/>
                <a:gd name="connsiteX32-3467" fmla="*/ 2418393 w 8393514"/>
                <a:gd name="connsiteY32-3468" fmla="*/ 918228 h 1521359"/>
                <a:gd name="connsiteX33-3469" fmla="*/ 3300486 w 8393514"/>
                <a:gd name="connsiteY33-3470" fmla="*/ 710073 h 1521359"/>
                <a:gd name="connsiteX34-3471" fmla="*/ 4213357 w 8393514"/>
                <a:gd name="connsiteY34-3472" fmla="*/ 714228 h 1521359"/>
                <a:gd name="connsiteX35-3473" fmla="*/ 4437569 w 8393514"/>
                <a:gd name="connsiteY35-3474" fmla="*/ 1132024 h 1521359"/>
                <a:gd name="connsiteX36-3475" fmla="*/ 4631568 w 8393514"/>
                <a:gd name="connsiteY36-3476" fmla="*/ 1452075 h 1521359"/>
                <a:gd name="connsiteX37-3477" fmla="*/ 5382034 w 8393514"/>
                <a:gd name="connsiteY37-3478" fmla="*/ 912317 h 1521359"/>
                <a:gd name="connsiteX38-3479" fmla="*/ 5681246 w 8393514"/>
                <a:gd name="connsiteY38-3480" fmla="*/ 600639 h 1521359"/>
                <a:gd name="connsiteX39-3481" fmla="*/ 6613510 w 8393514"/>
                <a:gd name="connsiteY39-3482" fmla="*/ 1293 h 1521359"/>
                <a:gd name="connsiteX0-3483" fmla="*/ 6613510 w 8393514"/>
                <a:gd name="connsiteY0-3484" fmla="*/ 1293 h 1521359"/>
                <a:gd name="connsiteX1-3485" fmla="*/ 6625977 w 8393514"/>
                <a:gd name="connsiteY1-3486" fmla="*/ 1293 h 1521359"/>
                <a:gd name="connsiteX2-3487" fmla="*/ 7062175 w 8393514"/>
                <a:gd name="connsiteY2-3488" fmla="*/ 576587 h 1521359"/>
                <a:gd name="connsiteX3-3489" fmla="*/ 7221629 w 8393514"/>
                <a:gd name="connsiteY3-3490" fmla="*/ 900773 h 1521359"/>
                <a:gd name="connsiteX4-3491" fmla="*/ 8348876 w 8393514"/>
                <a:gd name="connsiteY4-3492" fmla="*/ 667115 h 1521359"/>
                <a:gd name="connsiteX5-3493" fmla="*/ 8393514 w 8393514"/>
                <a:gd name="connsiteY5-3494" fmla="*/ 715705 h 1521359"/>
                <a:gd name="connsiteX6-3495" fmla="*/ 7211471 w 8393514"/>
                <a:gd name="connsiteY6-3496" fmla="*/ 960338 h 1521359"/>
                <a:gd name="connsiteX7-3497" fmla="*/ 7023079 w 8393514"/>
                <a:gd name="connsiteY7-3498" fmla="*/ 601100 h 1521359"/>
                <a:gd name="connsiteX8-3499" fmla="*/ 6625054 w 8393514"/>
                <a:gd name="connsiteY8-3500" fmla="*/ 61782 h 1521359"/>
                <a:gd name="connsiteX9-3501" fmla="*/ 6613972 w 8393514"/>
                <a:gd name="connsiteY9-3502" fmla="*/ 61782 h 1521359"/>
                <a:gd name="connsiteX10-3503" fmla="*/ 5725111 w 8393514"/>
                <a:gd name="connsiteY10-3504" fmla="*/ 642196 h 1521359"/>
                <a:gd name="connsiteX11-3505" fmla="*/ 5596746 w 8393514"/>
                <a:gd name="connsiteY11-3506" fmla="*/ 773793 h 1521359"/>
                <a:gd name="connsiteX12-3507" fmla="*/ 5426824 w 8393514"/>
                <a:gd name="connsiteY12-3508" fmla="*/ 952950 h 1521359"/>
                <a:gd name="connsiteX13-3509" fmla="*/ 5037572 w 8393514"/>
                <a:gd name="connsiteY13-3510" fmla="*/ 1343587 h 1521359"/>
                <a:gd name="connsiteX14-3511" fmla="*/ 4680181 w 8393514"/>
                <a:gd name="connsiteY14-3512" fmla="*/ 1521359 h 1521359"/>
                <a:gd name="connsiteX15-3513" fmla="*/ 4637239 w 8393514"/>
                <a:gd name="connsiteY15-3514" fmla="*/ 1517203 h 1521359"/>
                <a:gd name="connsiteX16-3515" fmla="*/ 4405443 w 8393514"/>
                <a:gd name="connsiteY16-3516" fmla="*/ 1173665 h 1521359"/>
                <a:gd name="connsiteX17-3517" fmla="*/ 4179650 w 8393514"/>
                <a:gd name="connsiteY17-3518" fmla="*/ 764096 h 1521359"/>
                <a:gd name="connsiteX18-3519" fmla="*/ 3311567 w 8393514"/>
                <a:gd name="connsiteY18-3520" fmla="*/ 769176 h 1521359"/>
                <a:gd name="connsiteX19-3521" fmla="*/ 2360834 w 8393514"/>
                <a:gd name="connsiteY19-3522" fmla="*/ 996354 h 1521359"/>
                <a:gd name="connsiteX20-3523" fmla="*/ 2342497 w 8393514"/>
                <a:gd name="connsiteY20-3524" fmla="*/ 994126 h 1521359"/>
                <a:gd name="connsiteX21-3525" fmla="*/ 2126238 w 8393514"/>
                <a:gd name="connsiteY21-3526" fmla="*/ 1042224 h 1521359"/>
                <a:gd name="connsiteX22-3527" fmla="*/ 1317343 w 8393514"/>
                <a:gd name="connsiteY22-3528" fmla="*/ 1115357 h 1521359"/>
                <a:gd name="connsiteX23-3529" fmla="*/ 1009685 w 8393514"/>
                <a:gd name="connsiteY23-3530" fmla="*/ 1103927 h 1521359"/>
                <a:gd name="connsiteX24-3531" fmla="*/ 90523 w 8393514"/>
                <a:gd name="connsiteY24-3532" fmla="*/ 743882 h 1521359"/>
                <a:gd name="connsiteX25-3533" fmla="*/ 22895 w 8393514"/>
                <a:gd name="connsiteY25-3534" fmla="*/ 282872 h 1521359"/>
                <a:gd name="connsiteX26-3535" fmla="*/ 33026 w 8393514"/>
                <a:gd name="connsiteY26-3536" fmla="*/ 258972 h 1521359"/>
                <a:gd name="connsiteX27-3537" fmla="*/ 94142 w 8393514"/>
                <a:gd name="connsiteY27-3538" fmla="*/ 258972 h 1521359"/>
                <a:gd name="connsiteX28-3539" fmla="*/ 140053 w 8393514"/>
                <a:gd name="connsiteY28-3540" fmla="*/ 717212 h 1521359"/>
                <a:gd name="connsiteX29-3541" fmla="*/ 2361283 w 8393514"/>
                <a:gd name="connsiteY29-3542" fmla="*/ 931525 h 1521359"/>
                <a:gd name="connsiteX30-3543" fmla="*/ 2361890 w 8393514"/>
                <a:gd name="connsiteY30-3544" fmla="*/ 933870 h 1521359"/>
                <a:gd name="connsiteX31-3545" fmla="*/ 2418393 w 8393514"/>
                <a:gd name="connsiteY31-3546" fmla="*/ 918228 h 1521359"/>
                <a:gd name="connsiteX32-3547" fmla="*/ 3300486 w 8393514"/>
                <a:gd name="connsiteY32-3548" fmla="*/ 710073 h 1521359"/>
                <a:gd name="connsiteX33-3549" fmla="*/ 4213357 w 8393514"/>
                <a:gd name="connsiteY33-3550" fmla="*/ 714228 h 1521359"/>
                <a:gd name="connsiteX34-3551" fmla="*/ 4437569 w 8393514"/>
                <a:gd name="connsiteY34-3552" fmla="*/ 1132024 h 1521359"/>
                <a:gd name="connsiteX35-3553" fmla="*/ 4631568 w 8393514"/>
                <a:gd name="connsiteY35-3554" fmla="*/ 1452075 h 1521359"/>
                <a:gd name="connsiteX36-3555" fmla="*/ 5382034 w 8393514"/>
                <a:gd name="connsiteY36-3556" fmla="*/ 912317 h 1521359"/>
                <a:gd name="connsiteX37-3557" fmla="*/ 5681246 w 8393514"/>
                <a:gd name="connsiteY37-3558" fmla="*/ 600639 h 1521359"/>
                <a:gd name="connsiteX38-3559" fmla="*/ 6613510 w 8393514"/>
                <a:gd name="connsiteY38-3560" fmla="*/ 1293 h 1521359"/>
                <a:gd name="connsiteX0-3561" fmla="*/ 6625404 w 8405408"/>
                <a:gd name="connsiteY0-3562" fmla="*/ 311945 h 1832011"/>
                <a:gd name="connsiteX1-3563" fmla="*/ 6637871 w 8405408"/>
                <a:gd name="connsiteY1-3564" fmla="*/ 311945 h 1832011"/>
                <a:gd name="connsiteX2-3565" fmla="*/ 7074069 w 8405408"/>
                <a:gd name="connsiteY2-3566" fmla="*/ 887239 h 1832011"/>
                <a:gd name="connsiteX3-3567" fmla="*/ 7233523 w 8405408"/>
                <a:gd name="connsiteY3-3568" fmla="*/ 1211425 h 1832011"/>
                <a:gd name="connsiteX4-3569" fmla="*/ 8360770 w 8405408"/>
                <a:gd name="connsiteY4-3570" fmla="*/ 977767 h 1832011"/>
                <a:gd name="connsiteX5-3571" fmla="*/ 8405408 w 8405408"/>
                <a:gd name="connsiteY5-3572" fmla="*/ 1026357 h 1832011"/>
                <a:gd name="connsiteX6-3573" fmla="*/ 7223365 w 8405408"/>
                <a:gd name="connsiteY6-3574" fmla="*/ 1270990 h 1832011"/>
                <a:gd name="connsiteX7-3575" fmla="*/ 7034973 w 8405408"/>
                <a:gd name="connsiteY7-3576" fmla="*/ 911752 h 1832011"/>
                <a:gd name="connsiteX8-3577" fmla="*/ 6636948 w 8405408"/>
                <a:gd name="connsiteY8-3578" fmla="*/ 372434 h 1832011"/>
                <a:gd name="connsiteX9-3579" fmla="*/ 6625866 w 8405408"/>
                <a:gd name="connsiteY9-3580" fmla="*/ 372434 h 1832011"/>
                <a:gd name="connsiteX10-3581" fmla="*/ 5737005 w 8405408"/>
                <a:gd name="connsiteY10-3582" fmla="*/ 952848 h 1832011"/>
                <a:gd name="connsiteX11-3583" fmla="*/ 5608640 w 8405408"/>
                <a:gd name="connsiteY11-3584" fmla="*/ 1084445 h 1832011"/>
                <a:gd name="connsiteX12-3585" fmla="*/ 5438718 w 8405408"/>
                <a:gd name="connsiteY12-3586" fmla="*/ 1263602 h 1832011"/>
                <a:gd name="connsiteX13-3587" fmla="*/ 5049466 w 8405408"/>
                <a:gd name="connsiteY13-3588" fmla="*/ 1654239 h 1832011"/>
                <a:gd name="connsiteX14-3589" fmla="*/ 4692075 w 8405408"/>
                <a:gd name="connsiteY14-3590" fmla="*/ 1832011 h 1832011"/>
                <a:gd name="connsiteX15-3591" fmla="*/ 4649133 w 8405408"/>
                <a:gd name="connsiteY15-3592" fmla="*/ 1827855 h 1832011"/>
                <a:gd name="connsiteX16-3593" fmla="*/ 4417337 w 8405408"/>
                <a:gd name="connsiteY16-3594" fmla="*/ 1484317 h 1832011"/>
                <a:gd name="connsiteX17-3595" fmla="*/ 4191544 w 8405408"/>
                <a:gd name="connsiteY17-3596" fmla="*/ 1074748 h 1832011"/>
                <a:gd name="connsiteX18-3597" fmla="*/ 3323461 w 8405408"/>
                <a:gd name="connsiteY18-3598" fmla="*/ 1079828 h 1832011"/>
                <a:gd name="connsiteX19-3599" fmla="*/ 2372728 w 8405408"/>
                <a:gd name="connsiteY19-3600" fmla="*/ 1307006 h 1832011"/>
                <a:gd name="connsiteX20-3601" fmla="*/ 2354391 w 8405408"/>
                <a:gd name="connsiteY20-3602" fmla="*/ 1304778 h 1832011"/>
                <a:gd name="connsiteX21-3603" fmla="*/ 2138132 w 8405408"/>
                <a:gd name="connsiteY21-3604" fmla="*/ 1352876 h 1832011"/>
                <a:gd name="connsiteX22-3605" fmla="*/ 1329237 w 8405408"/>
                <a:gd name="connsiteY22-3606" fmla="*/ 1426009 h 1832011"/>
                <a:gd name="connsiteX23-3607" fmla="*/ 1021579 w 8405408"/>
                <a:gd name="connsiteY23-3608" fmla="*/ 1414579 h 1832011"/>
                <a:gd name="connsiteX24-3609" fmla="*/ 102417 w 8405408"/>
                <a:gd name="connsiteY24-3610" fmla="*/ 1054534 h 1832011"/>
                <a:gd name="connsiteX25-3611" fmla="*/ 34789 w 8405408"/>
                <a:gd name="connsiteY25-3612" fmla="*/ 593524 h 1832011"/>
                <a:gd name="connsiteX26-3613" fmla="*/ 44920 w 8405408"/>
                <a:gd name="connsiteY26-3614" fmla="*/ 569624 h 1832011"/>
                <a:gd name="connsiteX27-3615" fmla="*/ 202638 w 8405408"/>
                <a:gd name="connsiteY27-3616" fmla="*/ 0 h 1832011"/>
                <a:gd name="connsiteX28-3617" fmla="*/ 151947 w 8405408"/>
                <a:gd name="connsiteY28-3618" fmla="*/ 1027864 h 1832011"/>
                <a:gd name="connsiteX29-3619" fmla="*/ 2373177 w 8405408"/>
                <a:gd name="connsiteY29-3620" fmla="*/ 1242177 h 1832011"/>
                <a:gd name="connsiteX30-3621" fmla="*/ 2373784 w 8405408"/>
                <a:gd name="connsiteY30-3622" fmla="*/ 1244522 h 1832011"/>
                <a:gd name="connsiteX31-3623" fmla="*/ 2430287 w 8405408"/>
                <a:gd name="connsiteY31-3624" fmla="*/ 1228880 h 1832011"/>
                <a:gd name="connsiteX32-3625" fmla="*/ 3312380 w 8405408"/>
                <a:gd name="connsiteY32-3626" fmla="*/ 1020725 h 1832011"/>
                <a:gd name="connsiteX33-3627" fmla="*/ 4225251 w 8405408"/>
                <a:gd name="connsiteY33-3628" fmla="*/ 1024880 h 1832011"/>
                <a:gd name="connsiteX34-3629" fmla="*/ 4449463 w 8405408"/>
                <a:gd name="connsiteY34-3630" fmla="*/ 1442676 h 1832011"/>
                <a:gd name="connsiteX35-3631" fmla="*/ 4643462 w 8405408"/>
                <a:gd name="connsiteY35-3632" fmla="*/ 1762727 h 1832011"/>
                <a:gd name="connsiteX36-3633" fmla="*/ 5393928 w 8405408"/>
                <a:gd name="connsiteY36-3634" fmla="*/ 1222969 h 1832011"/>
                <a:gd name="connsiteX37-3635" fmla="*/ 5693140 w 8405408"/>
                <a:gd name="connsiteY37-3636" fmla="*/ 911291 h 1832011"/>
                <a:gd name="connsiteX38-3637" fmla="*/ 6625404 w 8405408"/>
                <a:gd name="connsiteY38-3638" fmla="*/ 311945 h 1832011"/>
                <a:gd name="connsiteX0-3639" fmla="*/ 6625404 w 8405408"/>
                <a:gd name="connsiteY0-3640" fmla="*/ 311945 h 1832011"/>
                <a:gd name="connsiteX1-3641" fmla="*/ 6637871 w 8405408"/>
                <a:gd name="connsiteY1-3642" fmla="*/ 311945 h 1832011"/>
                <a:gd name="connsiteX2-3643" fmla="*/ 7074069 w 8405408"/>
                <a:gd name="connsiteY2-3644" fmla="*/ 887239 h 1832011"/>
                <a:gd name="connsiteX3-3645" fmla="*/ 7233523 w 8405408"/>
                <a:gd name="connsiteY3-3646" fmla="*/ 1211425 h 1832011"/>
                <a:gd name="connsiteX4-3647" fmla="*/ 8360770 w 8405408"/>
                <a:gd name="connsiteY4-3648" fmla="*/ 977767 h 1832011"/>
                <a:gd name="connsiteX5-3649" fmla="*/ 8405408 w 8405408"/>
                <a:gd name="connsiteY5-3650" fmla="*/ 1026357 h 1832011"/>
                <a:gd name="connsiteX6-3651" fmla="*/ 7223365 w 8405408"/>
                <a:gd name="connsiteY6-3652" fmla="*/ 1270990 h 1832011"/>
                <a:gd name="connsiteX7-3653" fmla="*/ 7034973 w 8405408"/>
                <a:gd name="connsiteY7-3654" fmla="*/ 911752 h 1832011"/>
                <a:gd name="connsiteX8-3655" fmla="*/ 6636948 w 8405408"/>
                <a:gd name="connsiteY8-3656" fmla="*/ 372434 h 1832011"/>
                <a:gd name="connsiteX9-3657" fmla="*/ 6625866 w 8405408"/>
                <a:gd name="connsiteY9-3658" fmla="*/ 372434 h 1832011"/>
                <a:gd name="connsiteX10-3659" fmla="*/ 5737005 w 8405408"/>
                <a:gd name="connsiteY10-3660" fmla="*/ 952848 h 1832011"/>
                <a:gd name="connsiteX11-3661" fmla="*/ 5608640 w 8405408"/>
                <a:gd name="connsiteY11-3662" fmla="*/ 1084445 h 1832011"/>
                <a:gd name="connsiteX12-3663" fmla="*/ 5438718 w 8405408"/>
                <a:gd name="connsiteY12-3664" fmla="*/ 1263602 h 1832011"/>
                <a:gd name="connsiteX13-3665" fmla="*/ 5049466 w 8405408"/>
                <a:gd name="connsiteY13-3666" fmla="*/ 1654239 h 1832011"/>
                <a:gd name="connsiteX14-3667" fmla="*/ 4692075 w 8405408"/>
                <a:gd name="connsiteY14-3668" fmla="*/ 1832011 h 1832011"/>
                <a:gd name="connsiteX15-3669" fmla="*/ 4649133 w 8405408"/>
                <a:gd name="connsiteY15-3670" fmla="*/ 1827855 h 1832011"/>
                <a:gd name="connsiteX16-3671" fmla="*/ 4417337 w 8405408"/>
                <a:gd name="connsiteY16-3672" fmla="*/ 1484317 h 1832011"/>
                <a:gd name="connsiteX17-3673" fmla="*/ 4191544 w 8405408"/>
                <a:gd name="connsiteY17-3674" fmla="*/ 1074748 h 1832011"/>
                <a:gd name="connsiteX18-3675" fmla="*/ 3323461 w 8405408"/>
                <a:gd name="connsiteY18-3676" fmla="*/ 1079828 h 1832011"/>
                <a:gd name="connsiteX19-3677" fmla="*/ 2372728 w 8405408"/>
                <a:gd name="connsiteY19-3678" fmla="*/ 1307006 h 1832011"/>
                <a:gd name="connsiteX20-3679" fmla="*/ 2354391 w 8405408"/>
                <a:gd name="connsiteY20-3680" fmla="*/ 1304778 h 1832011"/>
                <a:gd name="connsiteX21-3681" fmla="*/ 2138132 w 8405408"/>
                <a:gd name="connsiteY21-3682" fmla="*/ 1352876 h 1832011"/>
                <a:gd name="connsiteX22-3683" fmla="*/ 1329237 w 8405408"/>
                <a:gd name="connsiteY22-3684" fmla="*/ 1426009 h 1832011"/>
                <a:gd name="connsiteX23-3685" fmla="*/ 1021579 w 8405408"/>
                <a:gd name="connsiteY23-3686" fmla="*/ 1414579 h 1832011"/>
                <a:gd name="connsiteX24-3687" fmla="*/ 102417 w 8405408"/>
                <a:gd name="connsiteY24-3688" fmla="*/ 1054534 h 1832011"/>
                <a:gd name="connsiteX25-3689" fmla="*/ 34789 w 8405408"/>
                <a:gd name="connsiteY25-3690" fmla="*/ 593524 h 1832011"/>
                <a:gd name="connsiteX26-3691" fmla="*/ 102881 w 8405408"/>
                <a:gd name="connsiteY26-3692" fmla="*/ 97254 h 1832011"/>
                <a:gd name="connsiteX27-3693" fmla="*/ 202638 w 8405408"/>
                <a:gd name="connsiteY27-3694" fmla="*/ 0 h 1832011"/>
                <a:gd name="connsiteX28-3695" fmla="*/ 151947 w 8405408"/>
                <a:gd name="connsiteY28-3696" fmla="*/ 1027864 h 1832011"/>
                <a:gd name="connsiteX29-3697" fmla="*/ 2373177 w 8405408"/>
                <a:gd name="connsiteY29-3698" fmla="*/ 1242177 h 1832011"/>
                <a:gd name="connsiteX30-3699" fmla="*/ 2373784 w 8405408"/>
                <a:gd name="connsiteY30-3700" fmla="*/ 1244522 h 1832011"/>
                <a:gd name="connsiteX31-3701" fmla="*/ 2430287 w 8405408"/>
                <a:gd name="connsiteY31-3702" fmla="*/ 1228880 h 1832011"/>
                <a:gd name="connsiteX32-3703" fmla="*/ 3312380 w 8405408"/>
                <a:gd name="connsiteY32-3704" fmla="*/ 1020725 h 1832011"/>
                <a:gd name="connsiteX33-3705" fmla="*/ 4225251 w 8405408"/>
                <a:gd name="connsiteY33-3706" fmla="*/ 1024880 h 1832011"/>
                <a:gd name="connsiteX34-3707" fmla="*/ 4449463 w 8405408"/>
                <a:gd name="connsiteY34-3708" fmla="*/ 1442676 h 1832011"/>
                <a:gd name="connsiteX35-3709" fmla="*/ 4643462 w 8405408"/>
                <a:gd name="connsiteY35-3710" fmla="*/ 1762727 h 1832011"/>
                <a:gd name="connsiteX36-3711" fmla="*/ 5393928 w 8405408"/>
                <a:gd name="connsiteY36-3712" fmla="*/ 1222969 h 1832011"/>
                <a:gd name="connsiteX37-3713" fmla="*/ 5693140 w 8405408"/>
                <a:gd name="connsiteY37-3714" fmla="*/ 911291 h 1832011"/>
                <a:gd name="connsiteX38-3715" fmla="*/ 6625404 w 8405408"/>
                <a:gd name="connsiteY38-3716" fmla="*/ 311945 h 1832011"/>
                <a:gd name="connsiteX0-3717" fmla="*/ 6697297 w 8477301"/>
                <a:gd name="connsiteY0-3718" fmla="*/ 311945 h 1832011"/>
                <a:gd name="connsiteX1-3719" fmla="*/ 6709764 w 8477301"/>
                <a:gd name="connsiteY1-3720" fmla="*/ 311945 h 1832011"/>
                <a:gd name="connsiteX2-3721" fmla="*/ 7145962 w 8477301"/>
                <a:gd name="connsiteY2-3722" fmla="*/ 887239 h 1832011"/>
                <a:gd name="connsiteX3-3723" fmla="*/ 7305416 w 8477301"/>
                <a:gd name="connsiteY3-3724" fmla="*/ 1211425 h 1832011"/>
                <a:gd name="connsiteX4-3725" fmla="*/ 8432663 w 8477301"/>
                <a:gd name="connsiteY4-3726" fmla="*/ 977767 h 1832011"/>
                <a:gd name="connsiteX5-3727" fmla="*/ 8477301 w 8477301"/>
                <a:gd name="connsiteY5-3728" fmla="*/ 1026357 h 1832011"/>
                <a:gd name="connsiteX6-3729" fmla="*/ 7295258 w 8477301"/>
                <a:gd name="connsiteY6-3730" fmla="*/ 1270990 h 1832011"/>
                <a:gd name="connsiteX7-3731" fmla="*/ 7106866 w 8477301"/>
                <a:gd name="connsiteY7-3732" fmla="*/ 911752 h 1832011"/>
                <a:gd name="connsiteX8-3733" fmla="*/ 6708841 w 8477301"/>
                <a:gd name="connsiteY8-3734" fmla="*/ 372434 h 1832011"/>
                <a:gd name="connsiteX9-3735" fmla="*/ 6697759 w 8477301"/>
                <a:gd name="connsiteY9-3736" fmla="*/ 372434 h 1832011"/>
                <a:gd name="connsiteX10-3737" fmla="*/ 5808898 w 8477301"/>
                <a:gd name="connsiteY10-3738" fmla="*/ 952848 h 1832011"/>
                <a:gd name="connsiteX11-3739" fmla="*/ 5680533 w 8477301"/>
                <a:gd name="connsiteY11-3740" fmla="*/ 1084445 h 1832011"/>
                <a:gd name="connsiteX12-3741" fmla="*/ 5510611 w 8477301"/>
                <a:gd name="connsiteY12-3742" fmla="*/ 1263602 h 1832011"/>
                <a:gd name="connsiteX13-3743" fmla="*/ 5121359 w 8477301"/>
                <a:gd name="connsiteY13-3744" fmla="*/ 1654239 h 1832011"/>
                <a:gd name="connsiteX14-3745" fmla="*/ 4763968 w 8477301"/>
                <a:gd name="connsiteY14-3746" fmla="*/ 1832011 h 1832011"/>
                <a:gd name="connsiteX15-3747" fmla="*/ 4721026 w 8477301"/>
                <a:gd name="connsiteY15-3748" fmla="*/ 1827855 h 1832011"/>
                <a:gd name="connsiteX16-3749" fmla="*/ 4489230 w 8477301"/>
                <a:gd name="connsiteY16-3750" fmla="*/ 1484317 h 1832011"/>
                <a:gd name="connsiteX17-3751" fmla="*/ 4263437 w 8477301"/>
                <a:gd name="connsiteY17-3752" fmla="*/ 1074748 h 1832011"/>
                <a:gd name="connsiteX18-3753" fmla="*/ 3395354 w 8477301"/>
                <a:gd name="connsiteY18-3754" fmla="*/ 1079828 h 1832011"/>
                <a:gd name="connsiteX19-3755" fmla="*/ 2444621 w 8477301"/>
                <a:gd name="connsiteY19-3756" fmla="*/ 1307006 h 1832011"/>
                <a:gd name="connsiteX20-3757" fmla="*/ 2426284 w 8477301"/>
                <a:gd name="connsiteY20-3758" fmla="*/ 1304778 h 1832011"/>
                <a:gd name="connsiteX21-3759" fmla="*/ 2210025 w 8477301"/>
                <a:gd name="connsiteY21-3760" fmla="*/ 1352876 h 1832011"/>
                <a:gd name="connsiteX22-3761" fmla="*/ 1401130 w 8477301"/>
                <a:gd name="connsiteY22-3762" fmla="*/ 1426009 h 1832011"/>
                <a:gd name="connsiteX23-3763" fmla="*/ 1093472 w 8477301"/>
                <a:gd name="connsiteY23-3764" fmla="*/ 1414579 h 1832011"/>
                <a:gd name="connsiteX24-3765" fmla="*/ 174310 w 8477301"/>
                <a:gd name="connsiteY24-3766" fmla="*/ 1054534 h 1832011"/>
                <a:gd name="connsiteX25-3767" fmla="*/ 10081 w 8477301"/>
                <a:gd name="connsiteY25-3768" fmla="*/ 593524 h 1832011"/>
                <a:gd name="connsiteX26-3769" fmla="*/ 174774 w 8477301"/>
                <a:gd name="connsiteY26-3770" fmla="*/ 97254 h 1832011"/>
                <a:gd name="connsiteX27-3771" fmla="*/ 274531 w 8477301"/>
                <a:gd name="connsiteY27-3772" fmla="*/ 0 h 1832011"/>
                <a:gd name="connsiteX28-3773" fmla="*/ 223840 w 8477301"/>
                <a:gd name="connsiteY28-3774" fmla="*/ 1027864 h 1832011"/>
                <a:gd name="connsiteX29-3775" fmla="*/ 2445070 w 8477301"/>
                <a:gd name="connsiteY29-3776" fmla="*/ 1242177 h 1832011"/>
                <a:gd name="connsiteX30-3777" fmla="*/ 2445677 w 8477301"/>
                <a:gd name="connsiteY30-3778" fmla="*/ 1244522 h 1832011"/>
                <a:gd name="connsiteX31-3779" fmla="*/ 2502180 w 8477301"/>
                <a:gd name="connsiteY31-3780" fmla="*/ 1228880 h 1832011"/>
                <a:gd name="connsiteX32-3781" fmla="*/ 3384273 w 8477301"/>
                <a:gd name="connsiteY32-3782" fmla="*/ 1020725 h 1832011"/>
                <a:gd name="connsiteX33-3783" fmla="*/ 4297144 w 8477301"/>
                <a:gd name="connsiteY33-3784" fmla="*/ 1024880 h 1832011"/>
                <a:gd name="connsiteX34-3785" fmla="*/ 4521356 w 8477301"/>
                <a:gd name="connsiteY34-3786" fmla="*/ 1442676 h 1832011"/>
                <a:gd name="connsiteX35-3787" fmla="*/ 4715355 w 8477301"/>
                <a:gd name="connsiteY35-3788" fmla="*/ 1762727 h 1832011"/>
                <a:gd name="connsiteX36-3789" fmla="*/ 5465821 w 8477301"/>
                <a:gd name="connsiteY36-3790" fmla="*/ 1222969 h 1832011"/>
                <a:gd name="connsiteX37-3791" fmla="*/ 5765033 w 8477301"/>
                <a:gd name="connsiteY37-3792" fmla="*/ 911291 h 1832011"/>
                <a:gd name="connsiteX38-3793" fmla="*/ 6697297 w 8477301"/>
                <a:gd name="connsiteY38-3794" fmla="*/ 311945 h 1832011"/>
                <a:gd name="connsiteX0-3795" fmla="*/ 6697297 w 8477301"/>
                <a:gd name="connsiteY0-3796" fmla="*/ 311945 h 1832011"/>
                <a:gd name="connsiteX1-3797" fmla="*/ 6709764 w 8477301"/>
                <a:gd name="connsiteY1-3798" fmla="*/ 311945 h 1832011"/>
                <a:gd name="connsiteX2-3799" fmla="*/ 7145962 w 8477301"/>
                <a:gd name="connsiteY2-3800" fmla="*/ 887239 h 1832011"/>
                <a:gd name="connsiteX3-3801" fmla="*/ 7305416 w 8477301"/>
                <a:gd name="connsiteY3-3802" fmla="*/ 1211425 h 1832011"/>
                <a:gd name="connsiteX4-3803" fmla="*/ 8432663 w 8477301"/>
                <a:gd name="connsiteY4-3804" fmla="*/ 977767 h 1832011"/>
                <a:gd name="connsiteX5-3805" fmla="*/ 8477301 w 8477301"/>
                <a:gd name="connsiteY5-3806" fmla="*/ 1026357 h 1832011"/>
                <a:gd name="connsiteX6-3807" fmla="*/ 7295258 w 8477301"/>
                <a:gd name="connsiteY6-3808" fmla="*/ 1270990 h 1832011"/>
                <a:gd name="connsiteX7-3809" fmla="*/ 7106866 w 8477301"/>
                <a:gd name="connsiteY7-3810" fmla="*/ 911752 h 1832011"/>
                <a:gd name="connsiteX8-3811" fmla="*/ 6708841 w 8477301"/>
                <a:gd name="connsiteY8-3812" fmla="*/ 372434 h 1832011"/>
                <a:gd name="connsiteX9-3813" fmla="*/ 6697759 w 8477301"/>
                <a:gd name="connsiteY9-3814" fmla="*/ 372434 h 1832011"/>
                <a:gd name="connsiteX10-3815" fmla="*/ 5808898 w 8477301"/>
                <a:gd name="connsiteY10-3816" fmla="*/ 952848 h 1832011"/>
                <a:gd name="connsiteX11-3817" fmla="*/ 5680533 w 8477301"/>
                <a:gd name="connsiteY11-3818" fmla="*/ 1084445 h 1832011"/>
                <a:gd name="connsiteX12-3819" fmla="*/ 5510611 w 8477301"/>
                <a:gd name="connsiteY12-3820" fmla="*/ 1263602 h 1832011"/>
                <a:gd name="connsiteX13-3821" fmla="*/ 5121359 w 8477301"/>
                <a:gd name="connsiteY13-3822" fmla="*/ 1654239 h 1832011"/>
                <a:gd name="connsiteX14-3823" fmla="*/ 4763968 w 8477301"/>
                <a:gd name="connsiteY14-3824" fmla="*/ 1832011 h 1832011"/>
                <a:gd name="connsiteX15-3825" fmla="*/ 4721026 w 8477301"/>
                <a:gd name="connsiteY15-3826" fmla="*/ 1827855 h 1832011"/>
                <a:gd name="connsiteX16-3827" fmla="*/ 4489230 w 8477301"/>
                <a:gd name="connsiteY16-3828" fmla="*/ 1484317 h 1832011"/>
                <a:gd name="connsiteX17-3829" fmla="*/ 4263437 w 8477301"/>
                <a:gd name="connsiteY17-3830" fmla="*/ 1074748 h 1832011"/>
                <a:gd name="connsiteX18-3831" fmla="*/ 3395354 w 8477301"/>
                <a:gd name="connsiteY18-3832" fmla="*/ 1079828 h 1832011"/>
                <a:gd name="connsiteX19-3833" fmla="*/ 2444621 w 8477301"/>
                <a:gd name="connsiteY19-3834" fmla="*/ 1307006 h 1832011"/>
                <a:gd name="connsiteX20-3835" fmla="*/ 2426284 w 8477301"/>
                <a:gd name="connsiteY20-3836" fmla="*/ 1304778 h 1832011"/>
                <a:gd name="connsiteX21-3837" fmla="*/ 2210025 w 8477301"/>
                <a:gd name="connsiteY21-3838" fmla="*/ 1352876 h 1832011"/>
                <a:gd name="connsiteX22-3839" fmla="*/ 1401130 w 8477301"/>
                <a:gd name="connsiteY22-3840" fmla="*/ 1426009 h 1832011"/>
                <a:gd name="connsiteX23-3841" fmla="*/ 1093472 w 8477301"/>
                <a:gd name="connsiteY23-3842" fmla="*/ 1414579 h 1832011"/>
                <a:gd name="connsiteX24-3843" fmla="*/ 174310 w 8477301"/>
                <a:gd name="connsiteY24-3844" fmla="*/ 1054534 h 1832011"/>
                <a:gd name="connsiteX25-3845" fmla="*/ 10081 w 8477301"/>
                <a:gd name="connsiteY25-3846" fmla="*/ 593524 h 1832011"/>
                <a:gd name="connsiteX26-3847" fmla="*/ 174774 w 8477301"/>
                <a:gd name="connsiteY26-3848" fmla="*/ 97254 h 1832011"/>
                <a:gd name="connsiteX27-3849" fmla="*/ 274531 w 8477301"/>
                <a:gd name="connsiteY27-3850" fmla="*/ 0 h 1832011"/>
                <a:gd name="connsiteX28-3851" fmla="*/ 223840 w 8477301"/>
                <a:gd name="connsiteY28-3852" fmla="*/ 1027864 h 1832011"/>
                <a:gd name="connsiteX29-3853" fmla="*/ 2445070 w 8477301"/>
                <a:gd name="connsiteY29-3854" fmla="*/ 1242177 h 1832011"/>
                <a:gd name="connsiteX30-3855" fmla="*/ 2445677 w 8477301"/>
                <a:gd name="connsiteY30-3856" fmla="*/ 1244522 h 1832011"/>
                <a:gd name="connsiteX31-3857" fmla="*/ 2502180 w 8477301"/>
                <a:gd name="connsiteY31-3858" fmla="*/ 1228880 h 1832011"/>
                <a:gd name="connsiteX32-3859" fmla="*/ 3384273 w 8477301"/>
                <a:gd name="connsiteY32-3860" fmla="*/ 1020725 h 1832011"/>
                <a:gd name="connsiteX33-3861" fmla="*/ 4297144 w 8477301"/>
                <a:gd name="connsiteY33-3862" fmla="*/ 1024880 h 1832011"/>
                <a:gd name="connsiteX34-3863" fmla="*/ 4521356 w 8477301"/>
                <a:gd name="connsiteY34-3864" fmla="*/ 1442676 h 1832011"/>
                <a:gd name="connsiteX35-3865" fmla="*/ 4715355 w 8477301"/>
                <a:gd name="connsiteY35-3866" fmla="*/ 1762727 h 1832011"/>
                <a:gd name="connsiteX36-3867" fmla="*/ 5465821 w 8477301"/>
                <a:gd name="connsiteY36-3868" fmla="*/ 1222969 h 1832011"/>
                <a:gd name="connsiteX37-3869" fmla="*/ 5765033 w 8477301"/>
                <a:gd name="connsiteY37-3870" fmla="*/ 911291 h 1832011"/>
                <a:gd name="connsiteX38-3871" fmla="*/ 6697297 w 8477301"/>
                <a:gd name="connsiteY38-3872" fmla="*/ 311945 h 1832011"/>
                <a:gd name="connsiteX0-3873" fmla="*/ 6702701 w 8482705"/>
                <a:gd name="connsiteY0-3874" fmla="*/ 311945 h 1832011"/>
                <a:gd name="connsiteX1-3875" fmla="*/ 6715168 w 8482705"/>
                <a:gd name="connsiteY1-3876" fmla="*/ 311945 h 1832011"/>
                <a:gd name="connsiteX2-3877" fmla="*/ 7151366 w 8482705"/>
                <a:gd name="connsiteY2-3878" fmla="*/ 887239 h 1832011"/>
                <a:gd name="connsiteX3-3879" fmla="*/ 7310820 w 8482705"/>
                <a:gd name="connsiteY3-3880" fmla="*/ 1211425 h 1832011"/>
                <a:gd name="connsiteX4-3881" fmla="*/ 8438067 w 8482705"/>
                <a:gd name="connsiteY4-3882" fmla="*/ 977767 h 1832011"/>
                <a:gd name="connsiteX5-3883" fmla="*/ 8482705 w 8482705"/>
                <a:gd name="connsiteY5-3884" fmla="*/ 1026357 h 1832011"/>
                <a:gd name="connsiteX6-3885" fmla="*/ 7300662 w 8482705"/>
                <a:gd name="connsiteY6-3886" fmla="*/ 1270990 h 1832011"/>
                <a:gd name="connsiteX7-3887" fmla="*/ 7112270 w 8482705"/>
                <a:gd name="connsiteY7-3888" fmla="*/ 911752 h 1832011"/>
                <a:gd name="connsiteX8-3889" fmla="*/ 6714245 w 8482705"/>
                <a:gd name="connsiteY8-3890" fmla="*/ 372434 h 1832011"/>
                <a:gd name="connsiteX9-3891" fmla="*/ 6703163 w 8482705"/>
                <a:gd name="connsiteY9-3892" fmla="*/ 372434 h 1832011"/>
                <a:gd name="connsiteX10-3893" fmla="*/ 5814302 w 8482705"/>
                <a:gd name="connsiteY10-3894" fmla="*/ 952848 h 1832011"/>
                <a:gd name="connsiteX11-3895" fmla="*/ 5685937 w 8482705"/>
                <a:gd name="connsiteY11-3896" fmla="*/ 1084445 h 1832011"/>
                <a:gd name="connsiteX12-3897" fmla="*/ 5516015 w 8482705"/>
                <a:gd name="connsiteY12-3898" fmla="*/ 1263602 h 1832011"/>
                <a:gd name="connsiteX13-3899" fmla="*/ 5126763 w 8482705"/>
                <a:gd name="connsiteY13-3900" fmla="*/ 1654239 h 1832011"/>
                <a:gd name="connsiteX14-3901" fmla="*/ 4769372 w 8482705"/>
                <a:gd name="connsiteY14-3902" fmla="*/ 1832011 h 1832011"/>
                <a:gd name="connsiteX15-3903" fmla="*/ 4726430 w 8482705"/>
                <a:gd name="connsiteY15-3904" fmla="*/ 1827855 h 1832011"/>
                <a:gd name="connsiteX16-3905" fmla="*/ 4494634 w 8482705"/>
                <a:gd name="connsiteY16-3906" fmla="*/ 1484317 h 1832011"/>
                <a:gd name="connsiteX17-3907" fmla="*/ 4268841 w 8482705"/>
                <a:gd name="connsiteY17-3908" fmla="*/ 1074748 h 1832011"/>
                <a:gd name="connsiteX18-3909" fmla="*/ 3400758 w 8482705"/>
                <a:gd name="connsiteY18-3910" fmla="*/ 1079828 h 1832011"/>
                <a:gd name="connsiteX19-3911" fmla="*/ 2450025 w 8482705"/>
                <a:gd name="connsiteY19-3912" fmla="*/ 1307006 h 1832011"/>
                <a:gd name="connsiteX20-3913" fmla="*/ 2431688 w 8482705"/>
                <a:gd name="connsiteY20-3914" fmla="*/ 1304778 h 1832011"/>
                <a:gd name="connsiteX21-3915" fmla="*/ 2215429 w 8482705"/>
                <a:gd name="connsiteY21-3916" fmla="*/ 1352876 h 1832011"/>
                <a:gd name="connsiteX22-3917" fmla="*/ 1406534 w 8482705"/>
                <a:gd name="connsiteY22-3918" fmla="*/ 1426009 h 1832011"/>
                <a:gd name="connsiteX23-3919" fmla="*/ 1098876 w 8482705"/>
                <a:gd name="connsiteY23-3920" fmla="*/ 1414579 h 1832011"/>
                <a:gd name="connsiteX24-3921" fmla="*/ 121753 w 8482705"/>
                <a:gd name="connsiteY24-3922" fmla="*/ 1068426 h 1832011"/>
                <a:gd name="connsiteX25-3923" fmla="*/ 15485 w 8482705"/>
                <a:gd name="connsiteY25-3924" fmla="*/ 593524 h 1832011"/>
                <a:gd name="connsiteX26-3925" fmla="*/ 180178 w 8482705"/>
                <a:gd name="connsiteY26-3926" fmla="*/ 97254 h 1832011"/>
                <a:gd name="connsiteX27-3927" fmla="*/ 279935 w 8482705"/>
                <a:gd name="connsiteY27-3928" fmla="*/ 0 h 1832011"/>
                <a:gd name="connsiteX28-3929" fmla="*/ 229244 w 8482705"/>
                <a:gd name="connsiteY28-3930" fmla="*/ 1027864 h 1832011"/>
                <a:gd name="connsiteX29-3931" fmla="*/ 2450474 w 8482705"/>
                <a:gd name="connsiteY29-3932" fmla="*/ 1242177 h 1832011"/>
                <a:gd name="connsiteX30-3933" fmla="*/ 2451081 w 8482705"/>
                <a:gd name="connsiteY30-3934" fmla="*/ 1244522 h 1832011"/>
                <a:gd name="connsiteX31-3935" fmla="*/ 2507584 w 8482705"/>
                <a:gd name="connsiteY31-3936" fmla="*/ 1228880 h 1832011"/>
                <a:gd name="connsiteX32-3937" fmla="*/ 3389677 w 8482705"/>
                <a:gd name="connsiteY32-3938" fmla="*/ 1020725 h 1832011"/>
                <a:gd name="connsiteX33-3939" fmla="*/ 4302548 w 8482705"/>
                <a:gd name="connsiteY33-3940" fmla="*/ 1024880 h 1832011"/>
                <a:gd name="connsiteX34-3941" fmla="*/ 4526760 w 8482705"/>
                <a:gd name="connsiteY34-3942" fmla="*/ 1442676 h 1832011"/>
                <a:gd name="connsiteX35-3943" fmla="*/ 4720759 w 8482705"/>
                <a:gd name="connsiteY35-3944" fmla="*/ 1762727 h 1832011"/>
                <a:gd name="connsiteX36-3945" fmla="*/ 5471225 w 8482705"/>
                <a:gd name="connsiteY36-3946" fmla="*/ 1222969 h 1832011"/>
                <a:gd name="connsiteX37-3947" fmla="*/ 5770437 w 8482705"/>
                <a:gd name="connsiteY37-3948" fmla="*/ 911291 h 1832011"/>
                <a:gd name="connsiteX38-3949" fmla="*/ 6702701 w 8482705"/>
                <a:gd name="connsiteY38-3950" fmla="*/ 311945 h 1832011"/>
                <a:gd name="connsiteX0-3951" fmla="*/ 6702701 w 8482705"/>
                <a:gd name="connsiteY0-3952" fmla="*/ 311945 h 1832011"/>
                <a:gd name="connsiteX1-3953" fmla="*/ 6715168 w 8482705"/>
                <a:gd name="connsiteY1-3954" fmla="*/ 311945 h 1832011"/>
                <a:gd name="connsiteX2-3955" fmla="*/ 7151366 w 8482705"/>
                <a:gd name="connsiteY2-3956" fmla="*/ 887239 h 1832011"/>
                <a:gd name="connsiteX3-3957" fmla="*/ 7310820 w 8482705"/>
                <a:gd name="connsiteY3-3958" fmla="*/ 1211425 h 1832011"/>
                <a:gd name="connsiteX4-3959" fmla="*/ 8438067 w 8482705"/>
                <a:gd name="connsiteY4-3960" fmla="*/ 977767 h 1832011"/>
                <a:gd name="connsiteX5-3961" fmla="*/ 8482705 w 8482705"/>
                <a:gd name="connsiteY5-3962" fmla="*/ 1026357 h 1832011"/>
                <a:gd name="connsiteX6-3963" fmla="*/ 7300662 w 8482705"/>
                <a:gd name="connsiteY6-3964" fmla="*/ 1270990 h 1832011"/>
                <a:gd name="connsiteX7-3965" fmla="*/ 7112270 w 8482705"/>
                <a:gd name="connsiteY7-3966" fmla="*/ 911752 h 1832011"/>
                <a:gd name="connsiteX8-3967" fmla="*/ 6714245 w 8482705"/>
                <a:gd name="connsiteY8-3968" fmla="*/ 372434 h 1832011"/>
                <a:gd name="connsiteX9-3969" fmla="*/ 6703163 w 8482705"/>
                <a:gd name="connsiteY9-3970" fmla="*/ 372434 h 1832011"/>
                <a:gd name="connsiteX10-3971" fmla="*/ 5814302 w 8482705"/>
                <a:gd name="connsiteY10-3972" fmla="*/ 952848 h 1832011"/>
                <a:gd name="connsiteX11-3973" fmla="*/ 5685937 w 8482705"/>
                <a:gd name="connsiteY11-3974" fmla="*/ 1084445 h 1832011"/>
                <a:gd name="connsiteX12-3975" fmla="*/ 5516015 w 8482705"/>
                <a:gd name="connsiteY12-3976" fmla="*/ 1263602 h 1832011"/>
                <a:gd name="connsiteX13-3977" fmla="*/ 5126763 w 8482705"/>
                <a:gd name="connsiteY13-3978" fmla="*/ 1654239 h 1832011"/>
                <a:gd name="connsiteX14-3979" fmla="*/ 4769372 w 8482705"/>
                <a:gd name="connsiteY14-3980" fmla="*/ 1832011 h 1832011"/>
                <a:gd name="connsiteX15-3981" fmla="*/ 4726430 w 8482705"/>
                <a:gd name="connsiteY15-3982" fmla="*/ 1827855 h 1832011"/>
                <a:gd name="connsiteX16-3983" fmla="*/ 4494634 w 8482705"/>
                <a:gd name="connsiteY16-3984" fmla="*/ 1484317 h 1832011"/>
                <a:gd name="connsiteX17-3985" fmla="*/ 4268841 w 8482705"/>
                <a:gd name="connsiteY17-3986" fmla="*/ 1074748 h 1832011"/>
                <a:gd name="connsiteX18-3987" fmla="*/ 3400758 w 8482705"/>
                <a:gd name="connsiteY18-3988" fmla="*/ 1079828 h 1832011"/>
                <a:gd name="connsiteX19-3989" fmla="*/ 2450025 w 8482705"/>
                <a:gd name="connsiteY19-3990" fmla="*/ 1307006 h 1832011"/>
                <a:gd name="connsiteX20-3991" fmla="*/ 2431688 w 8482705"/>
                <a:gd name="connsiteY20-3992" fmla="*/ 1304778 h 1832011"/>
                <a:gd name="connsiteX21-3993" fmla="*/ 2215429 w 8482705"/>
                <a:gd name="connsiteY21-3994" fmla="*/ 1352876 h 1832011"/>
                <a:gd name="connsiteX22-3995" fmla="*/ 1406534 w 8482705"/>
                <a:gd name="connsiteY22-3996" fmla="*/ 1426009 h 1832011"/>
                <a:gd name="connsiteX23-3997" fmla="*/ 1098876 w 8482705"/>
                <a:gd name="connsiteY23-3998" fmla="*/ 1414579 h 1832011"/>
                <a:gd name="connsiteX24-3999" fmla="*/ 121753 w 8482705"/>
                <a:gd name="connsiteY24-4000" fmla="*/ 1068426 h 1832011"/>
                <a:gd name="connsiteX25-4001" fmla="*/ 15485 w 8482705"/>
                <a:gd name="connsiteY25-4002" fmla="*/ 593524 h 1832011"/>
                <a:gd name="connsiteX26-4003" fmla="*/ 180178 w 8482705"/>
                <a:gd name="connsiteY26-4004" fmla="*/ 97254 h 1832011"/>
                <a:gd name="connsiteX27-4005" fmla="*/ 279935 w 8482705"/>
                <a:gd name="connsiteY27-4006" fmla="*/ 0 h 1832011"/>
                <a:gd name="connsiteX28-4007" fmla="*/ 229244 w 8482705"/>
                <a:gd name="connsiteY28-4008" fmla="*/ 1027864 h 1832011"/>
                <a:gd name="connsiteX29-4009" fmla="*/ 2450474 w 8482705"/>
                <a:gd name="connsiteY29-4010" fmla="*/ 1242177 h 1832011"/>
                <a:gd name="connsiteX30-4011" fmla="*/ 2451081 w 8482705"/>
                <a:gd name="connsiteY30-4012" fmla="*/ 1244522 h 1832011"/>
                <a:gd name="connsiteX31-4013" fmla="*/ 2507584 w 8482705"/>
                <a:gd name="connsiteY31-4014" fmla="*/ 1228880 h 1832011"/>
                <a:gd name="connsiteX32-4015" fmla="*/ 3389677 w 8482705"/>
                <a:gd name="connsiteY32-4016" fmla="*/ 1020725 h 1832011"/>
                <a:gd name="connsiteX33-4017" fmla="*/ 4302548 w 8482705"/>
                <a:gd name="connsiteY33-4018" fmla="*/ 1024880 h 1832011"/>
                <a:gd name="connsiteX34-4019" fmla="*/ 4526760 w 8482705"/>
                <a:gd name="connsiteY34-4020" fmla="*/ 1442676 h 1832011"/>
                <a:gd name="connsiteX35-4021" fmla="*/ 4720759 w 8482705"/>
                <a:gd name="connsiteY35-4022" fmla="*/ 1762727 h 1832011"/>
                <a:gd name="connsiteX36-4023" fmla="*/ 5471225 w 8482705"/>
                <a:gd name="connsiteY36-4024" fmla="*/ 1222969 h 1832011"/>
                <a:gd name="connsiteX37-4025" fmla="*/ 5770437 w 8482705"/>
                <a:gd name="connsiteY37-4026" fmla="*/ 911291 h 1832011"/>
                <a:gd name="connsiteX38-4027" fmla="*/ 6702701 w 8482705"/>
                <a:gd name="connsiteY38-4028" fmla="*/ 311945 h 1832011"/>
                <a:gd name="connsiteX0-4029" fmla="*/ 6702701 w 8482705"/>
                <a:gd name="connsiteY0-4030" fmla="*/ 311945 h 1832011"/>
                <a:gd name="connsiteX1-4031" fmla="*/ 6715168 w 8482705"/>
                <a:gd name="connsiteY1-4032" fmla="*/ 311945 h 1832011"/>
                <a:gd name="connsiteX2-4033" fmla="*/ 7151366 w 8482705"/>
                <a:gd name="connsiteY2-4034" fmla="*/ 887239 h 1832011"/>
                <a:gd name="connsiteX3-4035" fmla="*/ 7310820 w 8482705"/>
                <a:gd name="connsiteY3-4036" fmla="*/ 1211425 h 1832011"/>
                <a:gd name="connsiteX4-4037" fmla="*/ 8438067 w 8482705"/>
                <a:gd name="connsiteY4-4038" fmla="*/ 977767 h 1832011"/>
                <a:gd name="connsiteX5-4039" fmla="*/ 8482705 w 8482705"/>
                <a:gd name="connsiteY5-4040" fmla="*/ 1026357 h 1832011"/>
                <a:gd name="connsiteX6-4041" fmla="*/ 7300662 w 8482705"/>
                <a:gd name="connsiteY6-4042" fmla="*/ 1270990 h 1832011"/>
                <a:gd name="connsiteX7-4043" fmla="*/ 7112270 w 8482705"/>
                <a:gd name="connsiteY7-4044" fmla="*/ 911752 h 1832011"/>
                <a:gd name="connsiteX8-4045" fmla="*/ 6714245 w 8482705"/>
                <a:gd name="connsiteY8-4046" fmla="*/ 372434 h 1832011"/>
                <a:gd name="connsiteX9-4047" fmla="*/ 6703163 w 8482705"/>
                <a:gd name="connsiteY9-4048" fmla="*/ 372434 h 1832011"/>
                <a:gd name="connsiteX10-4049" fmla="*/ 5814302 w 8482705"/>
                <a:gd name="connsiteY10-4050" fmla="*/ 952848 h 1832011"/>
                <a:gd name="connsiteX11-4051" fmla="*/ 5685937 w 8482705"/>
                <a:gd name="connsiteY11-4052" fmla="*/ 1084445 h 1832011"/>
                <a:gd name="connsiteX12-4053" fmla="*/ 5516015 w 8482705"/>
                <a:gd name="connsiteY12-4054" fmla="*/ 1263602 h 1832011"/>
                <a:gd name="connsiteX13-4055" fmla="*/ 5126763 w 8482705"/>
                <a:gd name="connsiteY13-4056" fmla="*/ 1654239 h 1832011"/>
                <a:gd name="connsiteX14-4057" fmla="*/ 4769372 w 8482705"/>
                <a:gd name="connsiteY14-4058" fmla="*/ 1832011 h 1832011"/>
                <a:gd name="connsiteX15-4059" fmla="*/ 4726430 w 8482705"/>
                <a:gd name="connsiteY15-4060" fmla="*/ 1827855 h 1832011"/>
                <a:gd name="connsiteX16-4061" fmla="*/ 4494634 w 8482705"/>
                <a:gd name="connsiteY16-4062" fmla="*/ 1484317 h 1832011"/>
                <a:gd name="connsiteX17-4063" fmla="*/ 4268841 w 8482705"/>
                <a:gd name="connsiteY17-4064" fmla="*/ 1074748 h 1832011"/>
                <a:gd name="connsiteX18-4065" fmla="*/ 3400758 w 8482705"/>
                <a:gd name="connsiteY18-4066" fmla="*/ 1079828 h 1832011"/>
                <a:gd name="connsiteX19-4067" fmla="*/ 2450025 w 8482705"/>
                <a:gd name="connsiteY19-4068" fmla="*/ 1307006 h 1832011"/>
                <a:gd name="connsiteX20-4069" fmla="*/ 2431688 w 8482705"/>
                <a:gd name="connsiteY20-4070" fmla="*/ 1304778 h 1832011"/>
                <a:gd name="connsiteX21-4071" fmla="*/ 2215429 w 8482705"/>
                <a:gd name="connsiteY21-4072" fmla="*/ 1352876 h 1832011"/>
                <a:gd name="connsiteX22-4073" fmla="*/ 1406534 w 8482705"/>
                <a:gd name="connsiteY22-4074" fmla="*/ 1426009 h 1832011"/>
                <a:gd name="connsiteX23-4075" fmla="*/ 1098876 w 8482705"/>
                <a:gd name="connsiteY23-4076" fmla="*/ 1414579 h 1832011"/>
                <a:gd name="connsiteX24-4077" fmla="*/ 121753 w 8482705"/>
                <a:gd name="connsiteY24-4078" fmla="*/ 1068426 h 1832011"/>
                <a:gd name="connsiteX25-4079" fmla="*/ 15485 w 8482705"/>
                <a:gd name="connsiteY25-4080" fmla="*/ 593524 h 1832011"/>
                <a:gd name="connsiteX26-4081" fmla="*/ 180178 w 8482705"/>
                <a:gd name="connsiteY26-4082" fmla="*/ 97254 h 1832011"/>
                <a:gd name="connsiteX27-4083" fmla="*/ 279935 w 8482705"/>
                <a:gd name="connsiteY27-4084" fmla="*/ 0 h 1832011"/>
                <a:gd name="connsiteX28-4085" fmla="*/ 229244 w 8482705"/>
                <a:gd name="connsiteY28-4086" fmla="*/ 1027864 h 1832011"/>
                <a:gd name="connsiteX29-4087" fmla="*/ 2450474 w 8482705"/>
                <a:gd name="connsiteY29-4088" fmla="*/ 1242177 h 1832011"/>
                <a:gd name="connsiteX30-4089" fmla="*/ 2451081 w 8482705"/>
                <a:gd name="connsiteY30-4090" fmla="*/ 1244522 h 1832011"/>
                <a:gd name="connsiteX31-4091" fmla="*/ 2507584 w 8482705"/>
                <a:gd name="connsiteY31-4092" fmla="*/ 1228880 h 1832011"/>
                <a:gd name="connsiteX32-4093" fmla="*/ 3389677 w 8482705"/>
                <a:gd name="connsiteY32-4094" fmla="*/ 1020725 h 1832011"/>
                <a:gd name="connsiteX33-4095" fmla="*/ 4302548 w 8482705"/>
                <a:gd name="connsiteY33-4096" fmla="*/ 1024880 h 1832011"/>
                <a:gd name="connsiteX34-4097" fmla="*/ 4526760 w 8482705"/>
                <a:gd name="connsiteY34-4098" fmla="*/ 1442676 h 1832011"/>
                <a:gd name="connsiteX35-4099" fmla="*/ 4720759 w 8482705"/>
                <a:gd name="connsiteY35-4100" fmla="*/ 1762727 h 1832011"/>
                <a:gd name="connsiteX36-4101" fmla="*/ 5471225 w 8482705"/>
                <a:gd name="connsiteY36-4102" fmla="*/ 1222969 h 1832011"/>
                <a:gd name="connsiteX37-4103" fmla="*/ 5770437 w 8482705"/>
                <a:gd name="connsiteY37-4104" fmla="*/ 911291 h 1832011"/>
                <a:gd name="connsiteX38-4105" fmla="*/ 6702701 w 8482705"/>
                <a:gd name="connsiteY38-4106" fmla="*/ 311945 h 1832011"/>
                <a:gd name="connsiteX0-4107" fmla="*/ 6702701 w 8482705"/>
                <a:gd name="connsiteY0-4108" fmla="*/ 214691 h 1734757"/>
                <a:gd name="connsiteX1-4109" fmla="*/ 6715168 w 8482705"/>
                <a:gd name="connsiteY1-4110" fmla="*/ 214691 h 1734757"/>
                <a:gd name="connsiteX2-4111" fmla="*/ 7151366 w 8482705"/>
                <a:gd name="connsiteY2-4112" fmla="*/ 789985 h 1734757"/>
                <a:gd name="connsiteX3-4113" fmla="*/ 7310820 w 8482705"/>
                <a:gd name="connsiteY3-4114" fmla="*/ 1114171 h 1734757"/>
                <a:gd name="connsiteX4-4115" fmla="*/ 8438067 w 8482705"/>
                <a:gd name="connsiteY4-4116" fmla="*/ 880513 h 1734757"/>
                <a:gd name="connsiteX5-4117" fmla="*/ 8482705 w 8482705"/>
                <a:gd name="connsiteY5-4118" fmla="*/ 929103 h 1734757"/>
                <a:gd name="connsiteX6-4119" fmla="*/ 7300662 w 8482705"/>
                <a:gd name="connsiteY6-4120" fmla="*/ 1173736 h 1734757"/>
                <a:gd name="connsiteX7-4121" fmla="*/ 7112270 w 8482705"/>
                <a:gd name="connsiteY7-4122" fmla="*/ 814498 h 1734757"/>
                <a:gd name="connsiteX8-4123" fmla="*/ 6714245 w 8482705"/>
                <a:gd name="connsiteY8-4124" fmla="*/ 275180 h 1734757"/>
                <a:gd name="connsiteX9-4125" fmla="*/ 6703163 w 8482705"/>
                <a:gd name="connsiteY9-4126" fmla="*/ 275180 h 1734757"/>
                <a:gd name="connsiteX10-4127" fmla="*/ 5814302 w 8482705"/>
                <a:gd name="connsiteY10-4128" fmla="*/ 855594 h 1734757"/>
                <a:gd name="connsiteX11-4129" fmla="*/ 5685937 w 8482705"/>
                <a:gd name="connsiteY11-4130" fmla="*/ 987191 h 1734757"/>
                <a:gd name="connsiteX12-4131" fmla="*/ 5516015 w 8482705"/>
                <a:gd name="connsiteY12-4132" fmla="*/ 1166348 h 1734757"/>
                <a:gd name="connsiteX13-4133" fmla="*/ 5126763 w 8482705"/>
                <a:gd name="connsiteY13-4134" fmla="*/ 1556985 h 1734757"/>
                <a:gd name="connsiteX14-4135" fmla="*/ 4769372 w 8482705"/>
                <a:gd name="connsiteY14-4136" fmla="*/ 1734757 h 1734757"/>
                <a:gd name="connsiteX15-4137" fmla="*/ 4726430 w 8482705"/>
                <a:gd name="connsiteY15-4138" fmla="*/ 1730601 h 1734757"/>
                <a:gd name="connsiteX16-4139" fmla="*/ 4494634 w 8482705"/>
                <a:gd name="connsiteY16-4140" fmla="*/ 1387063 h 1734757"/>
                <a:gd name="connsiteX17-4141" fmla="*/ 4268841 w 8482705"/>
                <a:gd name="connsiteY17-4142" fmla="*/ 977494 h 1734757"/>
                <a:gd name="connsiteX18-4143" fmla="*/ 3400758 w 8482705"/>
                <a:gd name="connsiteY18-4144" fmla="*/ 982574 h 1734757"/>
                <a:gd name="connsiteX19-4145" fmla="*/ 2450025 w 8482705"/>
                <a:gd name="connsiteY19-4146" fmla="*/ 1209752 h 1734757"/>
                <a:gd name="connsiteX20-4147" fmla="*/ 2431688 w 8482705"/>
                <a:gd name="connsiteY20-4148" fmla="*/ 1207524 h 1734757"/>
                <a:gd name="connsiteX21-4149" fmla="*/ 2215429 w 8482705"/>
                <a:gd name="connsiteY21-4150" fmla="*/ 1255622 h 1734757"/>
                <a:gd name="connsiteX22-4151" fmla="*/ 1406534 w 8482705"/>
                <a:gd name="connsiteY22-4152" fmla="*/ 1328755 h 1734757"/>
                <a:gd name="connsiteX23-4153" fmla="*/ 1098876 w 8482705"/>
                <a:gd name="connsiteY23-4154" fmla="*/ 1317325 h 1734757"/>
                <a:gd name="connsiteX24-4155" fmla="*/ 121753 w 8482705"/>
                <a:gd name="connsiteY24-4156" fmla="*/ 971172 h 1734757"/>
                <a:gd name="connsiteX25-4157" fmla="*/ 15485 w 8482705"/>
                <a:gd name="connsiteY25-4158" fmla="*/ 496270 h 1734757"/>
                <a:gd name="connsiteX26-4159" fmla="*/ 180178 w 8482705"/>
                <a:gd name="connsiteY26-4160" fmla="*/ 0 h 1734757"/>
                <a:gd name="connsiteX27-4161" fmla="*/ 254175 w 8482705"/>
                <a:gd name="connsiteY27-4162" fmla="*/ 55572 h 1734757"/>
                <a:gd name="connsiteX28-4163" fmla="*/ 229244 w 8482705"/>
                <a:gd name="connsiteY28-4164" fmla="*/ 930610 h 1734757"/>
                <a:gd name="connsiteX29-4165" fmla="*/ 2450474 w 8482705"/>
                <a:gd name="connsiteY29-4166" fmla="*/ 1144923 h 1734757"/>
                <a:gd name="connsiteX30-4167" fmla="*/ 2451081 w 8482705"/>
                <a:gd name="connsiteY30-4168" fmla="*/ 1147268 h 1734757"/>
                <a:gd name="connsiteX31-4169" fmla="*/ 2507584 w 8482705"/>
                <a:gd name="connsiteY31-4170" fmla="*/ 1131626 h 1734757"/>
                <a:gd name="connsiteX32-4171" fmla="*/ 3389677 w 8482705"/>
                <a:gd name="connsiteY32-4172" fmla="*/ 923471 h 1734757"/>
                <a:gd name="connsiteX33-4173" fmla="*/ 4302548 w 8482705"/>
                <a:gd name="connsiteY33-4174" fmla="*/ 927626 h 1734757"/>
                <a:gd name="connsiteX34-4175" fmla="*/ 4526760 w 8482705"/>
                <a:gd name="connsiteY34-4176" fmla="*/ 1345422 h 1734757"/>
                <a:gd name="connsiteX35-4177" fmla="*/ 4720759 w 8482705"/>
                <a:gd name="connsiteY35-4178" fmla="*/ 1665473 h 1734757"/>
                <a:gd name="connsiteX36-4179" fmla="*/ 5471225 w 8482705"/>
                <a:gd name="connsiteY36-4180" fmla="*/ 1125715 h 1734757"/>
                <a:gd name="connsiteX37-4181" fmla="*/ 5770437 w 8482705"/>
                <a:gd name="connsiteY37-4182" fmla="*/ 814037 h 1734757"/>
                <a:gd name="connsiteX38-4183" fmla="*/ 6702701 w 8482705"/>
                <a:gd name="connsiteY38-4184" fmla="*/ 214691 h 1734757"/>
                <a:gd name="connsiteX0-4185" fmla="*/ 6702701 w 8482705"/>
                <a:gd name="connsiteY0-4186" fmla="*/ 214691 h 1734757"/>
                <a:gd name="connsiteX1-4187" fmla="*/ 6715168 w 8482705"/>
                <a:gd name="connsiteY1-4188" fmla="*/ 214691 h 1734757"/>
                <a:gd name="connsiteX2-4189" fmla="*/ 7151366 w 8482705"/>
                <a:gd name="connsiteY2-4190" fmla="*/ 789985 h 1734757"/>
                <a:gd name="connsiteX3-4191" fmla="*/ 7310820 w 8482705"/>
                <a:gd name="connsiteY3-4192" fmla="*/ 1114171 h 1734757"/>
                <a:gd name="connsiteX4-4193" fmla="*/ 8438067 w 8482705"/>
                <a:gd name="connsiteY4-4194" fmla="*/ 880513 h 1734757"/>
                <a:gd name="connsiteX5-4195" fmla="*/ 8482705 w 8482705"/>
                <a:gd name="connsiteY5-4196" fmla="*/ 929103 h 1734757"/>
                <a:gd name="connsiteX6-4197" fmla="*/ 7300662 w 8482705"/>
                <a:gd name="connsiteY6-4198" fmla="*/ 1173736 h 1734757"/>
                <a:gd name="connsiteX7-4199" fmla="*/ 7112270 w 8482705"/>
                <a:gd name="connsiteY7-4200" fmla="*/ 814498 h 1734757"/>
                <a:gd name="connsiteX8-4201" fmla="*/ 6714245 w 8482705"/>
                <a:gd name="connsiteY8-4202" fmla="*/ 275180 h 1734757"/>
                <a:gd name="connsiteX9-4203" fmla="*/ 6703163 w 8482705"/>
                <a:gd name="connsiteY9-4204" fmla="*/ 275180 h 1734757"/>
                <a:gd name="connsiteX10-4205" fmla="*/ 5814302 w 8482705"/>
                <a:gd name="connsiteY10-4206" fmla="*/ 855594 h 1734757"/>
                <a:gd name="connsiteX11-4207" fmla="*/ 5685937 w 8482705"/>
                <a:gd name="connsiteY11-4208" fmla="*/ 987191 h 1734757"/>
                <a:gd name="connsiteX12-4209" fmla="*/ 5516015 w 8482705"/>
                <a:gd name="connsiteY12-4210" fmla="*/ 1166348 h 1734757"/>
                <a:gd name="connsiteX13-4211" fmla="*/ 5126763 w 8482705"/>
                <a:gd name="connsiteY13-4212" fmla="*/ 1556985 h 1734757"/>
                <a:gd name="connsiteX14-4213" fmla="*/ 4769372 w 8482705"/>
                <a:gd name="connsiteY14-4214" fmla="*/ 1734757 h 1734757"/>
                <a:gd name="connsiteX15-4215" fmla="*/ 4726430 w 8482705"/>
                <a:gd name="connsiteY15-4216" fmla="*/ 1730601 h 1734757"/>
                <a:gd name="connsiteX16-4217" fmla="*/ 4494634 w 8482705"/>
                <a:gd name="connsiteY16-4218" fmla="*/ 1387063 h 1734757"/>
                <a:gd name="connsiteX17-4219" fmla="*/ 4268841 w 8482705"/>
                <a:gd name="connsiteY17-4220" fmla="*/ 977494 h 1734757"/>
                <a:gd name="connsiteX18-4221" fmla="*/ 3400758 w 8482705"/>
                <a:gd name="connsiteY18-4222" fmla="*/ 982574 h 1734757"/>
                <a:gd name="connsiteX19-4223" fmla="*/ 2450025 w 8482705"/>
                <a:gd name="connsiteY19-4224" fmla="*/ 1209752 h 1734757"/>
                <a:gd name="connsiteX20-4225" fmla="*/ 2431688 w 8482705"/>
                <a:gd name="connsiteY20-4226" fmla="*/ 1207524 h 1734757"/>
                <a:gd name="connsiteX21-4227" fmla="*/ 2215429 w 8482705"/>
                <a:gd name="connsiteY21-4228" fmla="*/ 1255622 h 1734757"/>
                <a:gd name="connsiteX22-4229" fmla="*/ 1406534 w 8482705"/>
                <a:gd name="connsiteY22-4230" fmla="*/ 1328755 h 1734757"/>
                <a:gd name="connsiteX23-4231" fmla="*/ 1098876 w 8482705"/>
                <a:gd name="connsiteY23-4232" fmla="*/ 1317325 h 1734757"/>
                <a:gd name="connsiteX24-4233" fmla="*/ 121753 w 8482705"/>
                <a:gd name="connsiteY24-4234" fmla="*/ 971172 h 1734757"/>
                <a:gd name="connsiteX25-4235" fmla="*/ 15485 w 8482705"/>
                <a:gd name="connsiteY25-4236" fmla="*/ 496270 h 1734757"/>
                <a:gd name="connsiteX26-4237" fmla="*/ 180178 w 8482705"/>
                <a:gd name="connsiteY26-4238" fmla="*/ 0 h 1734757"/>
                <a:gd name="connsiteX27-4239" fmla="*/ 254175 w 8482705"/>
                <a:gd name="connsiteY27-4240" fmla="*/ 55572 h 1734757"/>
                <a:gd name="connsiteX28-4241" fmla="*/ 229244 w 8482705"/>
                <a:gd name="connsiteY28-4242" fmla="*/ 930610 h 1734757"/>
                <a:gd name="connsiteX29-4243" fmla="*/ 2450474 w 8482705"/>
                <a:gd name="connsiteY29-4244" fmla="*/ 1144923 h 1734757"/>
                <a:gd name="connsiteX30-4245" fmla="*/ 2451081 w 8482705"/>
                <a:gd name="connsiteY30-4246" fmla="*/ 1147268 h 1734757"/>
                <a:gd name="connsiteX31-4247" fmla="*/ 2507584 w 8482705"/>
                <a:gd name="connsiteY31-4248" fmla="*/ 1131626 h 1734757"/>
                <a:gd name="connsiteX32-4249" fmla="*/ 3389677 w 8482705"/>
                <a:gd name="connsiteY32-4250" fmla="*/ 923471 h 1734757"/>
                <a:gd name="connsiteX33-4251" fmla="*/ 4302548 w 8482705"/>
                <a:gd name="connsiteY33-4252" fmla="*/ 927626 h 1734757"/>
                <a:gd name="connsiteX34-4253" fmla="*/ 4526760 w 8482705"/>
                <a:gd name="connsiteY34-4254" fmla="*/ 1345422 h 1734757"/>
                <a:gd name="connsiteX35-4255" fmla="*/ 4720759 w 8482705"/>
                <a:gd name="connsiteY35-4256" fmla="*/ 1665473 h 1734757"/>
                <a:gd name="connsiteX36-4257" fmla="*/ 5471225 w 8482705"/>
                <a:gd name="connsiteY36-4258" fmla="*/ 1125715 h 1734757"/>
                <a:gd name="connsiteX37-4259" fmla="*/ 5770437 w 8482705"/>
                <a:gd name="connsiteY37-4260" fmla="*/ 814037 h 1734757"/>
                <a:gd name="connsiteX38-4261" fmla="*/ 6702701 w 8482705"/>
                <a:gd name="connsiteY38-4262" fmla="*/ 214691 h 1734757"/>
                <a:gd name="connsiteX0-4263" fmla="*/ 6702701 w 8482705"/>
                <a:gd name="connsiteY0-4264" fmla="*/ 214691 h 1734757"/>
                <a:gd name="connsiteX1-4265" fmla="*/ 6715168 w 8482705"/>
                <a:gd name="connsiteY1-4266" fmla="*/ 214691 h 1734757"/>
                <a:gd name="connsiteX2-4267" fmla="*/ 7151366 w 8482705"/>
                <a:gd name="connsiteY2-4268" fmla="*/ 789985 h 1734757"/>
                <a:gd name="connsiteX3-4269" fmla="*/ 7310820 w 8482705"/>
                <a:gd name="connsiteY3-4270" fmla="*/ 1114171 h 1734757"/>
                <a:gd name="connsiteX4-4271" fmla="*/ 8438067 w 8482705"/>
                <a:gd name="connsiteY4-4272" fmla="*/ 880513 h 1734757"/>
                <a:gd name="connsiteX5-4273" fmla="*/ 8482705 w 8482705"/>
                <a:gd name="connsiteY5-4274" fmla="*/ 929103 h 1734757"/>
                <a:gd name="connsiteX6-4275" fmla="*/ 7300662 w 8482705"/>
                <a:gd name="connsiteY6-4276" fmla="*/ 1173736 h 1734757"/>
                <a:gd name="connsiteX7-4277" fmla="*/ 7112270 w 8482705"/>
                <a:gd name="connsiteY7-4278" fmla="*/ 814498 h 1734757"/>
                <a:gd name="connsiteX8-4279" fmla="*/ 6714245 w 8482705"/>
                <a:gd name="connsiteY8-4280" fmla="*/ 275180 h 1734757"/>
                <a:gd name="connsiteX9-4281" fmla="*/ 6703163 w 8482705"/>
                <a:gd name="connsiteY9-4282" fmla="*/ 275180 h 1734757"/>
                <a:gd name="connsiteX10-4283" fmla="*/ 5814302 w 8482705"/>
                <a:gd name="connsiteY10-4284" fmla="*/ 855594 h 1734757"/>
                <a:gd name="connsiteX11-4285" fmla="*/ 5685937 w 8482705"/>
                <a:gd name="connsiteY11-4286" fmla="*/ 987191 h 1734757"/>
                <a:gd name="connsiteX12-4287" fmla="*/ 5516015 w 8482705"/>
                <a:gd name="connsiteY12-4288" fmla="*/ 1166348 h 1734757"/>
                <a:gd name="connsiteX13-4289" fmla="*/ 5126763 w 8482705"/>
                <a:gd name="connsiteY13-4290" fmla="*/ 1556985 h 1734757"/>
                <a:gd name="connsiteX14-4291" fmla="*/ 4769372 w 8482705"/>
                <a:gd name="connsiteY14-4292" fmla="*/ 1734757 h 1734757"/>
                <a:gd name="connsiteX15-4293" fmla="*/ 4726430 w 8482705"/>
                <a:gd name="connsiteY15-4294" fmla="*/ 1730601 h 1734757"/>
                <a:gd name="connsiteX16-4295" fmla="*/ 4494634 w 8482705"/>
                <a:gd name="connsiteY16-4296" fmla="*/ 1387063 h 1734757"/>
                <a:gd name="connsiteX17-4297" fmla="*/ 4268841 w 8482705"/>
                <a:gd name="connsiteY17-4298" fmla="*/ 977494 h 1734757"/>
                <a:gd name="connsiteX18-4299" fmla="*/ 3400758 w 8482705"/>
                <a:gd name="connsiteY18-4300" fmla="*/ 982574 h 1734757"/>
                <a:gd name="connsiteX19-4301" fmla="*/ 2450025 w 8482705"/>
                <a:gd name="connsiteY19-4302" fmla="*/ 1209752 h 1734757"/>
                <a:gd name="connsiteX20-4303" fmla="*/ 2431688 w 8482705"/>
                <a:gd name="connsiteY20-4304" fmla="*/ 1207524 h 1734757"/>
                <a:gd name="connsiteX21-4305" fmla="*/ 2215429 w 8482705"/>
                <a:gd name="connsiteY21-4306" fmla="*/ 1255622 h 1734757"/>
                <a:gd name="connsiteX22-4307" fmla="*/ 1406534 w 8482705"/>
                <a:gd name="connsiteY22-4308" fmla="*/ 1328755 h 1734757"/>
                <a:gd name="connsiteX23-4309" fmla="*/ 1098876 w 8482705"/>
                <a:gd name="connsiteY23-4310" fmla="*/ 1317325 h 1734757"/>
                <a:gd name="connsiteX24-4311" fmla="*/ 121753 w 8482705"/>
                <a:gd name="connsiteY24-4312" fmla="*/ 971172 h 1734757"/>
                <a:gd name="connsiteX25-4313" fmla="*/ 15485 w 8482705"/>
                <a:gd name="connsiteY25-4314" fmla="*/ 496270 h 1734757"/>
                <a:gd name="connsiteX26-4315" fmla="*/ 180178 w 8482705"/>
                <a:gd name="connsiteY26-4316" fmla="*/ 0 h 1734757"/>
                <a:gd name="connsiteX27-4317" fmla="*/ 254175 w 8482705"/>
                <a:gd name="connsiteY27-4318" fmla="*/ 55572 h 1734757"/>
                <a:gd name="connsiteX28-4319" fmla="*/ 229244 w 8482705"/>
                <a:gd name="connsiteY28-4320" fmla="*/ 930610 h 1734757"/>
                <a:gd name="connsiteX29-4321" fmla="*/ 2450474 w 8482705"/>
                <a:gd name="connsiteY29-4322" fmla="*/ 1144923 h 1734757"/>
                <a:gd name="connsiteX30-4323" fmla="*/ 2451081 w 8482705"/>
                <a:gd name="connsiteY30-4324" fmla="*/ 1147268 h 1734757"/>
                <a:gd name="connsiteX31-4325" fmla="*/ 2507584 w 8482705"/>
                <a:gd name="connsiteY31-4326" fmla="*/ 1131626 h 1734757"/>
                <a:gd name="connsiteX32-4327" fmla="*/ 3389677 w 8482705"/>
                <a:gd name="connsiteY32-4328" fmla="*/ 923471 h 1734757"/>
                <a:gd name="connsiteX33-4329" fmla="*/ 4302548 w 8482705"/>
                <a:gd name="connsiteY33-4330" fmla="*/ 927626 h 1734757"/>
                <a:gd name="connsiteX34-4331" fmla="*/ 4526760 w 8482705"/>
                <a:gd name="connsiteY34-4332" fmla="*/ 1345422 h 1734757"/>
                <a:gd name="connsiteX35-4333" fmla="*/ 4720759 w 8482705"/>
                <a:gd name="connsiteY35-4334" fmla="*/ 1665473 h 1734757"/>
                <a:gd name="connsiteX36-4335" fmla="*/ 5471225 w 8482705"/>
                <a:gd name="connsiteY36-4336" fmla="*/ 1125715 h 1734757"/>
                <a:gd name="connsiteX37-4337" fmla="*/ 5770437 w 8482705"/>
                <a:gd name="connsiteY37-4338" fmla="*/ 814037 h 1734757"/>
                <a:gd name="connsiteX38-4339" fmla="*/ 6702701 w 8482705"/>
                <a:gd name="connsiteY38-4340" fmla="*/ 214691 h 1734757"/>
                <a:gd name="connsiteX0-4341" fmla="*/ 6702701 w 8482705"/>
                <a:gd name="connsiteY0-4342" fmla="*/ 214691 h 1734757"/>
                <a:gd name="connsiteX1-4343" fmla="*/ 6715168 w 8482705"/>
                <a:gd name="connsiteY1-4344" fmla="*/ 214691 h 1734757"/>
                <a:gd name="connsiteX2-4345" fmla="*/ 7151366 w 8482705"/>
                <a:gd name="connsiteY2-4346" fmla="*/ 789985 h 1734757"/>
                <a:gd name="connsiteX3-4347" fmla="*/ 7310820 w 8482705"/>
                <a:gd name="connsiteY3-4348" fmla="*/ 1114171 h 1734757"/>
                <a:gd name="connsiteX4-4349" fmla="*/ 8438067 w 8482705"/>
                <a:gd name="connsiteY4-4350" fmla="*/ 880513 h 1734757"/>
                <a:gd name="connsiteX5-4351" fmla="*/ 8482705 w 8482705"/>
                <a:gd name="connsiteY5-4352" fmla="*/ 929103 h 1734757"/>
                <a:gd name="connsiteX6-4353" fmla="*/ 7300662 w 8482705"/>
                <a:gd name="connsiteY6-4354" fmla="*/ 1173736 h 1734757"/>
                <a:gd name="connsiteX7-4355" fmla="*/ 7112270 w 8482705"/>
                <a:gd name="connsiteY7-4356" fmla="*/ 814498 h 1734757"/>
                <a:gd name="connsiteX8-4357" fmla="*/ 6714245 w 8482705"/>
                <a:gd name="connsiteY8-4358" fmla="*/ 275180 h 1734757"/>
                <a:gd name="connsiteX9-4359" fmla="*/ 6703163 w 8482705"/>
                <a:gd name="connsiteY9-4360" fmla="*/ 275180 h 1734757"/>
                <a:gd name="connsiteX10-4361" fmla="*/ 5814302 w 8482705"/>
                <a:gd name="connsiteY10-4362" fmla="*/ 855594 h 1734757"/>
                <a:gd name="connsiteX11-4363" fmla="*/ 5685937 w 8482705"/>
                <a:gd name="connsiteY11-4364" fmla="*/ 987191 h 1734757"/>
                <a:gd name="connsiteX12-4365" fmla="*/ 5516015 w 8482705"/>
                <a:gd name="connsiteY12-4366" fmla="*/ 1166348 h 1734757"/>
                <a:gd name="connsiteX13-4367" fmla="*/ 5126763 w 8482705"/>
                <a:gd name="connsiteY13-4368" fmla="*/ 1556985 h 1734757"/>
                <a:gd name="connsiteX14-4369" fmla="*/ 4769372 w 8482705"/>
                <a:gd name="connsiteY14-4370" fmla="*/ 1734757 h 1734757"/>
                <a:gd name="connsiteX15-4371" fmla="*/ 4726430 w 8482705"/>
                <a:gd name="connsiteY15-4372" fmla="*/ 1730601 h 1734757"/>
                <a:gd name="connsiteX16-4373" fmla="*/ 4494634 w 8482705"/>
                <a:gd name="connsiteY16-4374" fmla="*/ 1387063 h 1734757"/>
                <a:gd name="connsiteX17-4375" fmla="*/ 4268841 w 8482705"/>
                <a:gd name="connsiteY17-4376" fmla="*/ 977494 h 1734757"/>
                <a:gd name="connsiteX18-4377" fmla="*/ 3400758 w 8482705"/>
                <a:gd name="connsiteY18-4378" fmla="*/ 982574 h 1734757"/>
                <a:gd name="connsiteX19-4379" fmla="*/ 2450025 w 8482705"/>
                <a:gd name="connsiteY19-4380" fmla="*/ 1209752 h 1734757"/>
                <a:gd name="connsiteX20-4381" fmla="*/ 2431688 w 8482705"/>
                <a:gd name="connsiteY20-4382" fmla="*/ 1207524 h 1734757"/>
                <a:gd name="connsiteX21-4383" fmla="*/ 2215429 w 8482705"/>
                <a:gd name="connsiteY21-4384" fmla="*/ 1255622 h 1734757"/>
                <a:gd name="connsiteX22-4385" fmla="*/ 1406534 w 8482705"/>
                <a:gd name="connsiteY22-4386" fmla="*/ 1328755 h 1734757"/>
                <a:gd name="connsiteX23-4387" fmla="*/ 1098876 w 8482705"/>
                <a:gd name="connsiteY23-4388" fmla="*/ 1317325 h 1734757"/>
                <a:gd name="connsiteX24-4389" fmla="*/ 121753 w 8482705"/>
                <a:gd name="connsiteY24-4390" fmla="*/ 971172 h 1734757"/>
                <a:gd name="connsiteX25-4391" fmla="*/ 15485 w 8482705"/>
                <a:gd name="connsiteY25-4392" fmla="*/ 496270 h 1734757"/>
                <a:gd name="connsiteX26-4393" fmla="*/ 180178 w 8482705"/>
                <a:gd name="connsiteY26-4394" fmla="*/ 0 h 1734757"/>
                <a:gd name="connsiteX27-4395" fmla="*/ 254175 w 8482705"/>
                <a:gd name="connsiteY27-4396" fmla="*/ 55572 h 1734757"/>
                <a:gd name="connsiteX28-4397" fmla="*/ 229244 w 8482705"/>
                <a:gd name="connsiteY28-4398" fmla="*/ 930610 h 1734757"/>
                <a:gd name="connsiteX29-4399" fmla="*/ 2450474 w 8482705"/>
                <a:gd name="connsiteY29-4400" fmla="*/ 1144923 h 1734757"/>
                <a:gd name="connsiteX30-4401" fmla="*/ 2451081 w 8482705"/>
                <a:gd name="connsiteY30-4402" fmla="*/ 1147268 h 1734757"/>
                <a:gd name="connsiteX31-4403" fmla="*/ 2507584 w 8482705"/>
                <a:gd name="connsiteY31-4404" fmla="*/ 1131626 h 1734757"/>
                <a:gd name="connsiteX32-4405" fmla="*/ 3389677 w 8482705"/>
                <a:gd name="connsiteY32-4406" fmla="*/ 923471 h 1734757"/>
                <a:gd name="connsiteX33-4407" fmla="*/ 4302548 w 8482705"/>
                <a:gd name="connsiteY33-4408" fmla="*/ 927626 h 1734757"/>
                <a:gd name="connsiteX34-4409" fmla="*/ 4526760 w 8482705"/>
                <a:gd name="connsiteY34-4410" fmla="*/ 1345422 h 1734757"/>
                <a:gd name="connsiteX35-4411" fmla="*/ 4720759 w 8482705"/>
                <a:gd name="connsiteY35-4412" fmla="*/ 1665473 h 1734757"/>
                <a:gd name="connsiteX36-4413" fmla="*/ 5471225 w 8482705"/>
                <a:gd name="connsiteY36-4414" fmla="*/ 1125715 h 1734757"/>
                <a:gd name="connsiteX37-4415" fmla="*/ 5770437 w 8482705"/>
                <a:gd name="connsiteY37-4416" fmla="*/ 814037 h 1734757"/>
                <a:gd name="connsiteX38-4417" fmla="*/ 6702701 w 8482705"/>
                <a:gd name="connsiteY38-4418" fmla="*/ 214691 h 1734757"/>
                <a:gd name="connsiteX0-4419" fmla="*/ 6702701 w 8482705"/>
                <a:gd name="connsiteY0-4420" fmla="*/ 214691 h 1734757"/>
                <a:gd name="connsiteX1-4421" fmla="*/ 6715168 w 8482705"/>
                <a:gd name="connsiteY1-4422" fmla="*/ 214691 h 1734757"/>
                <a:gd name="connsiteX2-4423" fmla="*/ 7151366 w 8482705"/>
                <a:gd name="connsiteY2-4424" fmla="*/ 789985 h 1734757"/>
                <a:gd name="connsiteX3-4425" fmla="*/ 7310820 w 8482705"/>
                <a:gd name="connsiteY3-4426" fmla="*/ 1114171 h 1734757"/>
                <a:gd name="connsiteX4-4427" fmla="*/ 8438067 w 8482705"/>
                <a:gd name="connsiteY4-4428" fmla="*/ 880513 h 1734757"/>
                <a:gd name="connsiteX5-4429" fmla="*/ 8482705 w 8482705"/>
                <a:gd name="connsiteY5-4430" fmla="*/ 929103 h 1734757"/>
                <a:gd name="connsiteX6-4431" fmla="*/ 7300662 w 8482705"/>
                <a:gd name="connsiteY6-4432" fmla="*/ 1173736 h 1734757"/>
                <a:gd name="connsiteX7-4433" fmla="*/ 7112270 w 8482705"/>
                <a:gd name="connsiteY7-4434" fmla="*/ 814498 h 1734757"/>
                <a:gd name="connsiteX8-4435" fmla="*/ 6714245 w 8482705"/>
                <a:gd name="connsiteY8-4436" fmla="*/ 275180 h 1734757"/>
                <a:gd name="connsiteX9-4437" fmla="*/ 6703163 w 8482705"/>
                <a:gd name="connsiteY9-4438" fmla="*/ 275180 h 1734757"/>
                <a:gd name="connsiteX10-4439" fmla="*/ 5814302 w 8482705"/>
                <a:gd name="connsiteY10-4440" fmla="*/ 855594 h 1734757"/>
                <a:gd name="connsiteX11-4441" fmla="*/ 5685937 w 8482705"/>
                <a:gd name="connsiteY11-4442" fmla="*/ 987191 h 1734757"/>
                <a:gd name="connsiteX12-4443" fmla="*/ 5516015 w 8482705"/>
                <a:gd name="connsiteY12-4444" fmla="*/ 1166348 h 1734757"/>
                <a:gd name="connsiteX13-4445" fmla="*/ 5126763 w 8482705"/>
                <a:gd name="connsiteY13-4446" fmla="*/ 1556985 h 1734757"/>
                <a:gd name="connsiteX14-4447" fmla="*/ 4769372 w 8482705"/>
                <a:gd name="connsiteY14-4448" fmla="*/ 1734757 h 1734757"/>
                <a:gd name="connsiteX15-4449" fmla="*/ 4726430 w 8482705"/>
                <a:gd name="connsiteY15-4450" fmla="*/ 1730601 h 1734757"/>
                <a:gd name="connsiteX16-4451" fmla="*/ 4494634 w 8482705"/>
                <a:gd name="connsiteY16-4452" fmla="*/ 1387063 h 1734757"/>
                <a:gd name="connsiteX17-4453" fmla="*/ 4268841 w 8482705"/>
                <a:gd name="connsiteY17-4454" fmla="*/ 977494 h 1734757"/>
                <a:gd name="connsiteX18-4455" fmla="*/ 3400758 w 8482705"/>
                <a:gd name="connsiteY18-4456" fmla="*/ 982574 h 1734757"/>
                <a:gd name="connsiteX19-4457" fmla="*/ 2450025 w 8482705"/>
                <a:gd name="connsiteY19-4458" fmla="*/ 1209752 h 1734757"/>
                <a:gd name="connsiteX20-4459" fmla="*/ 2431688 w 8482705"/>
                <a:gd name="connsiteY20-4460" fmla="*/ 1207524 h 1734757"/>
                <a:gd name="connsiteX21-4461" fmla="*/ 2215429 w 8482705"/>
                <a:gd name="connsiteY21-4462" fmla="*/ 1255622 h 1734757"/>
                <a:gd name="connsiteX22-4463" fmla="*/ 1406534 w 8482705"/>
                <a:gd name="connsiteY22-4464" fmla="*/ 1328755 h 1734757"/>
                <a:gd name="connsiteX23-4465" fmla="*/ 1098876 w 8482705"/>
                <a:gd name="connsiteY23-4466" fmla="*/ 1317325 h 1734757"/>
                <a:gd name="connsiteX24-4467" fmla="*/ 121753 w 8482705"/>
                <a:gd name="connsiteY24-4468" fmla="*/ 971172 h 1734757"/>
                <a:gd name="connsiteX25-4469" fmla="*/ 15485 w 8482705"/>
                <a:gd name="connsiteY25-4470" fmla="*/ 496270 h 1734757"/>
                <a:gd name="connsiteX26-4471" fmla="*/ 180178 w 8482705"/>
                <a:gd name="connsiteY26-4472" fmla="*/ 0 h 1734757"/>
                <a:gd name="connsiteX27-4473" fmla="*/ 254175 w 8482705"/>
                <a:gd name="connsiteY27-4474" fmla="*/ 55572 h 1734757"/>
                <a:gd name="connsiteX28-4475" fmla="*/ 229244 w 8482705"/>
                <a:gd name="connsiteY28-4476" fmla="*/ 930610 h 1734757"/>
                <a:gd name="connsiteX29-4477" fmla="*/ 2450474 w 8482705"/>
                <a:gd name="connsiteY29-4478" fmla="*/ 1144923 h 1734757"/>
                <a:gd name="connsiteX30-4479" fmla="*/ 2451081 w 8482705"/>
                <a:gd name="connsiteY30-4480" fmla="*/ 1147268 h 1734757"/>
                <a:gd name="connsiteX31-4481" fmla="*/ 2507584 w 8482705"/>
                <a:gd name="connsiteY31-4482" fmla="*/ 1131626 h 1734757"/>
                <a:gd name="connsiteX32-4483" fmla="*/ 3389677 w 8482705"/>
                <a:gd name="connsiteY32-4484" fmla="*/ 923471 h 1734757"/>
                <a:gd name="connsiteX33-4485" fmla="*/ 4302548 w 8482705"/>
                <a:gd name="connsiteY33-4486" fmla="*/ 927626 h 1734757"/>
                <a:gd name="connsiteX34-4487" fmla="*/ 4526760 w 8482705"/>
                <a:gd name="connsiteY34-4488" fmla="*/ 1345422 h 1734757"/>
                <a:gd name="connsiteX35-4489" fmla="*/ 4720759 w 8482705"/>
                <a:gd name="connsiteY35-4490" fmla="*/ 1665473 h 1734757"/>
                <a:gd name="connsiteX36-4491" fmla="*/ 5471225 w 8482705"/>
                <a:gd name="connsiteY36-4492" fmla="*/ 1125715 h 1734757"/>
                <a:gd name="connsiteX37-4493" fmla="*/ 5770437 w 8482705"/>
                <a:gd name="connsiteY37-4494" fmla="*/ 814037 h 1734757"/>
                <a:gd name="connsiteX38-4495" fmla="*/ 6702701 w 8482705"/>
                <a:gd name="connsiteY38-4496" fmla="*/ 214691 h 1734757"/>
                <a:gd name="connsiteX0-4497" fmla="*/ 6694989 w 8474993"/>
                <a:gd name="connsiteY0-4498" fmla="*/ 214691 h 1734757"/>
                <a:gd name="connsiteX1-4499" fmla="*/ 6707456 w 8474993"/>
                <a:gd name="connsiteY1-4500" fmla="*/ 214691 h 1734757"/>
                <a:gd name="connsiteX2-4501" fmla="*/ 7143654 w 8474993"/>
                <a:gd name="connsiteY2-4502" fmla="*/ 789985 h 1734757"/>
                <a:gd name="connsiteX3-4503" fmla="*/ 7303108 w 8474993"/>
                <a:gd name="connsiteY3-4504" fmla="*/ 1114171 h 1734757"/>
                <a:gd name="connsiteX4-4505" fmla="*/ 8430355 w 8474993"/>
                <a:gd name="connsiteY4-4506" fmla="*/ 880513 h 1734757"/>
                <a:gd name="connsiteX5-4507" fmla="*/ 8474993 w 8474993"/>
                <a:gd name="connsiteY5-4508" fmla="*/ 929103 h 1734757"/>
                <a:gd name="connsiteX6-4509" fmla="*/ 7292950 w 8474993"/>
                <a:gd name="connsiteY6-4510" fmla="*/ 1173736 h 1734757"/>
                <a:gd name="connsiteX7-4511" fmla="*/ 7104558 w 8474993"/>
                <a:gd name="connsiteY7-4512" fmla="*/ 814498 h 1734757"/>
                <a:gd name="connsiteX8-4513" fmla="*/ 6706533 w 8474993"/>
                <a:gd name="connsiteY8-4514" fmla="*/ 275180 h 1734757"/>
                <a:gd name="connsiteX9-4515" fmla="*/ 6695451 w 8474993"/>
                <a:gd name="connsiteY9-4516" fmla="*/ 275180 h 1734757"/>
                <a:gd name="connsiteX10-4517" fmla="*/ 5806590 w 8474993"/>
                <a:gd name="connsiteY10-4518" fmla="*/ 855594 h 1734757"/>
                <a:gd name="connsiteX11-4519" fmla="*/ 5678225 w 8474993"/>
                <a:gd name="connsiteY11-4520" fmla="*/ 987191 h 1734757"/>
                <a:gd name="connsiteX12-4521" fmla="*/ 5508303 w 8474993"/>
                <a:gd name="connsiteY12-4522" fmla="*/ 1166348 h 1734757"/>
                <a:gd name="connsiteX13-4523" fmla="*/ 5119051 w 8474993"/>
                <a:gd name="connsiteY13-4524" fmla="*/ 1556985 h 1734757"/>
                <a:gd name="connsiteX14-4525" fmla="*/ 4761660 w 8474993"/>
                <a:gd name="connsiteY14-4526" fmla="*/ 1734757 h 1734757"/>
                <a:gd name="connsiteX15-4527" fmla="*/ 4718718 w 8474993"/>
                <a:gd name="connsiteY15-4528" fmla="*/ 1730601 h 1734757"/>
                <a:gd name="connsiteX16-4529" fmla="*/ 4486922 w 8474993"/>
                <a:gd name="connsiteY16-4530" fmla="*/ 1387063 h 1734757"/>
                <a:gd name="connsiteX17-4531" fmla="*/ 4261129 w 8474993"/>
                <a:gd name="connsiteY17-4532" fmla="*/ 977494 h 1734757"/>
                <a:gd name="connsiteX18-4533" fmla="*/ 3393046 w 8474993"/>
                <a:gd name="connsiteY18-4534" fmla="*/ 982574 h 1734757"/>
                <a:gd name="connsiteX19-4535" fmla="*/ 2442313 w 8474993"/>
                <a:gd name="connsiteY19-4536" fmla="*/ 1209752 h 1734757"/>
                <a:gd name="connsiteX20-4537" fmla="*/ 2423976 w 8474993"/>
                <a:gd name="connsiteY20-4538" fmla="*/ 1207524 h 1734757"/>
                <a:gd name="connsiteX21-4539" fmla="*/ 2207717 w 8474993"/>
                <a:gd name="connsiteY21-4540" fmla="*/ 1255622 h 1734757"/>
                <a:gd name="connsiteX22-4541" fmla="*/ 1398822 w 8474993"/>
                <a:gd name="connsiteY22-4542" fmla="*/ 1328755 h 1734757"/>
                <a:gd name="connsiteX23-4543" fmla="*/ 1091164 w 8474993"/>
                <a:gd name="connsiteY23-4544" fmla="*/ 1317325 h 1734757"/>
                <a:gd name="connsiteX24-4545" fmla="*/ 114041 w 8474993"/>
                <a:gd name="connsiteY24-4546" fmla="*/ 971172 h 1734757"/>
                <a:gd name="connsiteX25-4547" fmla="*/ 7773 w 8474993"/>
                <a:gd name="connsiteY25-4548" fmla="*/ 496270 h 1734757"/>
                <a:gd name="connsiteX26-4549" fmla="*/ 172466 w 8474993"/>
                <a:gd name="connsiteY26-4550" fmla="*/ 0 h 1734757"/>
                <a:gd name="connsiteX27-4551" fmla="*/ 246463 w 8474993"/>
                <a:gd name="connsiteY27-4552" fmla="*/ 55572 h 1734757"/>
                <a:gd name="connsiteX28-4553" fmla="*/ 221532 w 8474993"/>
                <a:gd name="connsiteY28-4554" fmla="*/ 930610 h 1734757"/>
                <a:gd name="connsiteX29-4555" fmla="*/ 2442762 w 8474993"/>
                <a:gd name="connsiteY29-4556" fmla="*/ 1144923 h 1734757"/>
                <a:gd name="connsiteX30-4557" fmla="*/ 2443369 w 8474993"/>
                <a:gd name="connsiteY30-4558" fmla="*/ 1147268 h 1734757"/>
                <a:gd name="connsiteX31-4559" fmla="*/ 2499872 w 8474993"/>
                <a:gd name="connsiteY31-4560" fmla="*/ 1131626 h 1734757"/>
                <a:gd name="connsiteX32-4561" fmla="*/ 3381965 w 8474993"/>
                <a:gd name="connsiteY32-4562" fmla="*/ 923471 h 1734757"/>
                <a:gd name="connsiteX33-4563" fmla="*/ 4294836 w 8474993"/>
                <a:gd name="connsiteY33-4564" fmla="*/ 927626 h 1734757"/>
                <a:gd name="connsiteX34-4565" fmla="*/ 4519048 w 8474993"/>
                <a:gd name="connsiteY34-4566" fmla="*/ 1345422 h 1734757"/>
                <a:gd name="connsiteX35-4567" fmla="*/ 4713047 w 8474993"/>
                <a:gd name="connsiteY35-4568" fmla="*/ 1665473 h 1734757"/>
                <a:gd name="connsiteX36-4569" fmla="*/ 5463513 w 8474993"/>
                <a:gd name="connsiteY36-4570" fmla="*/ 1125715 h 1734757"/>
                <a:gd name="connsiteX37-4571" fmla="*/ 5762725 w 8474993"/>
                <a:gd name="connsiteY37-4572" fmla="*/ 814037 h 1734757"/>
                <a:gd name="connsiteX38-4573" fmla="*/ 6694989 w 8474993"/>
                <a:gd name="connsiteY38-4574" fmla="*/ 214691 h 1734757"/>
                <a:gd name="connsiteX0-4575" fmla="*/ 6697194 w 8477198"/>
                <a:gd name="connsiteY0-4576" fmla="*/ 214691 h 1734757"/>
                <a:gd name="connsiteX1-4577" fmla="*/ 6709661 w 8477198"/>
                <a:gd name="connsiteY1-4578" fmla="*/ 214691 h 1734757"/>
                <a:gd name="connsiteX2-4579" fmla="*/ 7145859 w 8477198"/>
                <a:gd name="connsiteY2-4580" fmla="*/ 789985 h 1734757"/>
                <a:gd name="connsiteX3-4581" fmla="*/ 7305313 w 8477198"/>
                <a:gd name="connsiteY3-4582" fmla="*/ 1114171 h 1734757"/>
                <a:gd name="connsiteX4-4583" fmla="*/ 8432560 w 8477198"/>
                <a:gd name="connsiteY4-4584" fmla="*/ 880513 h 1734757"/>
                <a:gd name="connsiteX5-4585" fmla="*/ 8477198 w 8477198"/>
                <a:gd name="connsiteY5-4586" fmla="*/ 929103 h 1734757"/>
                <a:gd name="connsiteX6-4587" fmla="*/ 7295155 w 8477198"/>
                <a:gd name="connsiteY6-4588" fmla="*/ 1173736 h 1734757"/>
                <a:gd name="connsiteX7-4589" fmla="*/ 7106763 w 8477198"/>
                <a:gd name="connsiteY7-4590" fmla="*/ 814498 h 1734757"/>
                <a:gd name="connsiteX8-4591" fmla="*/ 6708738 w 8477198"/>
                <a:gd name="connsiteY8-4592" fmla="*/ 275180 h 1734757"/>
                <a:gd name="connsiteX9-4593" fmla="*/ 6697656 w 8477198"/>
                <a:gd name="connsiteY9-4594" fmla="*/ 275180 h 1734757"/>
                <a:gd name="connsiteX10-4595" fmla="*/ 5808795 w 8477198"/>
                <a:gd name="connsiteY10-4596" fmla="*/ 855594 h 1734757"/>
                <a:gd name="connsiteX11-4597" fmla="*/ 5680430 w 8477198"/>
                <a:gd name="connsiteY11-4598" fmla="*/ 987191 h 1734757"/>
                <a:gd name="connsiteX12-4599" fmla="*/ 5510508 w 8477198"/>
                <a:gd name="connsiteY12-4600" fmla="*/ 1166348 h 1734757"/>
                <a:gd name="connsiteX13-4601" fmla="*/ 5121256 w 8477198"/>
                <a:gd name="connsiteY13-4602" fmla="*/ 1556985 h 1734757"/>
                <a:gd name="connsiteX14-4603" fmla="*/ 4763865 w 8477198"/>
                <a:gd name="connsiteY14-4604" fmla="*/ 1734757 h 1734757"/>
                <a:gd name="connsiteX15-4605" fmla="*/ 4720923 w 8477198"/>
                <a:gd name="connsiteY15-4606" fmla="*/ 1730601 h 1734757"/>
                <a:gd name="connsiteX16-4607" fmla="*/ 4489127 w 8477198"/>
                <a:gd name="connsiteY16-4608" fmla="*/ 1387063 h 1734757"/>
                <a:gd name="connsiteX17-4609" fmla="*/ 4263334 w 8477198"/>
                <a:gd name="connsiteY17-4610" fmla="*/ 977494 h 1734757"/>
                <a:gd name="connsiteX18-4611" fmla="*/ 3395251 w 8477198"/>
                <a:gd name="connsiteY18-4612" fmla="*/ 982574 h 1734757"/>
                <a:gd name="connsiteX19-4613" fmla="*/ 2444518 w 8477198"/>
                <a:gd name="connsiteY19-4614" fmla="*/ 1209752 h 1734757"/>
                <a:gd name="connsiteX20-4615" fmla="*/ 2426181 w 8477198"/>
                <a:gd name="connsiteY20-4616" fmla="*/ 1207524 h 1734757"/>
                <a:gd name="connsiteX21-4617" fmla="*/ 2209922 w 8477198"/>
                <a:gd name="connsiteY21-4618" fmla="*/ 1255622 h 1734757"/>
                <a:gd name="connsiteX22-4619" fmla="*/ 1401027 w 8477198"/>
                <a:gd name="connsiteY22-4620" fmla="*/ 1328755 h 1734757"/>
                <a:gd name="connsiteX23-4621" fmla="*/ 1093369 w 8477198"/>
                <a:gd name="connsiteY23-4622" fmla="*/ 1317325 h 1734757"/>
                <a:gd name="connsiteX24-4623" fmla="*/ 116246 w 8477198"/>
                <a:gd name="connsiteY24-4624" fmla="*/ 971172 h 1734757"/>
                <a:gd name="connsiteX25-4625" fmla="*/ 9978 w 8477198"/>
                <a:gd name="connsiteY25-4626" fmla="*/ 496270 h 1734757"/>
                <a:gd name="connsiteX26-4627" fmla="*/ 174671 w 8477198"/>
                <a:gd name="connsiteY26-4628" fmla="*/ 0 h 1734757"/>
                <a:gd name="connsiteX27-4629" fmla="*/ 248668 w 8477198"/>
                <a:gd name="connsiteY27-4630" fmla="*/ 55572 h 1734757"/>
                <a:gd name="connsiteX28-4631" fmla="*/ 223737 w 8477198"/>
                <a:gd name="connsiteY28-4632" fmla="*/ 930610 h 1734757"/>
                <a:gd name="connsiteX29-4633" fmla="*/ 2444967 w 8477198"/>
                <a:gd name="connsiteY29-4634" fmla="*/ 1144923 h 1734757"/>
                <a:gd name="connsiteX30-4635" fmla="*/ 2445574 w 8477198"/>
                <a:gd name="connsiteY30-4636" fmla="*/ 1147268 h 1734757"/>
                <a:gd name="connsiteX31-4637" fmla="*/ 2502077 w 8477198"/>
                <a:gd name="connsiteY31-4638" fmla="*/ 1131626 h 1734757"/>
                <a:gd name="connsiteX32-4639" fmla="*/ 3384170 w 8477198"/>
                <a:gd name="connsiteY32-4640" fmla="*/ 923471 h 1734757"/>
                <a:gd name="connsiteX33-4641" fmla="*/ 4297041 w 8477198"/>
                <a:gd name="connsiteY33-4642" fmla="*/ 927626 h 1734757"/>
                <a:gd name="connsiteX34-4643" fmla="*/ 4521253 w 8477198"/>
                <a:gd name="connsiteY34-4644" fmla="*/ 1345422 h 1734757"/>
                <a:gd name="connsiteX35-4645" fmla="*/ 4715252 w 8477198"/>
                <a:gd name="connsiteY35-4646" fmla="*/ 1665473 h 1734757"/>
                <a:gd name="connsiteX36-4647" fmla="*/ 5465718 w 8477198"/>
                <a:gd name="connsiteY36-4648" fmla="*/ 1125715 h 1734757"/>
                <a:gd name="connsiteX37-4649" fmla="*/ 5764930 w 8477198"/>
                <a:gd name="connsiteY37-4650" fmla="*/ 814037 h 1734757"/>
                <a:gd name="connsiteX38-4651" fmla="*/ 6697194 w 8477198"/>
                <a:gd name="connsiteY38-4652" fmla="*/ 214691 h 1734757"/>
                <a:gd name="connsiteX0-4653" fmla="*/ 6697194 w 8477198"/>
                <a:gd name="connsiteY0-4654" fmla="*/ 214691 h 1734757"/>
                <a:gd name="connsiteX1-4655" fmla="*/ 6709661 w 8477198"/>
                <a:gd name="connsiteY1-4656" fmla="*/ 214691 h 1734757"/>
                <a:gd name="connsiteX2-4657" fmla="*/ 7145859 w 8477198"/>
                <a:gd name="connsiteY2-4658" fmla="*/ 789985 h 1734757"/>
                <a:gd name="connsiteX3-4659" fmla="*/ 7305313 w 8477198"/>
                <a:gd name="connsiteY3-4660" fmla="*/ 1114171 h 1734757"/>
                <a:gd name="connsiteX4-4661" fmla="*/ 8432560 w 8477198"/>
                <a:gd name="connsiteY4-4662" fmla="*/ 880513 h 1734757"/>
                <a:gd name="connsiteX5-4663" fmla="*/ 8477198 w 8477198"/>
                <a:gd name="connsiteY5-4664" fmla="*/ 929103 h 1734757"/>
                <a:gd name="connsiteX6-4665" fmla="*/ 7295155 w 8477198"/>
                <a:gd name="connsiteY6-4666" fmla="*/ 1173736 h 1734757"/>
                <a:gd name="connsiteX7-4667" fmla="*/ 7106763 w 8477198"/>
                <a:gd name="connsiteY7-4668" fmla="*/ 814498 h 1734757"/>
                <a:gd name="connsiteX8-4669" fmla="*/ 6708738 w 8477198"/>
                <a:gd name="connsiteY8-4670" fmla="*/ 275180 h 1734757"/>
                <a:gd name="connsiteX9-4671" fmla="*/ 6697656 w 8477198"/>
                <a:gd name="connsiteY9-4672" fmla="*/ 275180 h 1734757"/>
                <a:gd name="connsiteX10-4673" fmla="*/ 5808795 w 8477198"/>
                <a:gd name="connsiteY10-4674" fmla="*/ 855594 h 1734757"/>
                <a:gd name="connsiteX11-4675" fmla="*/ 5680430 w 8477198"/>
                <a:gd name="connsiteY11-4676" fmla="*/ 987191 h 1734757"/>
                <a:gd name="connsiteX12-4677" fmla="*/ 5510508 w 8477198"/>
                <a:gd name="connsiteY12-4678" fmla="*/ 1166348 h 1734757"/>
                <a:gd name="connsiteX13-4679" fmla="*/ 5121256 w 8477198"/>
                <a:gd name="connsiteY13-4680" fmla="*/ 1556985 h 1734757"/>
                <a:gd name="connsiteX14-4681" fmla="*/ 4763865 w 8477198"/>
                <a:gd name="connsiteY14-4682" fmla="*/ 1734757 h 1734757"/>
                <a:gd name="connsiteX15-4683" fmla="*/ 4720923 w 8477198"/>
                <a:gd name="connsiteY15-4684" fmla="*/ 1730601 h 1734757"/>
                <a:gd name="connsiteX16-4685" fmla="*/ 4489127 w 8477198"/>
                <a:gd name="connsiteY16-4686" fmla="*/ 1387063 h 1734757"/>
                <a:gd name="connsiteX17-4687" fmla="*/ 4263334 w 8477198"/>
                <a:gd name="connsiteY17-4688" fmla="*/ 977494 h 1734757"/>
                <a:gd name="connsiteX18-4689" fmla="*/ 3395251 w 8477198"/>
                <a:gd name="connsiteY18-4690" fmla="*/ 982574 h 1734757"/>
                <a:gd name="connsiteX19-4691" fmla="*/ 2444518 w 8477198"/>
                <a:gd name="connsiteY19-4692" fmla="*/ 1209752 h 1734757"/>
                <a:gd name="connsiteX20-4693" fmla="*/ 2426181 w 8477198"/>
                <a:gd name="connsiteY20-4694" fmla="*/ 1207524 h 1734757"/>
                <a:gd name="connsiteX21-4695" fmla="*/ 2209922 w 8477198"/>
                <a:gd name="connsiteY21-4696" fmla="*/ 1255622 h 1734757"/>
                <a:gd name="connsiteX22-4697" fmla="*/ 1401027 w 8477198"/>
                <a:gd name="connsiteY22-4698" fmla="*/ 1328755 h 1734757"/>
                <a:gd name="connsiteX23-4699" fmla="*/ 1093369 w 8477198"/>
                <a:gd name="connsiteY23-4700" fmla="*/ 1317325 h 1734757"/>
                <a:gd name="connsiteX24-4701" fmla="*/ 116246 w 8477198"/>
                <a:gd name="connsiteY24-4702" fmla="*/ 971172 h 1734757"/>
                <a:gd name="connsiteX25-4703" fmla="*/ 9978 w 8477198"/>
                <a:gd name="connsiteY25-4704" fmla="*/ 496270 h 1734757"/>
                <a:gd name="connsiteX26-4705" fmla="*/ 174671 w 8477198"/>
                <a:gd name="connsiteY26-4706" fmla="*/ 0 h 1734757"/>
                <a:gd name="connsiteX27-4707" fmla="*/ 248668 w 8477198"/>
                <a:gd name="connsiteY27-4708" fmla="*/ 55572 h 1734757"/>
                <a:gd name="connsiteX28-4709" fmla="*/ 223737 w 8477198"/>
                <a:gd name="connsiteY28-4710" fmla="*/ 930610 h 1734757"/>
                <a:gd name="connsiteX29-4711" fmla="*/ 2444967 w 8477198"/>
                <a:gd name="connsiteY29-4712" fmla="*/ 1144923 h 1734757"/>
                <a:gd name="connsiteX30-4713" fmla="*/ 2413374 w 8477198"/>
                <a:gd name="connsiteY30-4714" fmla="*/ 938870 h 1734757"/>
                <a:gd name="connsiteX31-4715" fmla="*/ 2502077 w 8477198"/>
                <a:gd name="connsiteY31-4716" fmla="*/ 1131626 h 1734757"/>
                <a:gd name="connsiteX32-4717" fmla="*/ 3384170 w 8477198"/>
                <a:gd name="connsiteY32-4718" fmla="*/ 923471 h 1734757"/>
                <a:gd name="connsiteX33-4719" fmla="*/ 4297041 w 8477198"/>
                <a:gd name="connsiteY33-4720" fmla="*/ 927626 h 1734757"/>
                <a:gd name="connsiteX34-4721" fmla="*/ 4521253 w 8477198"/>
                <a:gd name="connsiteY34-4722" fmla="*/ 1345422 h 1734757"/>
                <a:gd name="connsiteX35-4723" fmla="*/ 4715252 w 8477198"/>
                <a:gd name="connsiteY35-4724" fmla="*/ 1665473 h 1734757"/>
                <a:gd name="connsiteX36-4725" fmla="*/ 5465718 w 8477198"/>
                <a:gd name="connsiteY36-4726" fmla="*/ 1125715 h 1734757"/>
                <a:gd name="connsiteX37-4727" fmla="*/ 5764930 w 8477198"/>
                <a:gd name="connsiteY37-4728" fmla="*/ 814037 h 1734757"/>
                <a:gd name="connsiteX38-4729" fmla="*/ 6697194 w 8477198"/>
                <a:gd name="connsiteY38-4730" fmla="*/ 214691 h 1734757"/>
                <a:gd name="connsiteX0-4731" fmla="*/ 6697194 w 8477198"/>
                <a:gd name="connsiteY0-4732" fmla="*/ 214691 h 1734757"/>
                <a:gd name="connsiteX1-4733" fmla="*/ 6709661 w 8477198"/>
                <a:gd name="connsiteY1-4734" fmla="*/ 214691 h 1734757"/>
                <a:gd name="connsiteX2-4735" fmla="*/ 7145859 w 8477198"/>
                <a:gd name="connsiteY2-4736" fmla="*/ 789985 h 1734757"/>
                <a:gd name="connsiteX3-4737" fmla="*/ 7305313 w 8477198"/>
                <a:gd name="connsiteY3-4738" fmla="*/ 1114171 h 1734757"/>
                <a:gd name="connsiteX4-4739" fmla="*/ 8432560 w 8477198"/>
                <a:gd name="connsiteY4-4740" fmla="*/ 880513 h 1734757"/>
                <a:gd name="connsiteX5-4741" fmla="*/ 8477198 w 8477198"/>
                <a:gd name="connsiteY5-4742" fmla="*/ 929103 h 1734757"/>
                <a:gd name="connsiteX6-4743" fmla="*/ 7295155 w 8477198"/>
                <a:gd name="connsiteY6-4744" fmla="*/ 1173736 h 1734757"/>
                <a:gd name="connsiteX7-4745" fmla="*/ 7106763 w 8477198"/>
                <a:gd name="connsiteY7-4746" fmla="*/ 814498 h 1734757"/>
                <a:gd name="connsiteX8-4747" fmla="*/ 6708738 w 8477198"/>
                <a:gd name="connsiteY8-4748" fmla="*/ 275180 h 1734757"/>
                <a:gd name="connsiteX9-4749" fmla="*/ 6697656 w 8477198"/>
                <a:gd name="connsiteY9-4750" fmla="*/ 275180 h 1734757"/>
                <a:gd name="connsiteX10-4751" fmla="*/ 5808795 w 8477198"/>
                <a:gd name="connsiteY10-4752" fmla="*/ 855594 h 1734757"/>
                <a:gd name="connsiteX11-4753" fmla="*/ 5680430 w 8477198"/>
                <a:gd name="connsiteY11-4754" fmla="*/ 987191 h 1734757"/>
                <a:gd name="connsiteX12-4755" fmla="*/ 5510508 w 8477198"/>
                <a:gd name="connsiteY12-4756" fmla="*/ 1166348 h 1734757"/>
                <a:gd name="connsiteX13-4757" fmla="*/ 5121256 w 8477198"/>
                <a:gd name="connsiteY13-4758" fmla="*/ 1556985 h 1734757"/>
                <a:gd name="connsiteX14-4759" fmla="*/ 4763865 w 8477198"/>
                <a:gd name="connsiteY14-4760" fmla="*/ 1734757 h 1734757"/>
                <a:gd name="connsiteX15-4761" fmla="*/ 4720923 w 8477198"/>
                <a:gd name="connsiteY15-4762" fmla="*/ 1730601 h 1734757"/>
                <a:gd name="connsiteX16-4763" fmla="*/ 4489127 w 8477198"/>
                <a:gd name="connsiteY16-4764" fmla="*/ 1387063 h 1734757"/>
                <a:gd name="connsiteX17-4765" fmla="*/ 4263334 w 8477198"/>
                <a:gd name="connsiteY17-4766" fmla="*/ 977494 h 1734757"/>
                <a:gd name="connsiteX18-4767" fmla="*/ 3395251 w 8477198"/>
                <a:gd name="connsiteY18-4768" fmla="*/ 982574 h 1734757"/>
                <a:gd name="connsiteX19-4769" fmla="*/ 2444518 w 8477198"/>
                <a:gd name="connsiteY19-4770" fmla="*/ 1209752 h 1734757"/>
                <a:gd name="connsiteX20-4771" fmla="*/ 2426181 w 8477198"/>
                <a:gd name="connsiteY20-4772" fmla="*/ 1207524 h 1734757"/>
                <a:gd name="connsiteX21-4773" fmla="*/ 2209922 w 8477198"/>
                <a:gd name="connsiteY21-4774" fmla="*/ 1255622 h 1734757"/>
                <a:gd name="connsiteX22-4775" fmla="*/ 1401027 w 8477198"/>
                <a:gd name="connsiteY22-4776" fmla="*/ 1328755 h 1734757"/>
                <a:gd name="connsiteX23-4777" fmla="*/ 1093369 w 8477198"/>
                <a:gd name="connsiteY23-4778" fmla="*/ 1317325 h 1734757"/>
                <a:gd name="connsiteX24-4779" fmla="*/ 116246 w 8477198"/>
                <a:gd name="connsiteY24-4780" fmla="*/ 971172 h 1734757"/>
                <a:gd name="connsiteX25-4781" fmla="*/ 9978 w 8477198"/>
                <a:gd name="connsiteY25-4782" fmla="*/ 496270 h 1734757"/>
                <a:gd name="connsiteX26-4783" fmla="*/ 174671 w 8477198"/>
                <a:gd name="connsiteY26-4784" fmla="*/ 0 h 1734757"/>
                <a:gd name="connsiteX27-4785" fmla="*/ 248668 w 8477198"/>
                <a:gd name="connsiteY27-4786" fmla="*/ 55572 h 1734757"/>
                <a:gd name="connsiteX28-4787" fmla="*/ 223737 w 8477198"/>
                <a:gd name="connsiteY28-4788" fmla="*/ 930610 h 1734757"/>
                <a:gd name="connsiteX29-4789" fmla="*/ 2444967 w 8477198"/>
                <a:gd name="connsiteY29-4790" fmla="*/ 1144923 h 1734757"/>
                <a:gd name="connsiteX30-4791" fmla="*/ 2502077 w 8477198"/>
                <a:gd name="connsiteY30-4792" fmla="*/ 1131626 h 1734757"/>
                <a:gd name="connsiteX31-4793" fmla="*/ 3384170 w 8477198"/>
                <a:gd name="connsiteY31-4794" fmla="*/ 923471 h 1734757"/>
                <a:gd name="connsiteX32-4795" fmla="*/ 4297041 w 8477198"/>
                <a:gd name="connsiteY32-4796" fmla="*/ 927626 h 1734757"/>
                <a:gd name="connsiteX33-4797" fmla="*/ 4521253 w 8477198"/>
                <a:gd name="connsiteY33-4798" fmla="*/ 1345422 h 1734757"/>
                <a:gd name="connsiteX34-4799" fmla="*/ 4715252 w 8477198"/>
                <a:gd name="connsiteY34-4800" fmla="*/ 1665473 h 1734757"/>
                <a:gd name="connsiteX35-4801" fmla="*/ 5465718 w 8477198"/>
                <a:gd name="connsiteY35-4802" fmla="*/ 1125715 h 1734757"/>
                <a:gd name="connsiteX36-4803" fmla="*/ 5764930 w 8477198"/>
                <a:gd name="connsiteY36-4804" fmla="*/ 814037 h 1734757"/>
                <a:gd name="connsiteX37-4805" fmla="*/ 6697194 w 8477198"/>
                <a:gd name="connsiteY37-4806" fmla="*/ 214691 h 1734757"/>
                <a:gd name="connsiteX0-4807" fmla="*/ 6697194 w 8477198"/>
                <a:gd name="connsiteY0-4808" fmla="*/ 214691 h 1734757"/>
                <a:gd name="connsiteX1-4809" fmla="*/ 6709661 w 8477198"/>
                <a:gd name="connsiteY1-4810" fmla="*/ 214691 h 1734757"/>
                <a:gd name="connsiteX2-4811" fmla="*/ 7145859 w 8477198"/>
                <a:gd name="connsiteY2-4812" fmla="*/ 789985 h 1734757"/>
                <a:gd name="connsiteX3-4813" fmla="*/ 7305313 w 8477198"/>
                <a:gd name="connsiteY3-4814" fmla="*/ 1114171 h 1734757"/>
                <a:gd name="connsiteX4-4815" fmla="*/ 8432560 w 8477198"/>
                <a:gd name="connsiteY4-4816" fmla="*/ 880513 h 1734757"/>
                <a:gd name="connsiteX5-4817" fmla="*/ 8477198 w 8477198"/>
                <a:gd name="connsiteY5-4818" fmla="*/ 929103 h 1734757"/>
                <a:gd name="connsiteX6-4819" fmla="*/ 7295155 w 8477198"/>
                <a:gd name="connsiteY6-4820" fmla="*/ 1173736 h 1734757"/>
                <a:gd name="connsiteX7-4821" fmla="*/ 7106763 w 8477198"/>
                <a:gd name="connsiteY7-4822" fmla="*/ 814498 h 1734757"/>
                <a:gd name="connsiteX8-4823" fmla="*/ 6708738 w 8477198"/>
                <a:gd name="connsiteY8-4824" fmla="*/ 275180 h 1734757"/>
                <a:gd name="connsiteX9-4825" fmla="*/ 6697656 w 8477198"/>
                <a:gd name="connsiteY9-4826" fmla="*/ 275180 h 1734757"/>
                <a:gd name="connsiteX10-4827" fmla="*/ 5808795 w 8477198"/>
                <a:gd name="connsiteY10-4828" fmla="*/ 855594 h 1734757"/>
                <a:gd name="connsiteX11-4829" fmla="*/ 5680430 w 8477198"/>
                <a:gd name="connsiteY11-4830" fmla="*/ 987191 h 1734757"/>
                <a:gd name="connsiteX12-4831" fmla="*/ 5510508 w 8477198"/>
                <a:gd name="connsiteY12-4832" fmla="*/ 1166348 h 1734757"/>
                <a:gd name="connsiteX13-4833" fmla="*/ 5121256 w 8477198"/>
                <a:gd name="connsiteY13-4834" fmla="*/ 1556985 h 1734757"/>
                <a:gd name="connsiteX14-4835" fmla="*/ 4763865 w 8477198"/>
                <a:gd name="connsiteY14-4836" fmla="*/ 1734757 h 1734757"/>
                <a:gd name="connsiteX15-4837" fmla="*/ 4720923 w 8477198"/>
                <a:gd name="connsiteY15-4838" fmla="*/ 1730601 h 1734757"/>
                <a:gd name="connsiteX16-4839" fmla="*/ 4489127 w 8477198"/>
                <a:gd name="connsiteY16-4840" fmla="*/ 1387063 h 1734757"/>
                <a:gd name="connsiteX17-4841" fmla="*/ 4263334 w 8477198"/>
                <a:gd name="connsiteY17-4842" fmla="*/ 977494 h 1734757"/>
                <a:gd name="connsiteX18-4843" fmla="*/ 3395251 w 8477198"/>
                <a:gd name="connsiteY18-4844" fmla="*/ 982574 h 1734757"/>
                <a:gd name="connsiteX19-4845" fmla="*/ 2444518 w 8477198"/>
                <a:gd name="connsiteY19-4846" fmla="*/ 1209752 h 1734757"/>
                <a:gd name="connsiteX20-4847" fmla="*/ 2426181 w 8477198"/>
                <a:gd name="connsiteY20-4848" fmla="*/ 1207524 h 1734757"/>
                <a:gd name="connsiteX21-4849" fmla="*/ 2209922 w 8477198"/>
                <a:gd name="connsiteY21-4850" fmla="*/ 1255622 h 1734757"/>
                <a:gd name="connsiteX22-4851" fmla="*/ 1401027 w 8477198"/>
                <a:gd name="connsiteY22-4852" fmla="*/ 1328755 h 1734757"/>
                <a:gd name="connsiteX23-4853" fmla="*/ 1093369 w 8477198"/>
                <a:gd name="connsiteY23-4854" fmla="*/ 1317325 h 1734757"/>
                <a:gd name="connsiteX24-4855" fmla="*/ 116246 w 8477198"/>
                <a:gd name="connsiteY24-4856" fmla="*/ 971172 h 1734757"/>
                <a:gd name="connsiteX25-4857" fmla="*/ 9978 w 8477198"/>
                <a:gd name="connsiteY25-4858" fmla="*/ 496270 h 1734757"/>
                <a:gd name="connsiteX26-4859" fmla="*/ 174671 w 8477198"/>
                <a:gd name="connsiteY26-4860" fmla="*/ 0 h 1734757"/>
                <a:gd name="connsiteX27-4861" fmla="*/ 248668 w 8477198"/>
                <a:gd name="connsiteY27-4862" fmla="*/ 55572 h 1734757"/>
                <a:gd name="connsiteX28-4863" fmla="*/ 223737 w 8477198"/>
                <a:gd name="connsiteY28-4864" fmla="*/ 930610 h 1734757"/>
                <a:gd name="connsiteX29-4865" fmla="*/ 2502077 w 8477198"/>
                <a:gd name="connsiteY29-4866" fmla="*/ 1131626 h 1734757"/>
                <a:gd name="connsiteX30-4867" fmla="*/ 3384170 w 8477198"/>
                <a:gd name="connsiteY30-4868" fmla="*/ 923471 h 1734757"/>
                <a:gd name="connsiteX31-4869" fmla="*/ 4297041 w 8477198"/>
                <a:gd name="connsiteY31-4870" fmla="*/ 927626 h 1734757"/>
                <a:gd name="connsiteX32-4871" fmla="*/ 4521253 w 8477198"/>
                <a:gd name="connsiteY32-4872" fmla="*/ 1345422 h 1734757"/>
                <a:gd name="connsiteX33-4873" fmla="*/ 4715252 w 8477198"/>
                <a:gd name="connsiteY33-4874" fmla="*/ 1665473 h 1734757"/>
                <a:gd name="connsiteX34-4875" fmla="*/ 5465718 w 8477198"/>
                <a:gd name="connsiteY34-4876" fmla="*/ 1125715 h 1734757"/>
                <a:gd name="connsiteX35-4877" fmla="*/ 5764930 w 8477198"/>
                <a:gd name="connsiteY35-4878" fmla="*/ 814037 h 1734757"/>
                <a:gd name="connsiteX36-4879" fmla="*/ 6697194 w 8477198"/>
                <a:gd name="connsiteY36-4880" fmla="*/ 214691 h 1734757"/>
                <a:gd name="connsiteX0-4881" fmla="*/ 6714652 w 8494656"/>
                <a:gd name="connsiteY0-4882" fmla="*/ 214691 h 1734757"/>
                <a:gd name="connsiteX1-4883" fmla="*/ 6727119 w 8494656"/>
                <a:gd name="connsiteY1-4884" fmla="*/ 214691 h 1734757"/>
                <a:gd name="connsiteX2-4885" fmla="*/ 7163317 w 8494656"/>
                <a:gd name="connsiteY2-4886" fmla="*/ 789985 h 1734757"/>
                <a:gd name="connsiteX3-4887" fmla="*/ 7322771 w 8494656"/>
                <a:gd name="connsiteY3-4888" fmla="*/ 1114171 h 1734757"/>
                <a:gd name="connsiteX4-4889" fmla="*/ 8450018 w 8494656"/>
                <a:gd name="connsiteY4-4890" fmla="*/ 880513 h 1734757"/>
                <a:gd name="connsiteX5-4891" fmla="*/ 8494656 w 8494656"/>
                <a:gd name="connsiteY5-4892" fmla="*/ 929103 h 1734757"/>
                <a:gd name="connsiteX6-4893" fmla="*/ 7312613 w 8494656"/>
                <a:gd name="connsiteY6-4894" fmla="*/ 1173736 h 1734757"/>
                <a:gd name="connsiteX7-4895" fmla="*/ 7124221 w 8494656"/>
                <a:gd name="connsiteY7-4896" fmla="*/ 814498 h 1734757"/>
                <a:gd name="connsiteX8-4897" fmla="*/ 6726196 w 8494656"/>
                <a:gd name="connsiteY8-4898" fmla="*/ 275180 h 1734757"/>
                <a:gd name="connsiteX9-4899" fmla="*/ 6715114 w 8494656"/>
                <a:gd name="connsiteY9-4900" fmla="*/ 275180 h 1734757"/>
                <a:gd name="connsiteX10-4901" fmla="*/ 5826253 w 8494656"/>
                <a:gd name="connsiteY10-4902" fmla="*/ 855594 h 1734757"/>
                <a:gd name="connsiteX11-4903" fmla="*/ 5697888 w 8494656"/>
                <a:gd name="connsiteY11-4904" fmla="*/ 987191 h 1734757"/>
                <a:gd name="connsiteX12-4905" fmla="*/ 5527966 w 8494656"/>
                <a:gd name="connsiteY12-4906" fmla="*/ 1166348 h 1734757"/>
                <a:gd name="connsiteX13-4907" fmla="*/ 5138714 w 8494656"/>
                <a:gd name="connsiteY13-4908" fmla="*/ 1556985 h 1734757"/>
                <a:gd name="connsiteX14-4909" fmla="*/ 4781323 w 8494656"/>
                <a:gd name="connsiteY14-4910" fmla="*/ 1734757 h 1734757"/>
                <a:gd name="connsiteX15-4911" fmla="*/ 4738381 w 8494656"/>
                <a:gd name="connsiteY15-4912" fmla="*/ 1730601 h 1734757"/>
                <a:gd name="connsiteX16-4913" fmla="*/ 4506585 w 8494656"/>
                <a:gd name="connsiteY16-4914" fmla="*/ 1387063 h 1734757"/>
                <a:gd name="connsiteX17-4915" fmla="*/ 4280792 w 8494656"/>
                <a:gd name="connsiteY17-4916" fmla="*/ 977494 h 1734757"/>
                <a:gd name="connsiteX18-4917" fmla="*/ 3412709 w 8494656"/>
                <a:gd name="connsiteY18-4918" fmla="*/ 982574 h 1734757"/>
                <a:gd name="connsiteX19-4919" fmla="*/ 2461976 w 8494656"/>
                <a:gd name="connsiteY19-4920" fmla="*/ 1209752 h 1734757"/>
                <a:gd name="connsiteX20-4921" fmla="*/ 2443639 w 8494656"/>
                <a:gd name="connsiteY20-4922" fmla="*/ 1207524 h 1734757"/>
                <a:gd name="connsiteX21-4923" fmla="*/ 2227380 w 8494656"/>
                <a:gd name="connsiteY21-4924" fmla="*/ 1255622 h 1734757"/>
                <a:gd name="connsiteX22-4925" fmla="*/ 1418485 w 8494656"/>
                <a:gd name="connsiteY22-4926" fmla="*/ 1328755 h 1734757"/>
                <a:gd name="connsiteX23-4927" fmla="*/ 1110827 w 8494656"/>
                <a:gd name="connsiteY23-4928" fmla="*/ 1317325 h 1734757"/>
                <a:gd name="connsiteX24-4929" fmla="*/ 133704 w 8494656"/>
                <a:gd name="connsiteY24-4930" fmla="*/ 971172 h 1734757"/>
                <a:gd name="connsiteX25-4931" fmla="*/ 27436 w 8494656"/>
                <a:gd name="connsiteY25-4932" fmla="*/ 496270 h 1734757"/>
                <a:gd name="connsiteX26-4933" fmla="*/ 192129 w 8494656"/>
                <a:gd name="connsiteY26-4934" fmla="*/ 0 h 1734757"/>
                <a:gd name="connsiteX27-4935" fmla="*/ 266126 w 8494656"/>
                <a:gd name="connsiteY27-4936" fmla="*/ 55572 h 1734757"/>
                <a:gd name="connsiteX28-4937" fmla="*/ 241195 w 8494656"/>
                <a:gd name="connsiteY28-4938" fmla="*/ 930610 h 1734757"/>
                <a:gd name="connsiteX29-4939" fmla="*/ 3401628 w 8494656"/>
                <a:gd name="connsiteY29-4940" fmla="*/ 923471 h 1734757"/>
                <a:gd name="connsiteX30-4941" fmla="*/ 4314499 w 8494656"/>
                <a:gd name="connsiteY30-4942" fmla="*/ 927626 h 1734757"/>
                <a:gd name="connsiteX31-4943" fmla="*/ 4538711 w 8494656"/>
                <a:gd name="connsiteY31-4944" fmla="*/ 1345422 h 1734757"/>
                <a:gd name="connsiteX32-4945" fmla="*/ 4732710 w 8494656"/>
                <a:gd name="connsiteY32-4946" fmla="*/ 1665473 h 1734757"/>
                <a:gd name="connsiteX33-4947" fmla="*/ 5483176 w 8494656"/>
                <a:gd name="connsiteY33-4948" fmla="*/ 1125715 h 1734757"/>
                <a:gd name="connsiteX34-4949" fmla="*/ 5782388 w 8494656"/>
                <a:gd name="connsiteY34-4950" fmla="*/ 814037 h 1734757"/>
                <a:gd name="connsiteX35-4951" fmla="*/ 6714652 w 8494656"/>
                <a:gd name="connsiteY35-4952" fmla="*/ 214691 h 1734757"/>
                <a:gd name="connsiteX0-4953" fmla="*/ 6723232 w 8503236"/>
                <a:gd name="connsiteY0-4954" fmla="*/ 214691 h 1734757"/>
                <a:gd name="connsiteX1-4955" fmla="*/ 6735699 w 8503236"/>
                <a:gd name="connsiteY1-4956" fmla="*/ 214691 h 1734757"/>
                <a:gd name="connsiteX2-4957" fmla="*/ 7171897 w 8503236"/>
                <a:gd name="connsiteY2-4958" fmla="*/ 789985 h 1734757"/>
                <a:gd name="connsiteX3-4959" fmla="*/ 7331351 w 8503236"/>
                <a:gd name="connsiteY3-4960" fmla="*/ 1114171 h 1734757"/>
                <a:gd name="connsiteX4-4961" fmla="*/ 8458598 w 8503236"/>
                <a:gd name="connsiteY4-4962" fmla="*/ 880513 h 1734757"/>
                <a:gd name="connsiteX5-4963" fmla="*/ 8503236 w 8503236"/>
                <a:gd name="connsiteY5-4964" fmla="*/ 929103 h 1734757"/>
                <a:gd name="connsiteX6-4965" fmla="*/ 7321193 w 8503236"/>
                <a:gd name="connsiteY6-4966" fmla="*/ 1173736 h 1734757"/>
                <a:gd name="connsiteX7-4967" fmla="*/ 7132801 w 8503236"/>
                <a:gd name="connsiteY7-4968" fmla="*/ 814498 h 1734757"/>
                <a:gd name="connsiteX8-4969" fmla="*/ 6734776 w 8503236"/>
                <a:gd name="connsiteY8-4970" fmla="*/ 275180 h 1734757"/>
                <a:gd name="connsiteX9-4971" fmla="*/ 6723694 w 8503236"/>
                <a:gd name="connsiteY9-4972" fmla="*/ 275180 h 1734757"/>
                <a:gd name="connsiteX10-4973" fmla="*/ 5834833 w 8503236"/>
                <a:gd name="connsiteY10-4974" fmla="*/ 855594 h 1734757"/>
                <a:gd name="connsiteX11-4975" fmla="*/ 5706468 w 8503236"/>
                <a:gd name="connsiteY11-4976" fmla="*/ 987191 h 1734757"/>
                <a:gd name="connsiteX12-4977" fmla="*/ 5536546 w 8503236"/>
                <a:gd name="connsiteY12-4978" fmla="*/ 1166348 h 1734757"/>
                <a:gd name="connsiteX13-4979" fmla="*/ 5147294 w 8503236"/>
                <a:gd name="connsiteY13-4980" fmla="*/ 1556985 h 1734757"/>
                <a:gd name="connsiteX14-4981" fmla="*/ 4789903 w 8503236"/>
                <a:gd name="connsiteY14-4982" fmla="*/ 1734757 h 1734757"/>
                <a:gd name="connsiteX15-4983" fmla="*/ 4746961 w 8503236"/>
                <a:gd name="connsiteY15-4984" fmla="*/ 1730601 h 1734757"/>
                <a:gd name="connsiteX16-4985" fmla="*/ 4515165 w 8503236"/>
                <a:gd name="connsiteY16-4986" fmla="*/ 1387063 h 1734757"/>
                <a:gd name="connsiteX17-4987" fmla="*/ 4289372 w 8503236"/>
                <a:gd name="connsiteY17-4988" fmla="*/ 977494 h 1734757"/>
                <a:gd name="connsiteX18-4989" fmla="*/ 3421289 w 8503236"/>
                <a:gd name="connsiteY18-4990" fmla="*/ 982574 h 1734757"/>
                <a:gd name="connsiteX19-4991" fmla="*/ 2470556 w 8503236"/>
                <a:gd name="connsiteY19-4992" fmla="*/ 1209752 h 1734757"/>
                <a:gd name="connsiteX20-4993" fmla="*/ 2452219 w 8503236"/>
                <a:gd name="connsiteY20-4994" fmla="*/ 1207524 h 1734757"/>
                <a:gd name="connsiteX21-4995" fmla="*/ 2235960 w 8503236"/>
                <a:gd name="connsiteY21-4996" fmla="*/ 1255622 h 1734757"/>
                <a:gd name="connsiteX22-4997" fmla="*/ 1427065 w 8503236"/>
                <a:gd name="connsiteY22-4998" fmla="*/ 1328755 h 1734757"/>
                <a:gd name="connsiteX23-4999" fmla="*/ 1119407 w 8503236"/>
                <a:gd name="connsiteY23-5000" fmla="*/ 1317325 h 1734757"/>
                <a:gd name="connsiteX24-5001" fmla="*/ 142284 w 8503236"/>
                <a:gd name="connsiteY24-5002" fmla="*/ 971172 h 1734757"/>
                <a:gd name="connsiteX25-5003" fmla="*/ 36016 w 8503236"/>
                <a:gd name="connsiteY25-5004" fmla="*/ 496270 h 1734757"/>
                <a:gd name="connsiteX26-5005" fmla="*/ 200709 w 8503236"/>
                <a:gd name="connsiteY26-5006" fmla="*/ 0 h 1734757"/>
                <a:gd name="connsiteX27-5007" fmla="*/ 274706 w 8503236"/>
                <a:gd name="connsiteY27-5008" fmla="*/ 55572 h 1734757"/>
                <a:gd name="connsiteX28-5009" fmla="*/ 249775 w 8503236"/>
                <a:gd name="connsiteY28-5010" fmla="*/ 930610 h 1734757"/>
                <a:gd name="connsiteX29-5011" fmla="*/ 3526130 w 8503236"/>
                <a:gd name="connsiteY29-5012" fmla="*/ 840111 h 1734757"/>
                <a:gd name="connsiteX30-5013" fmla="*/ 4323079 w 8503236"/>
                <a:gd name="connsiteY30-5014" fmla="*/ 927626 h 1734757"/>
                <a:gd name="connsiteX31-5015" fmla="*/ 4547291 w 8503236"/>
                <a:gd name="connsiteY31-5016" fmla="*/ 1345422 h 1734757"/>
                <a:gd name="connsiteX32-5017" fmla="*/ 4741290 w 8503236"/>
                <a:gd name="connsiteY32-5018" fmla="*/ 1665473 h 1734757"/>
                <a:gd name="connsiteX33-5019" fmla="*/ 5491756 w 8503236"/>
                <a:gd name="connsiteY33-5020" fmla="*/ 1125715 h 1734757"/>
                <a:gd name="connsiteX34-5021" fmla="*/ 5790968 w 8503236"/>
                <a:gd name="connsiteY34-5022" fmla="*/ 814037 h 1734757"/>
                <a:gd name="connsiteX35-5023" fmla="*/ 6723232 w 8503236"/>
                <a:gd name="connsiteY35-5024" fmla="*/ 214691 h 1734757"/>
                <a:gd name="connsiteX0-5025" fmla="*/ 6723232 w 8503236"/>
                <a:gd name="connsiteY0-5026" fmla="*/ 214691 h 1734757"/>
                <a:gd name="connsiteX1-5027" fmla="*/ 6735699 w 8503236"/>
                <a:gd name="connsiteY1-5028" fmla="*/ 214691 h 1734757"/>
                <a:gd name="connsiteX2-5029" fmla="*/ 7171897 w 8503236"/>
                <a:gd name="connsiteY2-5030" fmla="*/ 789985 h 1734757"/>
                <a:gd name="connsiteX3-5031" fmla="*/ 7331351 w 8503236"/>
                <a:gd name="connsiteY3-5032" fmla="*/ 1114171 h 1734757"/>
                <a:gd name="connsiteX4-5033" fmla="*/ 8458598 w 8503236"/>
                <a:gd name="connsiteY4-5034" fmla="*/ 880513 h 1734757"/>
                <a:gd name="connsiteX5-5035" fmla="*/ 8503236 w 8503236"/>
                <a:gd name="connsiteY5-5036" fmla="*/ 929103 h 1734757"/>
                <a:gd name="connsiteX6-5037" fmla="*/ 7321193 w 8503236"/>
                <a:gd name="connsiteY6-5038" fmla="*/ 1173736 h 1734757"/>
                <a:gd name="connsiteX7-5039" fmla="*/ 7132801 w 8503236"/>
                <a:gd name="connsiteY7-5040" fmla="*/ 814498 h 1734757"/>
                <a:gd name="connsiteX8-5041" fmla="*/ 6734776 w 8503236"/>
                <a:gd name="connsiteY8-5042" fmla="*/ 275180 h 1734757"/>
                <a:gd name="connsiteX9-5043" fmla="*/ 6723694 w 8503236"/>
                <a:gd name="connsiteY9-5044" fmla="*/ 275180 h 1734757"/>
                <a:gd name="connsiteX10-5045" fmla="*/ 5834833 w 8503236"/>
                <a:gd name="connsiteY10-5046" fmla="*/ 855594 h 1734757"/>
                <a:gd name="connsiteX11-5047" fmla="*/ 5706468 w 8503236"/>
                <a:gd name="connsiteY11-5048" fmla="*/ 987191 h 1734757"/>
                <a:gd name="connsiteX12-5049" fmla="*/ 5536546 w 8503236"/>
                <a:gd name="connsiteY12-5050" fmla="*/ 1166348 h 1734757"/>
                <a:gd name="connsiteX13-5051" fmla="*/ 5147294 w 8503236"/>
                <a:gd name="connsiteY13-5052" fmla="*/ 1556985 h 1734757"/>
                <a:gd name="connsiteX14-5053" fmla="*/ 4789903 w 8503236"/>
                <a:gd name="connsiteY14-5054" fmla="*/ 1734757 h 1734757"/>
                <a:gd name="connsiteX15-5055" fmla="*/ 4746961 w 8503236"/>
                <a:gd name="connsiteY15-5056" fmla="*/ 1730601 h 1734757"/>
                <a:gd name="connsiteX16-5057" fmla="*/ 4515165 w 8503236"/>
                <a:gd name="connsiteY16-5058" fmla="*/ 1387063 h 1734757"/>
                <a:gd name="connsiteX17-5059" fmla="*/ 4289372 w 8503236"/>
                <a:gd name="connsiteY17-5060" fmla="*/ 977494 h 1734757"/>
                <a:gd name="connsiteX18-5061" fmla="*/ 3421289 w 8503236"/>
                <a:gd name="connsiteY18-5062" fmla="*/ 982574 h 1734757"/>
                <a:gd name="connsiteX19-5063" fmla="*/ 2470556 w 8503236"/>
                <a:gd name="connsiteY19-5064" fmla="*/ 1209752 h 1734757"/>
                <a:gd name="connsiteX20-5065" fmla="*/ 2452219 w 8503236"/>
                <a:gd name="connsiteY20-5066" fmla="*/ 1207524 h 1734757"/>
                <a:gd name="connsiteX21-5067" fmla="*/ 2235960 w 8503236"/>
                <a:gd name="connsiteY21-5068" fmla="*/ 1255622 h 1734757"/>
                <a:gd name="connsiteX22-5069" fmla="*/ 1427065 w 8503236"/>
                <a:gd name="connsiteY22-5070" fmla="*/ 1328755 h 1734757"/>
                <a:gd name="connsiteX23-5071" fmla="*/ 1119407 w 8503236"/>
                <a:gd name="connsiteY23-5072" fmla="*/ 1317325 h 1734757"/>
                <a:gd name="connsiteX24-5073" fmla="*/ 142284 w 8503236"/>
                <a:gd name="connsiteY24-5074" fmla="*/ 971172 h 1734757"/>
                <a:gd name="connsiteX25-5075" fmla="*/ 36016 w 8503236"/>
                <a:gd name="connsiteY25-5076" fmla="*/ 496270 h 1734757"/>
                <a:gd name="connsiteX26-5077" fmla="*/ 200709 w 8503236"/>
                <a:gd name="connsiteY26-5078" fmla="*/ 0 h 1734757"/>
                <a:gd name="connsiteX27-5079" fmla="*/ 274706 w 8503236"/>
                <a:gd name="connsiteY27-5080" fmla="*/ 55572 h 1734757"/>
                <a:gd name="connsiteX28-5081" fmla="*/ 249775 w 8503236"/>
                <a:gd name="connsiteY28-5082" fmla="*/ 930610 h 1734757"/>
                <a:gd name="connsiteX29-5083" fmla="*/ 3526130 w 8503236"/>
                <a:gd name="connsiteY29-5084" fmla="*/ 840111 h 1734757"/>
                <a:gd name="connsiteX30-5085" fmla="*/ 4323079 w 8503236"/>
                <a:gd name="connsiteY30-5086" fmla="*/ 927626 h 1734757"/>
                <a:gd name="connsiteX31-5087" fmla="*/ 4547291 w 8503236"/>
                <a:gd name="connsiteY31-5088" fmla="*/ 1345422 h 1734757"/>
                <a:gd name="connsiteX32-5089" fmla="*/ 4741290 w 8503236"/>
                <a:gd name="connsiteY32-5090" fmla="*/ 1665473 h 1734757"/>
                <a:gd name="connsiteX33-5091" fmla="*/ 5491756 w 8503236"/>
                <a:gd name="connsiteY33-5092" fmla="*/ 1125715 h 1734757"/>
                <a:gd name="connsiteX34-5093" fmla="*/ 5790968 w 8503236"/>
                <a:gd name="connsiteY34-5094" fmla="*/ 814037 h 1734757"/>
                <a:gd name="connsiteX35-5095" fmla="*/ 6723232 w 8503236"/>
                <a:gd name="connsiteY35-5096" fmla="*/ 214691 h 1734757"/>
                <a:gd name="connsiteX0-5097" fmla="*/ 6723232 w 8503236"/>
                <a:gd name="connsiteY0-5098" fmla="*/ 214691 h 1734757"/>
                <a:gd name="connsiteX1-5099" fmla="*/ 6735699 w 8503236"/>
                <a:gd name="connsiteY1-5100" fmla="*/ 214691 h 1734757"/>
                <a:gd name="connsiteX2-5101" fmla="*/ 7171897 w 8503236"/>
                <a:gd name="connsiteY2-5102" fmla="*/ 789985 h 1734757"/>
                <a:gd name="connsiteX3-5103" fmla="*/ 7331351 w 8503236"/>
                <a:gd name="connsiteY3-5104" fmla="*/ 1114171 h 1734757"/>
                <a:gd name="connsiteX4-5105" fmla="*/ 8458598 w 8503236"/>
                <a:gd name="connsiteY4-5106" fmla="*/ 880513 h 1734757"/>
                <a:gd name="connsiteX5-5107" fmla="*/ 8503236 w 8503236"/>
                <a:gd name="connsiteY5-5108" fmla="*/ 929103 h 1734757"/>
                <a:gd name="connsiteX6-5109" fmla="*/ 7321193 w 8503236"/>
                <a:gd name="connsiteY6-5110" fmla="*/ 1173736 h 1734757"/>
                <a:gd name="connsiteX7-5111" fmla="*/ 7132801 w 8503236"/>
                <a:gd name="connsiteY7-5112" fmla="*/ 814498 h 1734757"/>
                <a:gd name="connsiteX8-5113" fmla="*/ 6734776 w 8503236"/>
                <a:gd name="connsiteY8-5114" fmla="*/ 275180 h 1734757"/>
                <a:gd name="connsiteX9-5115" fmla="*/ 6723694 w 8503236"/>
                <a:gd name="connsiteY9-5116" fmla="*/ 275180 h 1734757"/>
                <a:gd name="connsiteX10-5117" fmla="*/ 5834833 w 8503236"/>
                <a:gd name="connsiteY10-5118" fmla="*/ 855594 h 1734757"/>
                <a:gd name="connsiteX11-5119" fmla="*/ 5706468 w 8503236"/>
                <a:gd name="connsiteY11-5120" fmla="*/ 987191 h 1734757"/>
                <a:gd name="connsiteX12-5121" fmla="*/ 5536546 w 8503236"/>
                <a:gd name="connsiteY12-5122" fmla="*/ 1166348 h 1734757"/>
                <a:gd name="connsiteX13-5123" fmla="*/ 5147294 w 8503236"/>
                <a:gd name="connsiteY13-5124" fmla="*/ 1556985 h 1734757"/>
                <a:gd name="connsiteX14-5125" fmla="*/ 4789903 w 8503236"/>
                <a:gd name="connsiteY14-5126" fmla="*/ 1734757 h 1734757"/>
                <a:gd name="connsiteX15-5127" fmla="*/ 4746961 w 8503236"/>
                <a:gd name="connsiteY15-5128" fmla="*/ 1730601 h 1734757"/>
                <a:gd name="connsiteX16-5129" fmla="*/ 4515165 w 8503236"/>
                <a:gd name="connsiteY16-5130" fmla="*/ 1387063 h 1734757"/>
                <a:gd name="connsiteX17-5131" fmla="*/ 4289372 w 8503236"/>
                <a:gd name="connsiteY17-5132" fmla="*/ 977494 h 1734757"/>
                <a:gd name="connsiteX18-5133" fmla="*/ 3421289 w 8503236"/>
                <a:gd name="connsiteY18-5134" fmla="*/ 982574 h 1734757"/>
                <a:gd name="connsiteX19-5135" fmla="*/ 2470556 w 8503236"/>
                <a:gd name="connsiteY19-5136" fmla="*/ 1209752 h 1734757"/>
                <a:gd name="connsiteX20-5137" fmla="*/ 2452219 w 8503236"/>
                <a:gd name="connsiteY20-5138" fmla="*/ 1207524 h 1734757"/>
                <a:gd name="connsiteX21-5139" fmla="*/ 2235960 w 8503236"/>
                <a:gd name="connsiteY21-5140" fmla="*/ 1255622 h 1734757"/>
                <a:gd name="connsiteX22-5141" fmla="*/ 1427065 w 8503236"/>
                <a:gd name="connsiteY22-5142" fmla="*/ 1328755 h 1734757"/>
                <a:gd name="connsiteX23-5143" fmla="*/ 1119407 w 8503236"/>
                <a:gd name="connsiteY23-5144" fmla="*/ 1317325 h 1734757"/>
                <a:gd name="connsiteX24-5145" fmla="*/ 142284 w 8503236"/>
                <a:gd name="connsiteY24-5146" fmla="*/ 971172 h 1734757"/>
                <a:gd name="connsiteX25-5147" fmla="*/ 36016 w 8503236"/>
                <a:gd name="connsiteY25-5148" fmla="*/ 496270 h 1734757"/>
                <a:gd name="connsiteX26-5149" fmla="*/ 200709 w 8503236"/>
                <a:gd name="connsiteY26-5150" fmla="*/ 0 h 1734757"/>
                <a:gd name="connsiteX27-5151" fmla="*/ 274706 w 8503236"/>
                <a:gd name="connsiteY27-5152" fmla="*/ 55572 h 1734757"/>
                <a:gd name="connsiteX28-5153" fmla="*/ 249775 w 8503236"/>
                <a:gd name="connsiteY28-5154" fmla="*/ 930610 h 1734757"/>
                <a:gd name="connsiteX29-5155" fmla="*/ 3526130 w 8503236"/>
                <a:gd name="connsiteY29-5156" fmla="*/ 840111 h 1734757"/>
                <a:gd name="connsiteX30-5157" fmla="*/ 4323079 w 8503236"/>
                <a:gd name="connsiteY30-5158" fmla="*/ 927626 h 1734757"/>
                <a:gd name="connsiteX31-5159" fmla="*/ 4547291 w 8503236"/>
                <a:gd name="connsiteY31-5160" fmla="*/ 1345422 h 1734757"/>
                <a:gd name="connsiteX32-5161" fmla="*/ 4741290 w 8503236"/>
                <a:gd name="connsiteY32-5162" fmla="*/ 1665473 h 1734757"/>
                <a:gd name="connsiteX33-5163" fmla="*/ 5491756 w 8503236"/>
                <a:gd name="connsiteY33-5164" fmla="*/ 1125715 h 1734757"/>
                <a:gd name="connsiteX34-5165" fmla="*/ 5790968 w 8503236"/>
                <a:gd name="connsiteY34-5166" fmla="*/ 814037 h 1734757"/>
                <a:gd name="connsiteX35-5167" fmla="*/ 6723232 w 8503236"/>
                <a:gd name="connsiteY35-5168" fmla="*/ 214691 h 1734757"/>
                <a:gd name="connsiteX0-5169" fmla="*/ 6723232 w 8503236"/>
                <a:gd name="connsiteY0-5170" fmla="*/ 214691 h 1734757"/>
                <a:gd name="connsiteX1-5171" fmla="*/ 6735699 w 8503236"/>
                <a:gd name="connsiteY1-5172" fmla="*/ 214691 h 1734757"/>
                <a:gd name="connsiteX2-5173" fmla="*/ 7171897 w 8503236"/>
                <a:gd name="connsiteY2-5174" fmla="*/ 789985 h 1734757"/>
                <a:gd name="connsiteX3-5175" fmla="*/ 7331351 w 8503236"/>
                <a:gd name="connsiteY3-5176" fmla="*/ 1114171 h 1734757"/>
                <a:gd name="connsiteX4-5177" fmla="*/ 8458598 w 8503236"/>
                <a:gd name="connsiteY4-5178" fmla="*/ 880513 h 1734757"/>
                <a:gd name="connsiteX5-5179" fmla="*/ 8503236 w 8503236"/>
                <a:gd name="connsiteY5-5180" fmla="*/ 929103 h 1734757"/>
                <a:gd name="connsiteX6-5181" fmla="*/ 7321193 w 8503236"/>
                <a:gd name="connsiteY6-5182" fmla="*/ 1173736 h 1734757"/>
                <a:gd name="connsiteX7-5183" fmla="*/ 7132801 w 8503236"/>
                <a:gd name="connsiteY7-5184" fmla="*/ 814498 h 1734757"/>
                <a:gd name="connsiteX8-5185" fmla="*/ 6734776 w 8503236"/>
                <a:gd name="connsiteY8-5186" fmla="*/ 275180 h 1734757"/>
                <a:gd name="connsiteX9-5187" fmla="*/ 6723694 w 8503236"/>
                <a:gd name="connsiteY9-5188" fmla="*/ 275180 h 1734757"/>
                <a:gd name="connsiteX10-5189" fmla="*/ 5834833 w 8503236"/>
                <a:gd name="connsiteY10-5190" fmla="*/ 855594 h 1734757"/>
                <a:gd name="connsiteX11-5191" fmla="*/ 5706468 w 8503236"/>
                <a:gd name="connsiteY11-5192" fmla="*/ 987191 h 1734757"/>
                <a:gd name="connsiteX12-5193" fmla="*/ 5536546 w 8503236"/>
                <a:gd name="connsiteY12-5194" fmla="*/ 1166348 h 1734757"/>
                <a:gd name="connsiteX13-5195" fmla="*/ 5147294 w 8503236"/>
                <a:gd name="connsiteY13-5196" fmla="*/ 1556985 h 1734757"/>
                <a:gd name="connsiteX14-5197" fmla="*/ 4789903 w 8503236"/>
                <a:gd name="connsiteY14-5198" fmla="*/ 1734757 h 1734757"/>
                <a:gd name="connsiteX15-5199" fmla="*/ 4746961 w 8503236"/>
                <a:gd name="connsiteY15-5200" fmla="*/ 1730601 h 1734757"/>
                <a:gd name="connsiteX16-5201" fmla="*/ 4515165 w 8503236"/>
                <a:gd name="connsiteY16-5202" fmla="*/ 1387063 h 1734757"/>
                <a:gd name="connsiteX17-5203" fmla="*/ 4289372 w 8503236"/>
                <a:gd name="connsiteY17-5204" fmla="*/ 977494 h 1734757"/>
                <a:gd name="connsiteX18-5205" fmla="*/ 3421289 w 8503236"/>
                <a:gd name="connsiteY18-5206" fmla="*/ 982574 h 1734757"/>
                <a:gd name="connsiteX19-5207" fmla="*/ 2470556 w 8503236"/>
                <a:gd name="connsiteY19-5208" fmla="*/ 1209752 h 1734757"/>
                <a:gd name="connsiteX20-5209" fmla="*/ 2452219 w 8503236"/>
                <a:gd name="connsiteY20-5210" fmla="*/ 1207524 h 1734757"/>
                <a:gd name="connsiteX21-5211" fmla="*/ 2235960 w 8503236"/>
                <a:gd name="connsiteY21-5212" fmla="*/ 1255622 h 1734757"/>
                <a:gd name="connsiteX22-5213" fmla="*/ 1427065 w 8503236"/>
                <a:gd name="connsiteY22-5214" fmla="*/ 1328755 h 1734757"/>
                <a:gd name="connsiteX23-5215" fmla="*/ 1119407 w 8503236"/>
                <a:gd name="connsiteY23-5216" fmla="*/ 1317325 h 1734757"/>
                <a:gd name="connsiteX24-5217" fmla="*/ 142284 w 8503236"/>
                <a:gd name="connsiteY24-5218" fmla="*/ 971172 h 1734757"/>
                <a:gd name="connsiteX25-5219" fmla="*/ 36016 w 8503236"/>
                <a:gd name="connsiteY25-5220" fmla="*/ 496270 h 1734757"/>
                <a:gd name="connsiteX26-5221" fmla="*/ 200709 w 8503236"/>
                <a:gd name="connsiteY26-5222" fmla="*/ 0 h 1734757"/>
                <a:gd name="connsiteX27-5223" fmla="*/ 274706 w 8503236"/>
                <a:gd name="connsiteY27-5224" fmla="*/ 55572 h 1734757"/>
                <a:gd name="connsiteX28-5225" fmla="*/ 249775 w 8503236"/>
                <a:gd name="connsiteY28-5226" fmla="*/ 930610 h 1734757"/>
                <a:gd name="connsiteX29-5227" fmla="*/ 3526130 w 8503236"/>
                <a:gd name="connsiteY29-5228" fmla="*/ 840111 h 1734757"/>
                <a:gd name="connsiteX30-5229" fmla="*/ 4297319 w 8503236"/>
                <a:gd name="connsiteY30-5230" fmla="*/ 872053 h 1734757"/>
                <a:gd name="connsiteX31-5231" fmla="*/ 4547291 w 8503236"/>
                <a:gd name="connsiteY31-5232" fmla="*/ 1345422 h 1734757"/>
                <a:gd name="connsiteX32-5233" fmla="*/ 4741290 w 8503236"/>
                <a:gd name="connsiteY32-5234" fmla="*/ 1665473 h 1734757"/>
                <a:gd name="connsiteX33-5235" fmla="*/ 5491756 w 8503236"/>
                <a:gd name="connsiteY33-5236" fmla="*/ 1125715 h 1734757"/>
                <a:gd name="connsiteX34-5237" fmla="*/ 5790968 w 8503236"/>
                <a:gd name="connsiteY34-5238" fmla="*/ 814037 h 1734757"/>
                <a:gd name="connsiteX35-5239" fmla="*/ 6723232 w 8503236"/>
                <a:gd name="connsiteY35-5240" fmla="*/ 214691 h 1734757"/>
                <a:gd name="connsiteX0-5241" fmla="*/ 6723232 w 8503236"/>
                <a:gd name="connsiteY0-5242" fmla="*/ 214691 h 1734757"/>
                <a:gd name="connsiteX1-5243" fmla="*/ 6735699 w 8503236"/>
                <a:gd name="connsiteY1-5244" fmla="*/ 214691 h 1734757"/>
                <a:gd name="connsiteX2-5245" fmla="*/ 7171897 w 8503236"/>
                <a:gd name="connsiteY2-5246" fmla="*/ 789985 h 1734757"/>
                <a:gd name="connsiteX3-5247" fmla="*/ 7331351 w 8503236"/>
                <a:gd name="connsiteY3-5248" fmla="*/ 1114171 h 1734757"/>
                <a:gd name="connsiteX4-5249" fmla="*/ 8458598 w 8503236"/>
                <a:gd name="connsiteY4-5250" fmla="*/ 880513 h 1734757"/>
                <a:gd name="connsiteX5-5251" fmla="*/ 8503236 w 8503236"/>
                <a:gd name="connsiteY5-5252" fmla="*/ 929103 h 1734757"/>
                <a:gd name="connsiteX6-5253" fmla="*/ 7321193 w 8503236"/>
                <a:gd name="connsiteY6-5254" fmla="*/ 1173736 h 1734757"/>
                <a:gd name="connsiteX7-5255" fmla="*/ 7132801 w 8503236"/>
                <a:gd name="connsiteY7-5256" fmla="*/ 814498 h 1734757"/>
                <a:gd name="connsiteX8-5257" fmla="*/ 6734776 w 8503236"/>
                <a:gd name="connsiteY8-5258" fmla="*/ 275180 h 1734757"/>
                <a:gd name="connsiteX9-5259" fmla="*/ 6723694 w 8503236"/>
                <a:gd name="connsiteY9-5260" fmla="*/ 275180 h 1734757"/>
                <a:gd name="connsiteX10-5261" fmla="*/ 5834833 w 8503236"/>
                <a:gd name="connsiteY10-5262" fmla="*/ 855594 h 1734757"/>
                <a:gd name="connsiteX11-5263" fmla="*/ 5706468 w 8503236"/>
                <a:gd name="connsiteY11-5264" fmla="*/ 987191 h 1734757"/>
                <a:gd name="connsiteX12-5265" fmla="*/ 5536546 w 8503236"/>
                <a:gd name="connsiteY12-5266" fmla="*/ 1166348 h 1734757"/>
                <a:gd name="connsiteX13-5267" fmla="*/ 5147294 w 8503236"/>
                <a:gd name="connsiteY13-5268" fmla="*/ 1556985 h 1734757"/>
                <a:gd name="connsiteX14-5269" fmla="*/ 4789903 w 8503236"/>
                <a:gd name="connsiteY14-5270" fmla="*/ 1734757 h 1734757"/>
                <a:gd name="connsiteX15-5271" fmla="*/ 4746961 w 8503236"/>
                <a:gd name="connsiteY15-5272" fmla="*/ 1730601 h 1734757"/>
                <a:gd name="connsiteX16-5273" fmla="*/ 4515165 w 8503236"/>
                <a:gd name="connsiteY16-5274" fmla="*/ 1387063 h 1734757"/>
                <a:gd name="connsiteX17-5275" fmla="*/ 4289372 w 8503236"/>
                <a:gd name="connsiteY17-5276" fmla="*/ 977494 h 1734757"/>
                <a:gd name="connsiteX18-5277" fmla="*/ 3421289 w 8503236"/>
                <a:gd name="connsiteY18-5278" fmla="*/ 982574 h 1734757"/>
                <a:gd name="connsiteX19-5279" fmla="*/ 2470556 w 8503236"/>
                <a:gd name="connsiteY19-5280" fmla="*/ 1209752 h 1734757"/>
                <a:gd name="connsiteX20-5281" fmla="*/ 2452219 w 8503236"/>
                <a:gd name="connsiteY20-5282" fmla="*/ 1207524 h 1734757"/>
                <a:gd name="connsiteX21-5283" fmla="*/ 2235960 w 8503236"/>
                <a:gd name="connsiteY21-5284" fmla="*/ 1255622 h 1734757"/>
                <a:gd name="connsiteX22-5285" fmla="*/ 1427065 w 8503236"/>
                <a:gd name="connsiteY22-5286" fmla="*/ 1328755 h 1734757"/>
                <a:gd name="connsiteX23-5287" fmla="*/ 1119407 w 8503236"/>
                <a:gd name="connsiteY23-5288" fmla="*/ 1317325 h 1734757"/>
                <a:gd name="connsiteX24-5289" fmla="*/ 142284 w 8503236"/>
                <a:gd name="connsiteY24-5290" fmla="*/ 971172 h 1734757"/>
                <a:gd name="connsiteX25-5291" fmla="*/ 36016 w 8503236"/>
                <a:gd name="connsiteY25-5292" fmla="*/ 496270 h 1734757"/>
                <a:gd name="connsiteX26-5293" fmla="*/ 200709 w 8503236"/>
                <a:gd name="connsiteY26-5294" fmla="*/ 0 h 1734757"/>
                <a:gd name="connsiteX27-5295" fmla="*/ 274706 w 8503236"/>
                <a:gd name="connsiteY27-5296" fmla="*/ 55572 h 1734757"/>
                <a:gd name="connsiteX28-5297" fmla="*/ 249775 w 8503236"/>
                <a:gd name="connsiteY28-5298" fmla="*/ 930610 h 1734757"/>
                <a:gd name="connsiteX29-5299" fmla="*/ 3526130 w 8503236"/>
                <a:gd name="connsiteY29-5300" fmla="*/ 840111 h 1734757"/>
                <a:gd name="connsiteX30-5301" fmla="*/ 4297319 w 8503236"/>
                <a:gd name="connsiteY30-5302" fmla="*/ 872053 h 1734757"/>
                <a:gd name="connsiteX31-5303" fmla="*/ 4560172 w 8503236"/>
                <a:gd name="connsiteY31-5304" fmla="*/ 1275955 h 1734757"/>
                <a:gd name="connsiteX32-5305" fmla="*/ 4741290 w 8503236"/>
                <a:gd name="connsiteY32-5306" fmla="*/ 1665473 h 1734757"/>
                <a:gd name="connsiteX33-5307" fmla="*/ 5491756 w 8503236"/>
                <a:gd name="connsiteY33-5308" fmla="*/ 1125715 h 1734757"/>
                <a:gd name="connsiteX34-5309" fmla="*/ 5790968 w 8503236"/>
                <a:gd name="connsiteY34-5310" fmla="*/ 814037 h 1734757"/>
                <a:gd name="connsiteX35-5311" fmla="*/ 6723232 w 8503236"/>
                <a:gd name="connsiteY35-5312" fmla="*/ 214691 h 1734757"/>
                <a:gd name="connsiteX0-5313" fmla="*/ 6723232 w 8503236"/>
                <a:gd name="connsiteY0-5314" fmla="*/ 214691 h 1734757"/>
                <a:gd name="connsiteX1-5315" fmla="*/ 6735699 w 8503236"/>
                <a:gd name="connsiteY1-5316" fmla="*/ 214691 h 1734757"/>
                <a:gd name="connsiteX2-5317" fmla="*/ 7171897 w 8503236"/>
                <a:gd name="connsiteY2-5318" fmla="*/ 789985 h 1734757"/>
                <a:gd name="connsiteX3-5319" fmla="*/ 7331351 w 8503236"/>
                <a:gd name="connsiteY3-5320" fmla="*/ 1114171 h 1734757"/>
                <a:gd name="connsiteX4-5321" fmla="*/ 8458598 w 8503236"/>
                <a:gd name="connsiteY4-5322" fmla="*/ 880513 h 1734757"/>
                <a:gd name="connsiteX5-5323" fmla="*/ 8503236 w 8503236"/>
                <a:gd name="connsiteY5-5324" fmla="*/ 929103 h 1734757"/>
                <a:gd name="connsiteX6-5325" fmla="*/ 7321193 w 8503236"/>
                <a:gd name="connsiteY6-5326" fmla="*/ 1173736 h 1734757"/>
                <a:gd name="connsiteX7-5327" fmla="*/ 7132801 w 8503236"/>
                <a:gd name="connsiteY7-5328" fmla="*/ 814498 h 1734757"/>
                <a:gd name="connsiteX8-5329" fmla="*/ 6734776 w 8503236"/>
                <a:gd name="connsiteY8-5330" fmla="*/ 275180 h 1734757"/>
                <a:gd name="connsiteX9-5331" fmla="*/ 6723694 w 8503236"/>
                <a:gd name="connsiteY9-5332" fmla="*/ 275180 h 1734757"/>
                <a:gd name="connsiteX10-5333" fmla="*/ 5834833 w 8503236"/>
                <a:gd name="connsiteY10-5334" fmla="*/ 855594 h 1734757"/>
                <a:gd name="connsiteX11-5335" fmla="*/ 5706468 w 8503236"/>
                <a:gd name="connsiteY11-5336" fmla="*/ 987191 h 1734757"/>
                <a:gd name="connsiteX12-5337" fmla="*/ 5536546 w 8503236"/>
                <a:gd name="connsiteY12-5338" fmla="*/ 1166348 h 1734757"/>
                <a:gd name="connsiteX13-5339" fmla="*/ 5147294 w 8503236"/>
                <a:gd name="connsiteY13-5340" fmla="*/ 1556985 h 1734757"/>
                <a:gd name="connsiteX14-5341" fmla="*/ 4789903 w 8503236"/>
                <a:gd name="connsiteY14-5342" fmla="*/ 1734757 h 1734757"/>
                <a:gd name="connsiteX15-5343" fmla="*/ 4746961 w 8503236"/>
                <a:gd name="connsiteY15-5344" fmla="*/ 1730601 h 1734757"/>
                <a:gd name="connsiteX16-5345" fmla="*/ 4515165 w 8503236"/>
                <a:gd name="connsiteY16-5346" fmla="*/ 1387063 h 1734757"/>
                <a:gd name="connsiteX17-5347" fmla="*/ 4289372 w 8503236"/>
                <a:gd name="connsiteY17-5348" fmla="*/ 977494 h 1734757"/>
                <a:gd name="connsiteX18-5349" fmla="*/ 3421289 w 8503236"/>
                <a:gd name="connsiteY18-5350" fmla="*/ 982574 h 1734757"/>
                <a:gd name="connsiteX19-5351" fmla="*/ 2470556 w 8503236"/>
                <a:gd name="connsiteY19-5352" fmla="*/ 1209752 h 1734757"/>
                <a:gd name="connsiteX20-5353" fmla="*/ 2452219 w 8503236"/>
                <a:gd name="connsiteY20-5354" fmla="*/ 1207524 h 1734757"/>
                <a:gd name="connsiteX21-5355" fmla="*/ 2235960 w 8503236"/>
                <a:gd name="connsiteY21-5356" fmla="*/ 1255622 h 1734757"/>
                <a:gd name="connsiteX22-5357" fmla="*/ 1427065 w 8503236"/>
                <a:gd name="connsiteY22-5358" fmla="*/ 1328755 h 1734757"/>
                <a:gd name="connsiteX23-5359" fmla="*/ 1119407 w 8503236"/>
                <a:gd name="connsiteY23-5360" fmla="*/ 1317325 h 1734757"/>
                <a:gd name="connsiteX24-5361" fmla="*/ 142284 w 8503236"/>
                <a:gd name="connsiteY24-5362" fmla="*/ 971172 h 1734757"/>
                <a:gd name="connsiteX25-5363" fmla="*/ 36016 w 8503236"/>
                <a:gd name="connsiteY25-5364" fmla="*/ 496270 h 1734757"/>
                <a:gd name="connsiteX26-5365" fmla="*/ 200709 w 8503236"/>
                <a:gd name="connsiteY26-5366" fmla="*/ 0 h 1734757"/>
                <a:gd name="connsiteX27-5367" fmla="*/ 274706 w 8503236"/>
                <a:gd name="connsiteY27-5368" fmla="*/ 55572 h 1734757"/>
                <a:gd name="connsiteX28-5369" fmla="*/ 249775 w 8503236"/>
                <a:gd name="connsiteY28-5370" fmla="*/ 930610 h 1734757"/>
                <a:gd name="connsiteX29-5371" fmla="*/ 3526130 w 8503236"/>
                <a:gd name="connsiteY29-5372" fmla="*/ 840111 h 1734757"/>
                <a:gd name="connsiteX30-5373" fmla="*/ 4297319 w 8503236"/>
                <a:gd name="connsiteY30-5374" fmla="*/ 872053 h 1734757"/>
                <a:gd name="connsiteX31-5375" fmla="*/ 4560172 w 8503236"/>
                <a:gd name="connsiteY31-5376" fmla="*/ 1275955 h 1734757"/>
                <a:gd name="connsiteX32-5377" fmla="*/ 4779931 w 8503236"/>
                <a:gd name="connsiteY32-5378" fmla="*/ 1609900 h 1734757"/>
                <a:gd name="connsiteX33-5379" fmla="*/ 5491756 w 8503236"/>
                <a:gd name="connsiteY33-5380" fmla="*/ 1125715 h 1734757"/>
                <a:gd name="connsiteX34-5381" fmla="*/ 5790968 w 8503236"/>
                <a:gd name="connsiteY34-5382" fmla="*/ 814037 h 1734757"/>
                <a:gd name="connsiteX35-5383" fmla="*/ 6723232 w 8503236"/>
                <a:gd name="connsiteY35-5384" fmla="*/ 214691 h 1734757"/>
                <a:gd name="connsiteX0-5385" fmla="*/ 6723232 w 8503236"/>
                <a:gd name="connsiteY0-5386" fmla="*/ 214691 h 1734757"/>
                <a:gd name="connsiteX1-5387" fmla="*/ 6735699 w 8503236"/>
                <a:gd name="connsiteY1-5388" fmla="*/ 214691 h 1734757"/>
                <a:gd name="connsiteX2-5389" fmla="*/ 7171897 w 8503236"/>
                <a:gd name="connsiteY2-5390" fmla="*/ 789985 h 1734757"/>
                <a:gd name="connsiteX3-5391" fmla="*/ 7331351 w 8503236"/>
                <a:gd name="connsiteY3-5392" fmla="*/ 1114171 h 1734757"/>
                <a:gd name="connsiteX4-5393" fmla="*/ 8458598 w 8503236"/>
                <a:gd name="connsiteY4-5394" fmla="*/ 880513 h 1734757"/>
                <a:gd name="connsiteX5-5395" fmla="*/ 8503236 w 8503236"/>
                <a:gd name="connsiteY5-5396" fmla="*/ 929103 h 1734757"/>
                <a:gd name="connsiteX6-5397" fmla="*/ 7321193 w 8503236"/>
                <a:gd name="connsiteY6-5398" fmla="*/ 1173736 h 1734757"/>
                <a:gd name="connsiteX7-5399" fmla="*/ 7132801 w 8503236"/>
                <a:gd name="connsiteY7-5400" fmla="*/ 814498 h 1734757"/>
                <a:gd name="connsiteX8-5401" fmla="*/ 6734776 w 8503236"/>
                <a:gd name="connsiteY8-5402" fmla="*/ 275180 h 1734757"/>
                <a:gd name="connsiteX9-5403" fmla="*/ 6723694 w 8503236"/>
                <a:gd name="connsiteY9-5404" fmla="*/ 275180 h 1734757"/>
                <a:gd name="connsiteX10-5405" fmla="*/ 5834833 w 8503236"/>
                <a:gd name="connsiteY10-5406" fmla="*/ 855594 h 1734757"/>
                <a:gd name="connsiteX11-5407" fmla="*/ 5706468 w 8503236"/>
                <a:gd name="connsiteY11-5408" fmla="*/ 987191 h 1734757"/>
                <a:gd name="connsiteX12-5409" fmla="*/ 5536546 w 8503236"/>
                <a:gd name="connsiteY12-5410" fmla="*/ 1166348 h 1734757"/>
                <a:gd name="connsiteX13-5411" fmla="*/ 5147294 w 8503236"/>
                <a:gd name="connsiteY13-5412" fmla="*/ 1556985 h 1734757"/>
                <a:gd name="connsiteX14-5413" fmla="*/ 4789903 w 8503236"/>
                <a:gd name="connsiteY14-5414" fmla="*/ 1734757 h 1734757"/>
                <a:gd name="connsiteX15-5415" fmla="*/ 4746961 w 8503236"/>
                <a:gd name="connsiteY15-5416" fmla="*/ 1730601 h 1734757"/>
                <a:gd name="connsiteX16-5417" fmla="*/ 4515165 w 8503236"/>
                <a:gd name="connsiteY16-5418" fmla="*/ 1387063 h 1734757"/>
                <a:gd name="connsiteX17-5419" fmla="*/ 4289372 w 8503236"/>
                <a:gd name="connsiteY17-5420" fmla="*/ 977494 h 1734757"/>
                <a:gd name="connsiteX18-5421" fmla="*/ 3421289 w 8503236"/>
                <a:gd name="connsiteY18-5422" fmla="*/ 982574 h 1734757"/>
                <a:gd name="connsiteX19-5423" fmla="*/ 2470556 w 8503236"/>
                <a:gd name="connsiteY19-5424" fmla="*/ 1209752 h 1734757"/>
                <a:gd name="connsiteX20-5425" fmla="*/ 2452219 w 8503236"/>
                <a:gd name="connsiteY20-5426" fmla="*/ 1207524 h 1734757"/>
                <a:gd name="connsiteX21-5427" fmla="*/ 2235960 w 8503236"/>
                <a:gd name="connsiteY21-5428" fmla="*/ 1255622 h 1734757"/>
                <a:gd name="connsiteX22-5429" fmla="*/ 1427065 w 8503236"/>
                <a:gd name="connsiteY22-5430" fmla="*/ 1328755 h 1734757"/>
                <a:gd name="connsiteX23-5431" fmla="*/ 1119407 w 8503236"/>
                <a:gd name="connsiteY23-5432" fmla="*/ 1317325 h 1734757"/>
                <a:gd name="connsiteX24-5433" fmla="*/ 142284 w 8503236"/>
                <a:gd name="connsiteY24-5434" fmla="*/ 971172 h 1734757"/>
                <a:gd name="connsiteX25-5435" fmla="*/ 36016 w 8503236"/>
                <a:gd name="connsiteY25-5436" fmla="*/ 496270 h 1734757"/>
                <a:gd name="connsiteX26-5437" fmla="*/ 200709 w 8503236"/>
                <a:gd name="connsiteY26-5438" fmla="*/ 0 h 1734757"/>
                <a:gd name="connsiteX27-5439" fmla="*/ 274706 w 8503236"/>
                <a:gd name="connsiteY27-5440" fmla="*/ 55572 h 1734757"/>
                <a:gd name="connsiteX28-5441" fmla="*/ 249775 w 8503236"/>
                <a:gd name="connsiteY28-5442" fmla="*/ 930610 h 1734757"/>
                <a:gd name="connsiteX29-5443" fmla="*/ 3526130 w 8503236"/>
                <a:gd name="connsiteY29-5444" fmla="*/ 840111 h 1734757"/>
                <a:gd name="connsiteX30-5445" fmla="*/ 4297319 w 8503236"/>
                <a:gd name="connsiteY30-5446" fmla="*/ 872053 h 1734757"/>
                <a:gd name="connsiteX31-5447" fmla="*/ 4560172 w 8503236"/>
                <a:gd name="connsiteY31-5448" fmla="*/ 1275955 h 1734757"/>
                <a:gd name="connsiteX32-5449" fmla="*/ 4779931 w 8503236"/>
                <a:gd name="connsiteY32-5450" fmla="*/ 1609900 h 1734757"/>
                <a:gd name="connsiteX33-5451" fmla="*/ 5491756 w 8503236"/>
                <a:gd name="connsiteY33-5452" fmla="*/ 1125715 h 1734757"/>
                <a:gd name="connsiteX34-5453" fmla="*/ 5790968 w 8503236"/>
                <a:gd name="connsiteY34-5454" fmla="*/ 814037 h 1734757"/>
                <a:gd name="connsiteX35-5455" fmla="*/ 6723232 w 8503236"/>
                <a:gd name="connsiteY35-5456" fmla="*/ 214691 h 1734757"/>
                <a:gd name="connsiteX0-5457" fmla="*/ 6723232 w 8503236"/>
                <a:gd name="connsiteY0-5458" fmla="*/ 214691 h 1734757"/>
                <a:gd name="connsiteX1-5459" fmla="*/ 6735699 w 8503236"/>
                <a:gd name="connsiteY1-5460" fmla="*/ 214691 h 1734757"/>
                <a:gd name="connsiteX2-5461" fmla="*/ 7171897 w 8503236"/>
                <a:gd name="connsiteY2-5462" fmla="*/ 789985 h 1734757"/>
                <a:gd name="connsiteX3-5463" fmla="*/ 7331351 w 8503236"/>
                <a:gd name="connsiteY3-5464" fmla="*/ 1114171 h 1734757"/>
                <a:gd name="connsiteX4-5465" fmla="*/ 8458598 w 8503236"/>
                <a:gd name="connsiteY4-5466" fmla="*/ 880513 h 1734757"/>
                <a:gd name="connsiteX5-5467" fmla="*/ 8503236 w 8503236"/>
                <a:gd name="connsiteY5-5468" fmla="*/ 929103 h 1734757"/>
                <a:gd name="connsiteX6-5469" fmla="*/ 7321193 w 8503236"/>
                <a:gd name="connsiteY6-5470" fmla="*/ 1173736 h 1734757"/>
                <a:gd name="connsiteX7-5471" fmla="*/ 7132801 w 8503236"/>
                <a:gd name="connsiteY7-5472" fmla="*/ 814498 h 1734757"/>
                <a:gd name="connsiteX8-5473" fmla="*/ 6734776 w 8503236"/>
                <a:gd name="connsiteY8-5474" fmla="*/ 275180 h 1734757"/>
                <a:gd name="connsiteX9-5475" fmla="*/ 6723694 w 8503236"/>
                <a:gd name="connsiteY9-5476" fmla="*/ 275180 h 1734757"/>
                <a:gd name="connsiteX10-5477" fmla="*/ 5834833 w 8503236"/>
                <a:gd name="connsiteY10-5478" fmla="*/ 855594 h 1734757"/>
                <a:gd name="connsiteX11-5479" fmla="*/ 5706468 w 8503236"/>
                <a:gd name="connsiteY11-5480" fmla="*/ 987191 h 1734757"/>
                <a:gd name="connsiteX12-5481" fmla="*/ 5536546 w 8503236"/>
                <a:gd name="connsiteY12-5482" fmla="*/ 1166348 h 1734757"/>
                <a:gd name="connsiteX13-5483" fmla="*/ 5147294 w 8503236"/>
                <a:gd name="connsiteY13-5484" fmla="*/ 1556985 h 1734757"/>
                <a:gd name="connsiteX14-5485" fmla="*/ 4789903 w 8503236"/>
                <a:gd name="connsiteY14-5486" fmla="*/ 1734757 h 1734757"/>
                <a:gd name="connsiteX15-5487" fmla="*/ 4746961 w 8503236"/>
                <a:gd name="connsiteY15-5488" fmla="*/ 1730601 h 1734757"/>
                <a:gd name="connsiteX16-5489" fmla="*/ 4515165 w 8503236"/>
                <a:gd name="connsiteY16-5490" fmla="*/ 1387063 h 1734757"/>
                <a:gd name="connsiteX17-5491" fmla="*/ 4289372 w 8503236"/>
                <a:gd name="connsiteY17-5492" fmla="*/ 977494 h 1734757"/>
                <a:gd name="connsiteX18-5493" fmla="*/ 3421289 w 8503236"/>
                <a:gd name="connsiteY18-5494" fmla="*/ 982574 h 1734757"/>
                <a:gd name="connsiteX19-5495" fmla="*/ 2470556 w 8503236"/>
                <a:gd name="connsiteY19-5496" fmla="*/ 1209752 h 1734757"/>
                <a:gd name="connsiteX20-5497" fmla="*/ 2452219 w 8503236"/>
                <a:gd name="connsiteY20-5498" fmla="*/ 1207524 h 1734757"/>
                <a:gd name="connsiteX21-5499" fmla="*/ 2235960 w 8503236"/>
                <a:gd name="connsiteY21-5500" fmla="*/ 1255622 h 1734757"/>
                <a:gd name="connsiteX22-5501" fmla="*/ 1427065 w 8503236"/>
                <a:gd name="connsiteY22-5502" fmla="*/ 1328755 h 1734757"/>
                <a:gd name="connsiteX23-5503" fmla="*/ 1119407 w 8503236"/>
                <a:gd name="connsiteY23-5504" fmla="*/ 1317325 h 1734757"/>
                <a:gd name="connsiteX24-5505" fmla="*/ 142284 w 8503236"/>
                <a:gd name="connsiteY24-5506" fmla="*/ 971172 h 1734757"/>
                <a:gd name="connsiteX25-5507" fmla="*/ 36016 w 8503236"/>
                <a:gd name="connsiteY25-5508" fmla="*/ 496270 h 1734757"/>
                <a:gd name="connsiteX26-5509" fmla="*/ 200709 w 8503236"/>
                <a:gd name="connsiteY26-5510" fmla="*/ 0 h 1734757"/>
                <a:gd name="connsiteX27-5511" fmla="*/ 274706 w 8503236"/>
                <a:gd name="connsiteY27-5512" fmla="*/ 55572 h 1734757"/>
                <a:gd name="connsiteX28-5513" fmla="*/ 249775 w 8503236"/>
                <a:gd name="connsiteY28-5514" fmla="*/ 930610 h 1734757"/>
                <a:gd name="connsiteX29-5515" fmla="*/ 3526130 w 8503236"/>
                <a:gd name="connsiteY29-5516" fmla="*/ 840111 h 1734757"/>
                <a:gd name="connsiteX30-5517" fmla="*/ 4297319 w 8503236"/>
                <a:gd name="connsiteY30-5518" fmla="*/ 872053 h 1734757"/>
                <a:gd name="connsiteX31-5519" fmla="*/ 4560172 w 8503236"/>
                <a:gd name="connsiteY31-5520" fmla="*/ 1275955 h 1734757"/>
                <a:gd name="connsiteX32-5521" fmla="*/ 4779931 w 8503236"/>
                <a:gd name="connsiteY32-5522" fmla="*/ 1609900 h 1734757"/>
                <a:gd name="connsiteX33-5523" fmla="*/ 5491756 w 8503236"/>
                <a:gd name="connsiteY33-5524" fmla="*/ 1070143 h 1734757"/>
                <a:gd name="connsiteX34-5525" fmla="*/ 5790968 w 8503236"/>
                <a:gd name="connsiteY34-5526" fmla="*/ 814037 h 1734757"/>
                <a:gd name="connsiteX35-5527" fmla="*/ 6723232 w 8503236"/>
                <a:gd name="connsiteY35-5528" fmla="*/ 214691 h 1734757"/>
                <a:gd name="connsiteX0-5529" fmla="*/ 6723232 w 8503236"/>
                <a:gd name="connsiteY0-5530" fmla="*/ 214691 h 1734757"/>
                <a:gd name="connsiteX1-5531" fmla="*/ 6735699 w 8503236"/>
                <a:gd name="connsiteY1-5532" fmla="*/ 214691 h 1734757"/>
                <a:gd name="connsiteX2-5533" fmla="*/ 7171897 w 8503236"/>
                <a:gd name="connsiteY2-5534" fmla="*/ 789985 h 1734757"/>
                <a:gd name="connsiteX3-5535" fmla="*/ 7331351 w 8503236"/>
                <a:gd name="connsiteY3-5536" fmla="*/ 1114171 h 1734757"/>
                <a:gd name="connsiteX4-5537" fmla="*/ 8458598 w 8503236"/>
                <a:gd name="connsiteY4-5538" fmla="*/ 880513 h 1734757"/>
                <a:gd name="connsiteX5-5539" fmla="*/ 8503236 w 8503236"/>
                <a:gd name="connsiteY5-5540" fmla="*/ 929103 h 1734757"/>
                <a:gd name="connsiteX6-5541" fmla="*/ 7321193 w 8503236"/>
                <a:gd name="connsiteY6-5542" fmla="*/ 1173736 h 1734757"/>
                <a:gd name="connsiteX7-5543" fmla="*/ 7132801 w 8503236"/>
                <a:gd name="connsiteY7-5544" fmla="*/ 814498 h 1734757"/>
                <a:gd name="connsiteX8-5545" fmla="*/ 6734776 w 8503236"/>
                <a:gd name="connsiteY8-5546" fmla="*/ 275180 h 1734757"/>
                <a:gd name="connsiteX9-5547" fmla="*/ 6723694 w 8503236"/>
                <a:gd name="connsiteY9-5548" fmla="*/ 275180 h 1734757"/>
                <a:gd name="connsiteX10-5549" fmla="*/ 5834833 w 8503236"/>
                <a:gd name="connsiteY10-5550" fmla="*/ 855594 h 1734757"/>
                <a:gd name="connsiteX11-5551" fmla="*/ 5706468 w 8503236"/>
                <a:gd name="connsiteY11-5552" fmla="*/ 987191 h 1734757"/>
                <a:gd name="connsiteX12-5553" fmla="*/ 5536546 w 8503236"/>
                <a:gd name="connsiteY12-5554" fmla="*/ 1166348 h 1734757"/>
                <a:gd name="connsiteX13-5555" fmla="*/ 5147294 w 8503236"/>
                <a:gd name="connsiteY13-5556" fmla="*/ 1556985 h 1734757"/>
                <a:gd name="connsiteX14-5557" fmla="*/ 4789903 w 8503236"/>
                <a:gd name="connsiteY14-5558" fmla="*/ 1734757 h 1734757"/>
                <a:gd name="connsiteX15-5559" fmla="*/ 4746961 w 8503236"/>
                <a:gd name="connsiteY15-5560" fmla="*/ 1730601 h 1734757"/>
                <a:gd name="connsiteX16-5561" fmla="*/ 4515165 w 8503236"/>
                <a:gd name="connsiteY16-5562" fmla="*/ 1387063 h 1734757"/>
                <a:gd name="connsiteX17-5563" fmla="*/ 4289372 w 8503236"/>
                <a:gd name="connsiteY17-5564" fmla="*/ 977494 h 1734757"/>
                <a:gd name="connsiteX18-5565" fmla="*/ 3421289 w 8503236"/>
                <a:gd name="connsiteY18-5566" fmla="*/ 982574 h 1734757"/>
                <a:gd name="connsiteX19-5567" fmla="*/ 2470556 w 8503236"/>
                <a:gd name="connsiteY19-5568" fmla="*/ 1209752 h 1734757"/>
                <a:gd name="connsiteX20-5569" fmla="*/ 2452219 w 8503236"/>
                <a:gd name="connsiteY20-5570" fmla="*/ 1207524 h 1734757"/>
                <a:gd name="connsiteX21-5571" fmla="*/ 2235960 w 8503236"/>
                <a:gd name="connsiteY21-5572" fmla="*/ 1255622 h 1734757"/>
                <a:gd name="connsiteX22-5573" fmla="*/ 1427065 w 8503236"/>
                <a:gd name="connsiteY22-5574" fmla="*/ 1328755 h 1734757"/>
                <a:gd name="connsiteX23-5575" fmla="*/ 1119407 w 8503236"/>
                <a:gd name="connsiteY23-5576" fmla="*/ 1317325 h 1734757"/>
                <a:gd name="connsiteX24-5577" fmla="*/ 142284 w 8503236"/>
                <a:gd name="connsiteY24-5578" fmla="*/ 971172 h 1734757"/>
                <a:gd name="connsiteX25-5579" fmla="*/ 36016 w 8503236"/>
                <a:gd name="connsiteY25-5580" fmla="*/ 496270 h 1734757"/>
                <a:gd name="connsiteX26-5581" fmla="*/ 200709 w 8503236"/>
                <a:gd name="connsiteY26-5582" fmla="*/ 0 h 1734757"/>
                <a:gd name="connsiteX27-5583" fmla="*/ 274706 w 8503236"/>
                <a:gd name="connsiteY27-5584" fmla="*/ 55572 h 1734757"/>
                <a:gd name="connsiteX28-5585" fmla="*/ 249775 w 8503236"/>
                <a:gd name="connsiteY28-5586" fmla="*/ 930610 h 1734757"/>
                <a:gd name="connsiteX29-5587" fmla="*/ 3526130 w 8503236"/>
                <a:gd name="connsiteY29-5588" fmla="*/ 840111 h 1734757"/>
                <a:gd name="connsiteX30-5589" fmla="*/ 4297319 w 8503236"/>
                <a:gd name="connsiteY30-5590" fmla="*/ 872053 h 1734757"/>
                <a:gd name="connsiteX31-5591" fmla="*/ 4560172 w 8503236"/>
                <a:gd name="connsiteY31-5592" fmla="*/ 1275955 h 1734757"/>
                <a:gd name="connsiteX32-5593" fmla="*/ 4779931 w 8503236"/>
                <a:gd name="connsiteY32-5594" fmla="*/ 1609900 h 1734757"/>
                <a:gd name="connsiteX33-5595" fmla="*/ 5491756 w 8503236"/>
                <a:gd name="connsiteY33-5596" fmla="*/ 1070143 h 1734757"/>
                <a:gd name="connsiteX34-5597" fmla="*/ 5829609 w 8503236"/>
                <a:gd name="connsiteY34-5598" fmla="*/ 744571 h 1734757"/>
                <a:gd name="connsiteX35-5599" fmla="*/ 6723232 w 8503236"/>
                <a:gd name="connsiteY35-5600" fmla="*/ 214691 h 1734757"/>
                <a:gd name="connsiteX0-5601" fmla="*/ 6723232 w 8503236"/>
                <a:gd name="connsiteY0-5602" fmla="*/ 214691 h 1734757"/>
                <a:gd name="connsiteX1-5603" fmla="*/ 6735699 w 8503236"/>
                <a:gd name="connsiteY1-5604" fmla="*/ 214691 h 1734757"/>
                <a:gd name="connsiteX2-5605" fmla="*/ 7171897 w 8503236"/>
                <a:gd name="connsiteY2-5606" fmla="*/ 789985 h 1734757"/>
                <a:gd name="connsiteX3-5607" fmla="*/ 7331351 w 8503236"/>
                <a:gd name="connsiteY3-5608" fmla="*/ 1114171 h 1734757"/>
                <a:gd name="connsiteX4-5609" fmla="*/ 8458598 w 8503236"/>
                <a:gd name="connsiteY4-5610" fmla="*/ 880513 h 1734757"/>
                <a:gd name="connsiteX5-5611" fmla="*/ 8503236 w 8503236"/>
                <a:gd name="connsiteY5-5612" fmla="*/ 929103 h 1734757"/>
                <a:gd name="connsiteX6-5613" fmla="*/ 7321193 w 8503236"/>
                <a:gd name="connsiteY6-5614" fmla="*/ 1173736 h 1734757"/>
                <a:gd name="connsiteX7-5615" fmla="*/ 7132801 w 8503236"/>
                <a:gd name="connsiteY7-5616" fmla="*/ 814498 h 1734757"/>
                <a:gd name="connsiteX8-5617" fmla="*/ 6734776 w 8503236"/>
                <a:gd name="connsiteY8-5618" fmla="*/ 275180 h 1734757"/>
                <a:gd name="connsiteX9-5619" fmla="*/ 6723694 w 8503236"/>
                <a:gd name="connsiteY9-5620" fmla="*/ 275180 h 1734757"/>
                <a:gd name="connsiteX10-5621" fmla="*/ 5834833 w 8503236"/>
                <a:gd name="connsiteY10-5622" fmla="*/ 855594 h 1734757"/>
                <a:gd name="connsiteX11-5623" fmla="*/ 5706468 w 8503236"/>
                <a:gd name="connsiteY11-5624" fmla="*/ 987191 h 1734757"/>
                <a:gd name="connsiteX12-5625" fmla="*/ 5536546 w 8503236"/>
                <a:gd name="connsiteY12-5626" fmla="*/ 1166348 h 1734757"/>
                <a:gd name="connsiteX13-5627" fmla="*/ 5147294 w 8503236"/>
                <a:gd name="connsiteY13-5628" fmla="*/ 1556985 h 1734757"/>
                <a:gd name="connsiteX14-5629" fmla="*/ 4789903 w 8503236"/>
                <a:gd name="connsiteY14-5630" fmla="*/ 1734757 h 1734757"/>
                <a:gd name="connsiteX15-5631" fmla="*/ 4746961 w 8503236"/>
                <a:gd name="connsiteY15-5632" fmla="*/ 1730601 h 1734757"/>
                <a:gd name="connsiteX16-5633" fmla="*/ 4515165 w 8503236"/>
                <a:gd name="connsiteY16-5634" fmla="*/ 1387063 h 1734757"/>
                <a:gd name="connsiteX17-5635" fmla="*/ 4289372 w 8503236"/>
                <a:gd name="connsiteY17-5636" fmla="*/ 977494 h 1734757"/>
                <a:gd name="connsiteX18-5637" fmla="*/ 3421289 w 8503236"/>
                <a:gd name="connsiteY18-5638" fmla="*/ 982574 h 1734757"/>
                <a:gd name="connsiteX19-5639" fmla="*/ 2470556 w 8503236"/>
                <a:gd name="connsiteY19-5640" fmla="*/ 1209752 h 1734757"/>
                <a:gd name="connsiteX20-5641" fmla="*/ 2452219 w 8503236"/>
                <a:gd name="connsiteY20-5642" fmla="*/ 1207524 h 1734757"/>
                <a:gd name="connsiteX21-5643" fmla="*/ 2235960 w 8503236"/>
                <a:gd name="connsiteY21-5644" fmla="*/ 1255622 h 1734757"/>
                <a:gd name="connsiteX22-5645" fmla="*/ 1427065 w 8503236"/>
                <a:gd name="connsiteY22-5646" fmla="*/ 1328755 h 1734757"/>
                <a:gd name="connsiteX23-5647" fmla="*/ 1119407 w 8503236"/>
                <a:gd name="connsiteY23-5648" fmla="*/ 1317325 h 1734757"/>
                <a:gd name="connsiteX24-5649" fmla="*/ 142284 w 8503236"/>
                <a:gd name="connsiteY24-5650" fmla="*/ 971172 h 1734757"/>
                <a:gd name="connsiteX25-5651" fmla="*/ 36016 w 8503236"/>
                <a:gd name="connsiteY25-5652" fmla="*/ 496270 h 1734757"/>
                <a:gd name="connsiteX26-5653" fmla="*/ 200709 w 8503236"/>
                <a:gd name="connsiteY26-5654" fmla="*/ 0 h 1734757"/>
                <a:gd name="connsiteX27-5655" fmla="*/ 274706 w 8503236"/>
                <a:gd name="connsiteY27-5656" fmla="*/ 55572 h 1734757"/>
                <a:gd name="connsiteX28-5657" fmla="*/ 249775 w 8503236"/>
                <a:gd name="connsiteY28-5658" fmla="*/ 930610 h 1734757"/>
                <a:gd name="connsiteX29-5659" fmla="*/ 3526130 w 8503236"/>
                <a:gd name="connsiteY29-5660" fmla="*/ 840111 h 1734757"/>
                <a:gd name="connsiteX30-5661" fmla="*/ 4297319 w 8503236"/>
                <a:gd name="connsiteY30-5662" fmla="*/ 872053 h 1734757"/>
                <a:gd name="connsiteX31-5663" fmla="*/ 4560172 w 8503236"/>
                <a:gd name="connsiteY31-5664" fmla="*/ 1275955 h 1734757"/>
                <a:gd name="connsiteX32-5665" fmla="*/ 4779931 w 8503236"/>
                <a:gd name="connsiteY32-5666" fmla="*/ 1609900 h 1734757"/>
                <a:gd name="connsiteX33-5667" fmla="*/ 5356514 w 8503236"/>
                <a:gd name="connsiteY33-5668" fmla="*/ 1209076 h 1734757"/>
                <a:gd name="connsiteX34-5669" fmla="*/ 5829609 w 8503236"/>
                <a:gd name="connsiteY34-5670" fmla="*/ 744571 h 1734757"/>
                <a:gd name="connsiteX35-5671" fmla="*/ 6723232 w 8503236"/>
                <a:gd name="connsiteY35-5672" fmla="*/ 214691 h 1734757"/>
                <a:gd name="connsiteX0-5673" fmla="*/ 6723232 w 8503236"/>
                <a:gd name="connsiteY0-5674" fmla="*/ 214691 h 1734757"/>
                <a:gd name="connsiteX1-5675" fmla="*/ 6735699 w 8503236"/>
                <a:gd name="connsiteY1-5676" fmla="*/ 214691 h 1734757"/>
                <a:gd name="connsiteX2-5677" fmla="*/ 7171897 w 8503236"/>
                <a:gd name="connsiteY2-5678" fmla="*/ 789985 h 1734757"/>
                <a:gd name="connsiteX3-5679" fmla="*/ 7331351 w 8503236"/>
                <a:gd name="connsiteY3-5680" fmla="*/ 1114171 h 1734757"/>
                <a:gd name="connsiteX4-5681" fmla="*/ 8458598 w 8503236"/>
                <a:gd name="connsiteY4-5682" fmla="*/ 880513 h 1734757"/>
                <a:gd name="connsiteX5-5683" fmla="*/ 8503236 w 8503236"/>
                <a:gd name="connsiteY5-5684" fmla="*/ 929103 h 1734757"/>
                <a:gd name="connsiteX6-5685" fmla="*/ 7321193 w 8503236"/>
                <a:gd name="connsiteY6-5686" fmla="*/ 1173736 h 1734757"/>
                <a:gd name="connsiteX7-5687" fmla="*/ 7132801 w 8503236"/>
                <a:gd name="connsiteY7-5688" fmla="*/ 814498 h 1734757"/>
                <a:gd name="connsiteX8-5689" fmla="*/ 6734776 w 8503236"/>
                <a:gd name="connsiteY8-5690" fmla="*/ 275180 h 1734757"/>
                <a:gd name="connsiteX9-5691" fmla="*/ 6723694 w 8503236"/>
                <a:gd name="connsiteY9-5692" fmla="*/ 275180 h 1734757"/>
                <a:gd name="connsiteX10-5693" fmla="*/ 5834833 w 8503236"/>
                <a:gd name="connsiteY10-5694" fmla="*/ 855594 h 1734757"/>
                <a:gd name="connsiteX11-5695" fmla="*/ 5706468 w 8503236"/>
                <a:gd name="connsiteY11-5696" fmla="*/ 987191 h 1734757"/>
                <a:gd name="connsiteX12-5697" fmla="*/ 5536546 w 8503236"/>
                <a:gd name="connsiteY12-5698" fmla="*/ 1166348 h 1734757"/>
                <a:gd name="connsiteX13-5699" fmla="*/ 5147294 w 8503236"/>
                <a:gd name="connsiteY13-5700" fmla="*/ 1556985 h 1734757"/>
                <a:gd name="connsiteX14-5701" fmla="*/ 4789903 w 8503236"/>
                <a:gd name="connsiteY14-5702" fmla="*/ 1734757 h 1734757"/>
                <a:gd name="connsiteX15-5703" fmla="*/ 4746961 w 8503236"/>
                <a:gd name="connsiteY15-5704" fmla="*/ 1730601 h 1734757"/>
                <a:gd name="connsiteX16-5705" fmla="*/ 4515165 w 8503236"/>
                <a:gd name="connsiteY16-5706" fmla="*/ 1387063 h 1734757"/>
                <a:gd name="connsiteX17-5707" fmla="*/ 4289372 w 8503236"/>
                <a:gd name="connsiteY17-5708" fmla="*/ 977494 h 1734757"/>
                <a:gd name="connsiteX18-5709" fmla="*/ 3421289 w 8503236"/>
                <a:gd name="connsiteY18-5710" fmla="*/ 982574 h 1734757"/>
                <a:gd name="connsiteX19-5711" fmla="*/ 2470556 w 8503236"/>
                <a:gd name="connsiteY19-5712" fmla="*/ 1209752 h 1734757"/>
                <a:gd name="connsiteX20-5713" fmla="*/ 2452219 w 8503236"/>
                <a:gd name="connsiteY20-5714" fmla="*/ 1207524 h 1734757"/>
                <a:gd name="connsiteX21-5715" fmla="*/ 2235960 w 8503236"/>
                <a:gd name="connsiteY21-5716" fmla="*/ 1255622 h 1734757"/>
                <a:gd name="connsiteX22-5717" fmla="*/ 1427065 w 8503236"/>
                <a:gd name="connsiteY22-5718" fmla="*/ 1328755 h 1734757"/>
                <a:gd name="connsiteX23-5719" fmla="*/ 1119407 w 8503236"/>
                <a:gd name="connsiteY23-5720" fmla="*/ 1317325 h 1734757"/>
                <a:gd name="connsiteX24-5721" fmla="*/ 142284 w 8503236"/>
                <a:gd name="connsiteY24-5722" fmla="*/ 971172 h 1734757"/>
                <a:gd name="connsiteX25-5723" fmla="*/ 36016 w 8503236"/>
                <a:gd name="connsiteY25-5724" fmla="*/ 496270 h 1734757"/>
                <a:gd name="connsiteX26-5725" fmla="*/ 200709 w 8503236"/>
                <a:gd name="connsiteY26-5726" fmla="*/ 0 h 1734757"/>
                <a:gd name="connsiteX27-5727" fmla="*/ 274706 w 8503236"/>
                <a:gd name="connsiteY27-5728" fmla="*/ 55572 h 1734757"/>
                <a:gd name="connsiteX28-5729" fmla="*/ 249775 w 8503236"/>
                <a:gd name="connsiteY28-5730" fmla="*/ 930610 h 1734757"/>
                <a:gd name="connsiteX29-5731" fmla="*/ 3526130 w 8503236"/>
                <a:gd name="connsiteY29-5732" fmla="*/ 840111 h 1734757"/>
                <a:gd name="connsiteX30-5733" fmla="*/ 4297319 w 8503236"/>
                <a:gd name="connsiteY30-5734" fmla="*/ 872053 h 1734757"/>
                <a:gd name="connsiteX31-5735" fmla="*/ 4560172 w 8503236"/>
                <a:gd name="connsiteY31-5736" fmla="*/ 1275955 h 1734757"/>
                <a:gd name="connsiteX32-5737" fmla="*/ 4779931 w 8503236"/>
                <a:gd name="connsiteY32-5738" fmla="*/ 1609900 h 1734757"/>
                <a:gd name="connsiteX33-5739" fmla="*/ 5829609 w 8503236"/>
                <a:gd name="connsiteY33-5740" fmla="*/ 744571 h 1734757"/>
                <a:gd name="connsiteX34-5741" fmla="*/ 6723232 w 8503236"/>
                <a:gd name="connsiteY34-5742" fmla="*/ 214691 h 1734757"/>
                <a:gd name="connsiteX0-5743" fmla="*/ 6723232 w 8503236"/>
                <a:gd name="connsiteY0-5744" fmla="*/ 214691 h 1734757"/>
                <a:gd name="connsiteX1-5745" fmla="*/ 6735699 w 8503236"/>
                <a:gd name="connsiteY1-5746" fmla="*/ 214691 h 1734757"/>
                <a:gd name="connsiteX2-5747" fmla="*/ 7171897 w 8503236"/>
                <a:gd name="connsiteY2-5748" fmla="*/ 789985 h 1734757"/>
                <a:gd name="connsiteX3-5749" fmla="*/ 7331351 w 8503236"/>
                <a:gd name="connsiteY3-5750" fmla="*/ 1114171 h 1734757"/>
                <a:gd name="connsiteX4-5751" fmla="*/ 8458598 w 8503236"/>
                <a:gd name="connsiteY4-5752" fmla="*/ 880513 h 1734757"/>
                <a:gd name="connsiteX5-5753" fmla="*/ 8503236 w 8503236"/>
                <a:gd name="connsiteY5-5754" fmla="*/ 929103 h 1734757"/>
                <a:gd name="connsiteX6-5755" fmla="*/ 7321193 w 8503236"/>
                <a:gd name="connsiteY6-5756" fmla="*/ 1173736 h 1734757"/>
                <a:gd name="connsiteX7-5757" fmla="*/ 7132801 w 8503236"/>
                <a:gd name="connsiteY7-5758" fmla="*/ 814498 h 1734757"/>
                <a:gd name="connsiteX8-5759" fmla="*/ 6734776 w 8503236"/>
                <a:gd name="connsiteY8-5760" fmla="*/ 275180 h 1734757"/>
                <a:gd name="connsiteX9-5761" fmla="*/ 6723694 w 8503236"/>
                <a:gd name="connsiteY9-5762" fmla="*/ 275180 h 1734757"/>
                <a:gd name="connsiteX10-5763" fmla="*/ 5834833 w 8503236"/>
                <a:gd name="connsiteY10-5764" fmla="*/ 855594 h 1734757"/>
                <a:gd name="connsiteX11-5765" fmla="*/ 5706468 w 8503236"/>
                <a:gd name="connsiteY11-5766" fmla="*/ 987191 h 1734757"/>
                <a:gd name="connsiteX12-5767" fmla="*/ 5536546 w 8503236"/>
                <a:gd name="connsiteY12-5768" fmla="*/ 1166348 h 1734757"/>
                <a:gd name="connsiteX13-5769" fmla="*/ 5147294 w 8503236"/>
                <a:gd name="connsiteY13-5770" fmla="*/ 1556985 h 1734757"/>
                <a:gd name="connsiteX14-5771" fmla="*/ 4789903 w 8503236"/>
                <a:gd name="connsiteY14-5772" fmla="*/ 1734757 h 1734757"/>
                <a:gd name="connsiteX15-5773" fmla="*/ 4746961 w 8503236"/>
                <a:gd name="connsiteY15-5774" fmla="*/ 1730601 h 1734757"/>
                <a:gd name="connsiteX16-5775" fmla="*/ 4515165 w 8503236"/>
                <a:gd name="connsiteY16-5776" fmla="*/ 1387063 h 1734757"/>
                <a:gd name="connsiteX17-5777" fmla="*/ 4289372 w 8503236"/>
                <a:gd name="connsiteY17-5778" fmla="*/ 977494 h 1734757"/>
                <a:gd name="connsiteX18-5779" fmla="*/ 3421289 w 8503236"/>
                <a:gd name="connsiteY18-5780" fmla="*/ 982574 h 1734757"/>
                <a:gd name="connsiteX19-5781" fmla="*/ 2470556 w 8503236"/>
                <a:gd name="connsiteY19-5782" fmla="*/ 1209752 h 1734757"/>
                <a:gd name="connsiteX20-5783" fmla="*/ 2452219 w 8503236"/>
                <a:gd name="connsiteY20-5784" fmla="*/ 1207524 h 1734757"/>
                <a:gd name="connsiteX21-5785" fmla="*/ 2235960 w 8503236"/>
                <a:gd name="connsiteY21-5786" fmla="*/ 1255622 h 1734757"/>
                <a:gd name="connsiteX22-5787" fmla="*/ 1427065 w 8503236"/>
                <a:gd name="connsiteY22-5788" fmla="*/ 1328755 h 1734757"/>
                <a:gd name="connsiteX23-5789" fmla="*/ 1119407 w 8503236"/>
                <a:gd name="connsiteY23-5790" fmla="*/ 1317325 h 1734757"/>
                <a:gd name="connsiteX24-5791" fmla="*/ 142284 w 8503236"/>
                <a:gd name="connsiteY24-5792" fmla="*/ 971172 h 1734757"/>
                <a:gd name="connsiteX25-5793" fmla="*/ 36016 w 8503236"/>
                <a:gd name="connsiteY25-5794" fmla="*/ 496270 h 1734757"/>
                <a:gd name="connsiteX26-5795" fmla="*/ 200709 w 8503236"/>
                <a:gd name="connsiteY26-5796" fmla="*/ 0 h 1734757"/>
                <a:gd name="connsiteX27-5797" fmla="*/ 274706 w 8503236"/>
                <a:gd name="connsiteY27-5798" fmla="*/ 55572 h 1734757"/>
                <a:gd name="connsiteX28-5799" fmla="*/ 249775 w 8503236"/>
                <a:gd name="connsiteY28-5800" fmla="*/ 930610 h 1734757"/>
                <a:gd name="connsiteX29-5801" fmla="*/ 3526130 w 8503236"/>
                <a:gd name="connsiteY29-5802" fmla="*/ 840111 h 1734757"/>
                <a:gd name="connsiteX30-5803" fmla="*/ 4297319 w 8503236"/>
                <a:gd name="connsiteY30-5804" fmla="*/ 872053 h 1734757"/>
                <a:gd name="connsiteX31-5805" fmla="*/ 4560172 w 8503236"/>
                <a:gd name="connsiteY31-5806" fmla="*/ 1275955 h 1734757"/>
                <a:gd name="connsiteX32-5807" fmla="*/ 4779931 w 8503236"/>
                <a:gd name="connsiteY32-5808" fmla="*/ 1609900 h 1734757"/>
                <a:gd name="connsiteX33-5809" fmla="*/ 5829609 w 8503236"/>
                <a:gd name="connsiteY33-5810" fmla="*/ 744571 h 1734757"/>
                <a:gd name="connsiteX34-5811" fmla="*/ 6723232 w 8503236"/>
                <a:gd name="connsiteY34-5812" fmla="*/ 214691 h 1734757"/>
                <a:gd name="connsiteX0-5813" fmla="*/ 6723232 w 8503236"/>
                <a:gd name="connsiteY0-5814" fmla="*/ 214691 h 1734757"/>
                <a:gd name="connsiteX1-5815" fmla="*/ 6735699 w 8503236"/>
                <a:gd name="connsiteY1-5816" fmla="*/ 214691 h 1734757"/>
                <a:gd name="connsiteX2-5817" fmla="*/ 7171897 w 8503236"/>
                <a:gd name="connsiteY2-5818" fmla="*/ 789985 h 1734757"/>
                <a:gd name="connsiteX3-5819" fmla="*/ 7331351 w 8503236"/>
                <a:gd name="connsiteY3-5820" fmla="*/ 1114171 h 1734757"/>
                <a:gd name="connsiteX4-5821" fmla="*/ 8458598 w 8503236"/>
                <a:gd name="connsiteY4-5822" fmla="*/ 880513 h 1734757"/>
                <a:gd name="connsiteX5-5823" fmla="*/ 8503236 w 8503236"/>
                <a:gd name="connsiteY5-5824" fmla="*/ 929103 h 1734757"/>
                <a:gd name="connsiteX6-5825" fmla="*/ 7321193 w 8503236"/>
                <a:gd name="connsiteY6-5826" fmla="*/ 1173736 h 1734757"/>
                <a:gd name="connsiteX7-5827" fmla="*/ 7132801 w 8503236"/>
                <a:gd name="connsiteY7-5828" fmla="*/ 814498 h 1734757"/>
                <a:gd name="connsiteX8-5829" fmla="*/ 6734776 w 8503236"/>
                <a:gd name="connsiteY8-5830" fmla="*/ 275180 h 1734757"/>
                <a:gd name="connsiteX9-5831" fmla="*/ 6723694 w 8503236"/>
                <a:gd name="connsiteY9-5832" fmla="*/ 275180 h 1734757"/>
                <a:gd name="connsiteX10-5833" fmla="*/ 5834833 w 8503236"/>
                <a:gd name="connsiteY10-5834" fmla="*/ 855594 h 1734757"/>
                <a:gd name="connsiteX11-5835" fmla="*/ 5706468 w 8503236"/>
                <a:gd name="connsiteY11-5836" fmla="*/ 987191 h 1734757"/>
                <a:gd name="connsiteX12-5837" fmla="*/ 5536546 w 8503236"/>
                <a:gd name="connsiteY12-5838" fmla="*/ 1166348 h 1734757"/>
                <a:gd name="connsiteX13-5839" fmla="*/ 5147294 w 8503236"/>
                <a:gd name="connsiteY13-5840" fmla="*/ 1556985 h 1734757"/>
                <a:gd name="connsiteX14-5841" fmla="*/ 4789903 w 8503236"/>
                <a:gd name="connsiteY14-5842" fmla="*/ 1734757 h 1734757"/>
                <a:gd name="connsiteX15-5843" fmla="*/ 4746961 w 8503236"/>
                <a:gd name="connsiteY15-5844" fmla="*/ 1730601 h 1734757"/>
                <a:gd name="connsiteX16-5845" fmla="*/ 4515165 w 8503236"/>
                <a:gd name="connsiteY16-5846" fmla="*/ 1387063 h 1734757"/>
                <a:gd name="connsiteX17-5847" fmla="*/ 4289372 w 8503236"/>
                <a:gd name="connsiteY17-5848" fmla="*/ 977494 h 1734757"/>
                <a:gd name="connsiteX18-5849" fmla="*/ 3421289 w 8503236"/>
                <a:gd name="connsiteY18-5850" fmla="*/ 982574 h 1734757"/>
                <a:gd name="connsiteX19-5851" fmla="*/ 2470556 w 8503236"/>
                <a:gd name="connsiteY19-5852" fmla="*/ 1209752 h 1734757"/>
                <a:gd name="connsiteX20-5853" fmla="*/ 2452219 w 8503236"/>
                <a:gd name="connsiteY20-5854" fmla="*/ 1207524 h 1734757"/>
                <a:gd name="connsiteX21-5855" fmla="*/ 2235960 w 8503236"/>
                <a:gd name="connsiteY21-5856" fmla="*/ 1255622 h 1734757"/>
                <a:gd name="connsiteX22-5857" fmla="*/ 1427065 w 8503236"/>
                <a:gd name="connsiteY22-5858" fmla="*/ 1328755 h 1734757"/>
                <a:gd name="connsiteX23-5859" fmla="*/ 1119407 w 8503236"/>
                <a:gd name="connsiteY23-5860" fmla="*/ 1317325 h 1734757"/>
                <a:gd name="connsiteX24-5861" fmla="*/ 142284 w 8503236"/>
                <a:gd name="connsiteY24-5862" fmla="*/ 971172 h 1734757"/>
                <a:gd name="connsiteX25-5863" fmla="*/ 36016 w 8503236"/>
                <a:gd name="connsiteY25-5864" fmla="*/ 496270 h 1734757"/>
                <a:gd name="connsiteX26-5865" fmla="*/ 200709 w 8503236"/>
                <a:gd name="connsiteY26-5866" fmla="*/ 0 h 1734757"/>
                <a:gd name="connsiteX27-5867" fmla="*/ 274706 w 8503236"/>
                <a:gd name="connsiteY27-5868" fmla="*/ 55572 h 1734757"/>
                <a:gd name="connsiteX28-5869" fmla="*/ 249775 w 8503236"/>
                <a:gd name="connsiteY28-5870" fmla="*/ 930610 h 1734757"/>
                <a:gd name="connsiteX29-5871" fmla="*/ 3526130 w 8503236"/>
                <a:gd name="connsiteY29-5872" fmla="*/ 840111 h 1734757"/>
                <a:gd name="connsiteX30-5873" fmla="*/ 4297319 w 8503236"/>
                <a:gd name="connsiteY30-5874" fmla="*/ 872053 h 1734757"/>
                <a:gd name="connsiteX31-5875" fmla="*/ 4560172 w 8503236"/>
                <a:gd name="connsiteY31-5876" fmla="*/ 1275955 h 1734757"/>
                <a:gd name="connsiteX32-5877" fmla="*/ 4882973 w 8503236"/>
                <a:gd name="connsiteY32-5878" fmla="*/ 1596007 h 1734757"/>
                <a:gd name="connsiteX33-5879" fmla="*/ 5829609 w 8503236"/>
                <a:gd name="connsiteY33-5880" fmla="*/ 744571 h 1734757"/>
                <a:gd name="connsiteX34-5881" fmla="*/ 6723232 w 8503236"/>
                <a:gd name="connsiteY34-5882" fmla="*/ 214691 h 1734757"/>
                <a:gd name="connsiteX0-5883" fmla="*/ 6723232 w 8503236"/>
                <a:gd name="connsiteY0-5884" fmla="*/ 214691 h 1734757"/>
                <a:gd name="connsiteX1-5885" fmla="*/ 6735699 w 8503236"/>
                <a:gd name="connsiteY1-5886" fmla="*/ 214691 h 1734757"/>
                <a:gd name="connsiteX2-5887" fmla="*/ 7171897 w 8503236"/>
                <a:gd name="connsiteY2-5888" fmla="*/ 789985 h 1734757"/>
                <a:gd name="connsiteX3-5889" fmla="*/ 7331351 w 8503236"/>
                <a:gd name="connsiteY3-5890" fmla="*/ 1114171 h 1734757"/>
                <a:gd name="connsiteX4-5891" fmla="*/ 8458598 w 8503236"/>
                <a:gd name="connsiteY4-5892" fmla="*/ 880513 h 1734757"/>
                <a:gd name="connsiteX5-5893" fmla="*/ 8503236 w 8503236"/>
                <a:gd name="connsiteY5-5894" fmla="*/ 929103 h 1734757"/>
                <a:gd name="connsiteX6-5895" fmla="*/ 7321193 w 8503236"/>
                <a:gd name="connsiteY6-5896" fmla="*/ 1173736 h 1734757"/>
                <a:gd name="connsiteX7-5897" fmla="*/ 7132801 w 8503236"/>
                <a:gd name="connsiteY7-5898" fmla="*/ 814498 h 1734757"/>
                <a:gd name="connsiteX8-5899" fmla="*/ 6734776 w 8503236"/>
                <a:gd name="connsiteY8-5900" fmla="*/ 275180 h 1734757"/>
                <a:gd name="connsiteX9-5901" fmla="*/ 6723694 w 8503236"/>
                <a:gd name="connsiteY9-5902" fmla="*/ 275180 h 1734757"/>
                <a:gd name="connsiteX10-5903" fmla="*/ 5834833 w 8503236"/>
                <a:gd name="connsiteY10-5904" fmla="*/ 855594 h 1734757"/>
                <a:gd name="connsiteX11-5905" fmla="*/ 5706468 w 8503236"/>
                <a:gd name="connsiteY11-5906" fmla="*/ 987191 h 1734757"/>
                <a:gd name="connsiteX12-5907" fmla="*/ 5536546 w 8503236"/>
                <a:gd name="connsiteY12-5908" fmla="*/ 1166348 h 1734757"/>
                <a:gd name="connsiteX13-5909" fmla="*/ 5147294 w 8503236"/>
                <a:gd name="connsiteY13-5910" fmla="*/ 1556985 h 1734757"/>
                <a:gd name="connsiteX14-5911" fmla="*/ 4789903 w 8503236"/>
                <a:gd name="connsiteY14-5912" fmla="*/ 1734757 h 1734757"/>
                <a:gd name="connsiteX15-5913" fmla="*/ 4746961 w 8503236"/>
                <a:gd name="connsiteY15-5914" fmla="*/ 1730601 h 1734757"/>
                <a:gd name="connsiteX16-5915" fmla="*/ 4515165 w 8503236"/>
                <a:gd name="connsiteY16-5916" fmla="*/ 1387063 h 1734757"/>
                <a:gd name="connsiteX17-5917" fmla="*/ 4289372 w 8503236"/>
                <a:gd name="connsiteY17-5918" fmla="*/ 977494 h 1734757"/>
                <a:gd name="connsiteX18-5919" fmla="*/ 3421289 w 8503236"/>
                <a:gd name="connsiteY18-5920" fmla="*/ 982574 h 1734757"/>
                <a:gd name="connsiteX19-5921" fmla="*/ 2470556 w 8503236"/>
                <a:gd name="connsiteY19-5922" fmla="*/ 1209752 h 1734757"/>
                <a:gd name="connsiteX20-5923" fmla="*/ 2452219 w 8503236"/>
                <a:gd name="connsiteY20-5924" fmla="*/ 1207524 h 1734757"/>
                <a:gd name="connsiteX21-5925" fmla="*/ 2235960 w 8503236"/>
                <a:gd name="connsiteY21-5926" fmla="*/ 1255622 h 1734757"/>
                <a:gd name="connsiteX22-5927" fmla="*/ 1427065 w 8503236"/>
                <a:gd name="connsiteY22-5928" fmla="*/ 1328755 h 1734757"/>
                <a:gd name="connsiteX23-5929" fmla="*/ 1119407 w 8503236"/>
                <a:gd name="connsiteY23-5930" fmla="*/ 1317325 h 1734757"/>
                <a:gd name="connsiteX24-5931" fmla="*/ 142284 w 8503236"/>
                <a:gd name="connsiteY24-5932" fmla="*/ 971172 h 1734757"/>
                <a:gd name="connsiteX25-5933" fmla="*/ 36016 w 8503236"/>
                <a:gd name="connsiteY25-5934" fmla="*/ 496270 h 1734757"/>
                <a:gd name="connsiteX26-5935" fmla="*/ 200709 w 8503236"/>
                <a:gd name="connsiteY26-5936" fmla="*/ 0 h 1734757"/>
                <a:gd name="connsiteX27-5937" fmla="*/ 274706 w 8503236"/>
                <a:gd name="connsiteY27-5938" fmla="*/ 55572 h 1734757"/>
                <a:gd name="connsiteX28-5939" fmla="*/ 249775 w 8503236"/>
                <a:gd name="connsiteY28-5940" fmla="*/ 930610 h 1734757"/>
                <a:gd name="connsiteX29-5941" fmla="*/ 3526130 w 8503236"/>
                <a:gd name="connsiteY29-5942" fmla="*/ 840111 h 1734757"/>
                <a:gd name="connsiteX30-5943" fmla="*/ 4297319 w 8503236"/>
                <a:gd name="connsiteY30-5944" fmla="*/ 872053 h 1734757"/>
                <a:gd name="connsiteX31-5945" fmla="*/ 4560172 w 8503236"/>
                <a:gd name="connsiteY31-5946" fmla="*/ 1275955 h 1734757"/>
                <a:gd name="connsiteX32-5947" fmla="*/ 4850773 w 8503236"/>
                <a:gd name="connsiteY32-5948" fmla="*/ 1596007 h 1734757"/>
                <a:gd name="connsiteX33-5949" fmla="*/ 5829609 w 8503236"/>
                <a:gd name="connsiteY33-5950" fmla="*/ 744571 h 1734757"/>
                <a:gd name="connsiteX34-5951" fmla="*/ 6723232 w 8503236"/>
                <a:gd name="connsiteY34-5952" fmla="*/ 214691 h 1734757"/>
                <a:gd name="connsiteX0-5953" fmla="*/ 6723232 w 8503236"/>
                <a:gd name="connsiteY0-5954" fmla="*/ 214691 h 1734757"/>
                <a:gd name="connsiteX1-5955" fmla="*/ 6735699 w 8503236"/>
                <a:gd name="connsiteY1-5956" fmla="*/ 214691 h 1734757"/>
                <a:gd name="connsiteX2-5957" fmla="*/ 7171897 w 8503236"/>
                <a:gd name="connsiteY2-5958" fmla="*/ 789985 h 1734757"/>
                <a:gd name="connsiteX3-5959" fmla="*/ 7331351 w 8503236"/>
                <a:gd name="connsiteY3-5960" fmla="*/ 1114171 h 1734757"/>
                <a:gd name="connsiteX4-5961" fmla="*/ 8458598 w 8503236"/>
                <a:gd name="connsiteY4-5962" fmla="*/ 880513 h 1734757"/>
                <a:gd name="connsiteX5-5963" fmla="*/ 8503236 w 8503236"/>
                <a:gd name="connsiteY5-5964" fmla="*/ 929103 h 1734757"/>
                <a:gd name="connsiteX6-5965" fmla="*/ 7321193 w 8503236"/>
                <a:gd name="connsiteY6-5966" fmla="*/ 1173736 h 1734757"/>
                <a:gd name="connsiteX7-5967" fmla="*/ 7132801 w 8503236"/>
                <a:gd name="connsiteY7-5968" fmla="*/ 814498 h 1734757"/>
                <a:gd name="connsiteX8-5969" fmla="*/ 6734776 w 8503236"/>
                <a:gd name="connsiteY8-5970" fmla="*/ 275180 h 1734757"/>
                <a:gd name="connsiteX9-5971" fmla="*/ 6723694 w 8503236"/>
                <a:gd name="connsiteY9-5972" fmla="*/ 275180 h 1734757"/>
                <a:gd name="connsiteX10-5973" fmla="*/ 5834833 w 8503236"/>
                <a:gd name="connsiteY10-5974" fmla="*/ 855594 h 1734757"/>
                <a:gd name="connsiteX11-5975" fmla="*/ 5706468 w 8503236"/>
                <a:gd name="connsiteY11-5976" fmla="*/ 987191 h 1734757"/>
                <a:gd name="connsiteX12-5977" fmla="*/ 5536546 w 8503236"/>
                <a:gd name="connsiteY12-5978" fmla="*/ 1166348 h 1734757"/>
                <a:gd name="connsiteX13-5979" fmla="*/ 5147294 w 8503236"/>
                <a:gd name="connsiteY13-5980" fmla="*/ 1556985 h 1734757"/>
                <a:gd name="connsiteX14-5981" fmla="*/ 4789903 w 8503236"/>
                <a:gd name="connsiteY14-5982" fmla="*/ 1734757 h 1734757"/>
                <a:gd name="connsiteX15-5983" fmla="*/ 4746961 w 8503236"/>
                <a:gd name="connsiteY15-5984" fmla="*/ 1730601 h 1734757"/>
                <a:gd name="connsiteX16-5985" fmla="*/ 4515165 w 8503236"/>
                <a:gd name="connsiteY16-5986" fmla="*/ 1387063 h 1734757"/>
                <a:gd name="connsiteX17-5987" fmla="*/ 4289372 w 8503236"/>
                <a:gd name="connsiteY17-5988" fmla="*/ 977494 h 1734757"/>
                <a:gd name="connsiteX18-5989" fmla="*/ 3421289 w 8503236"/>
                <a:gd name="connsiteY18-5990" fmla="*/ 982574 h 1734757"/>
                <a:gd name="connsiteX19-5991" fmla="*/ 2470556 w 8503236"/>
                <a:gd name="connsiteY19-5992" fmla="*/ 1209752 h 1734757"/>
                <a:gd name="connsiteX20-5993" fmla="*/ 2452219 w 8503236"/>
                <a:gd name="connsiteY20-5994" fmla="*/ 1207524 h 1734757"/>
                <a:gd name="connsiteX21-5995" fmla="*/ 2235960 w 8503236"/>
                <a:gd name="connsiteY21-5996" fmla="*/ 1255622 h 1734757"/>
                <a:gd name="connsiteX22-5997" fmla="*/ 1427065 w 8503236"/>
                <a:gd name="connsiteY22-5998" fmla="*/ 1328755 h 1734757"/>
                <a:gd name="connsiteX23-5999" fmla="*/ 1119407 w 8503236"/>
                <a:gd name="connsiteY23-6000" fmla="*/ 1317325 h 1734757"/>
                <a:gd name="connsiteX24-6001" fmla="*/ 142284 w 8503236"/>
                <a:gd name="connsiteY24-6002" fmla="*/ 971172 h 1734757"/>
                <a:gd name="connsiteX25-6003" fmla="*/ 36016 w 8503236"/>
                <a:gd name="connsiteY25-6004" fmla="*/ 496270 h 1734757"/>
                <a:gd name="connsiteX26-6005" fmla="*/ 200709 w 8503236"/>
                <a:gd name="connsiteY26-6006" fmla="*/ 0 h 1734757"/>
                <a:gd name="connsiteX27-6007" fmla="*/ 274706 w 8503236"/>
                <a:gd name="connsiteY27-6008" fmla="*/ 55572 h 1734757"/>
                <a:gd name="connsiteX28-6009" fmla="*/ 249775 w 8503236"/>
                <a:gd name="connsiteY28-6010" fmla="*/ 930610 h 1734757"/>
                <a:gd name="connsiteX29-6011" fmla="*/ 3526130 w 8503236"/>
                <a:gd name="connsiteY29-6012" fmla="*/ 840111 h 1734757"/>
                <a:gd name="connsiteX30-6013" fmla="*/ 4297319 w 8503236"/>
                <a:gd name="connsiteY30-6014" fmla="*/ 872053 h 1734757"/>
                <a:gd name="connsiteX31-6015" fmla="*/ 4560172 w 8503236"/>
                <a:gd name="connsiteY31-6016" fmla="*/ 1303743 h 1734757"/>
                <a:gd name="connsiteX32-6017" fmla="*/ 4850773 w 8503236"/>
                <a:gd name="connsiteY32-6018" fmla="*/ 1596007 h 1734757"/>
                <a:gd name="connsiteX33-6019" fmla="*/ 5829609 w 8503236"/>
                <a:gd name="connsiteY33-6020" fmla="*/ 744571 h 1734757"/>
                <a:gd name="connsiteX34-6021" fmla="*/ 6723232 w 8503236"/>
                <a:gd name="connsiteY34-6022" fmla="*/ 214691 h 1734757"/>
                <a:gd name="connsiteX0-6023" fmla="*/ 6723232 w 8503236"/>
                <a:gd name="connsiteY0-6024" fmla="*/ 214691 h 1734757"/>
                <a:gd name="connsiteX1-6025" fmla="*/ 6735699 w 8503236"/>
                <a:gd name="connsiteY1-6026" fmla="*/ 214691 h 1734757"/>
                <a:gd name="connsiteX2-6027" fmla="*/ 7171897 w 8503236"/>
                <a:gd name="connsiteY2-6028" fmla="*/ 789985 h 1734757"/>
                <a:gd name="connsiteX3-6029" fmla="*/ 7331351 w 8503236"/>
                <a:gd name="connsiteY3-6030" fmla="*/ 1114171 h 1734757"/>
                <a:gd name="connsiteX4-6031" fmla="*/ 8458598 w 8503236"/>
                <a:gd name="connsiteY4-6032" fmla="*/ 880513 h 1734757"/>
                <a:gd name="connsiteX5-6033" fmla="*/ 8503236 w 8503236"/>
                <a:gd name="connsiteY5-6034" fmla="*/ 929103 h 1734757"/>
                <a:gd name="connsiteX6-6035" fmla="*/ 7321193 w 8503236"/>
                <a:gd name="connsiteY6-6036" fmla="*/ 1173736 h 1734757"/>
                <a:gd name="connsiteX7-6037" fmla="*/ 7132801 w 8503236"/>
                <a:gd name="connsiteY7-6038" fmla="*/ 814498 h 1734757"/>
                <a:gd name="connsiteX8-6039" fmla="*/ 6734776 w 8503236"/>
                <a:gd name="connsiteY8-6040" fmla="*/ 275180 h 1734757"/>
                <a:gd name="connsiteX9-6041" fmla="*/ 6723694 w 8503236"/>
                <a:gd name="connsiteY9-6042" fmla="*/ 275180 h 1734757"/>
                <a:gd name="connsiteX10-6043" fmla="*/ 5834833 w 8503236"/>
                <a:gd name="connsiteY10-6044" fmla="*/ 855594 h 1734757"/>
                <a:gd name="connsiteX11-6045" fmla="*/ 5706468 w 8503236"/>
                <a:gd name="connsiteY11-6046" fmla="*/ 987191 h 1734757"/>
                <a:gd name="connsiteX12-6047" fmla="*/ 5536546 w 8503236"/>
                <a:gd name="connsiteY12-6048" fmla="*/ 1166348 h 1734757"/>
                <a:gd name="connsiteX13-6049" fmla="*/ 5147294 w 8503236"/>
                <a:gd name="connsiteY13-6050" fmla="*/ 1556985 h 1734757"/>
                <a:gd name="connsiteX14-6051" fmla="*/ 4789903 w 8503236"/>
                <a:gd name="connsiteY14-6052" fmla="*/ 1734757 h 1734757"/>
                <a:gd name="connsiteX15-6053" fmla="*/ 4746961 w 8503236"/>
                <a:gd name="connsiteY15-6054" fmla="*/ 1730601 h 1734757"/>
                <a:gd name="connsiteX16-6055" fmla="*/ 4515165 w 8503236"/>
                <a:gd name="connsiteY16-6056" fmla="*/ 1387063 h 1734757"/>
                <a:gd name="connsiteX17-6057" fmla="*/ 4289372 w 8503236"/>
                <a:gd name="connsiteY17-6058" fmla="*/ 977494 h 1734757"/>
                <a:gd name="connsiteX18-6059" fmla="*/ 3421289 w 8503236"/>
                <a:gd name="connsiteY18-6060" fmla="*/ 982574 h 1734757"/>
                <a:gd name="connsiteX19-6061" fmla="*/ 2470556 w 8503236"/>
                <a:gd name="connsiteY19-6062" fmla="*/ 1209752 h 1734757"/>
                <a:gd name="connsiteX20-6063" fmla="*/ 2452219 w 8503236"/>
                <a:gd name="connsiteY20-6064" fmla="*/ 1207524 h 1734757"/>
                <a:gd name="connsiteX21-6065" fmla="*/ 2235960 w 8503236"/>
                <a:gd name="connsiteY21-6066" fmla="*/ 1255622 h 1734757"/>
                <a:gd name="connsiteX22-6067" fmla="*/ 1427065 w 8503236"/>
                <a:gd name="connsiteY22-6068" fmla="*/ 1328755 h 1734757"/>
                <a:gd name="connsiteX23-6069" fmla="*/ 1119407 w 8503236"/>
                <a:gd name="connsiteY23-6070" fmla="*/ 1317325 h 1734757"/>
                <a:gd name="connsiteX24-6071" fmla="*/ 142284 w 8503236"/>
                <a:gd name="connsiteY24-6072" fmla="*/ 971172 h 1734757"/>
                <a:gd name="connsiteX25-6073" fmla="*/ 36016 w 8503236"/>
                <a:gd name="connsiteY25-6074" fmla="*/ 496270 h 1734757"/>
                <a:gd name="connsiteX26-6075" fmla="*/ 200709 w 8503236"/>
                <a:gd name="connsiteY26-6076" fmla="*/ 0 h 1734757"/>
                <a:gd name="connsiteX27-6077" fmla="*/ 274706 w 8503236"/>
                <a:gd name="connsiteY27-6078" fmla="*/ 55572 h 1734757"/>
                <a:gd name="connsiteX28-6079" fmla="*/ 249775 w 8503236"/>
                <a:gd name="connsiteY28-6080" fmla="*/ 930610 h 1734757"/>
                <a:gd name="connsiteX29-6081" fmla="*/ 3526130 w 8503236"/>
                <a:gd name="connsiteY29-6082" fmla="*/ 840111 h 1734757"/>
                <a:gd name="connsiteX30-6083" fmla="*/ 4297319 w 8503236"/>
                <a:gd name="connsiteY30-6084" fmla="*/ 872053 h 1734757"/>
                <a:gd name="connsiteX31-6085" fmla="*/ 4560172 w 8503236"/>
                <a:gd name="connsiteY31-6086" fmla="*/ 1303743 h 1734757"/>
                <a:gd name="connsiteX32-6087" fmla="*/ 4850773 w 8503236"/>
                <a:gd name="connsiteY32-6088" fmla="*/ 1596007 h 1734757"/>
                <a:gd name="connsiteX33-6089" fmla="*/ 5829609 w 8503236"/>
                <a:gd name="connsiteY33-6090" fmla="*/ 744571 h 1734757"/>
                <a:gd name="connsiteX34-6091" fmla="*/ 6723232 w 8503236"/>
                <a:gd name="connsiteY34-6092" fmla="*/ 214691 h 1734757"/>
                <a:gd name="connsiteX0-6093" fmla="*/ 6723232 w 8503236"/>
                <a:gd name="connsiteY0-6094" fmla="*/ 214691 h 1734757"/>
                <a:gd name="connsiteX1-6095" fmla="*/ 6735699 w 8503236"/>
                <a:gd name="connsiteY1-6096" fmla="*/ 214691 h 1734757"/>
                <a:gd name="connsiteX2-6097" fmla="*/ 7171897 w 8503236"/>
                <a:gd name="connsiteY2-6098" fmla="*/ 789985 h 1734757"/>
                <a:gd name="connsiteX3-6099" fmla="*/ 7331351 w 8503236"/>
                <a:gd name="connsiteY3-6100" fmla="*/ 1114171 h 1734757"/>
                <a:gd name="connsiteX4-6101" fmla="*/ 8458598 w 8503236"/>
                <a:gd name="connsiteY4-6102" fmla="*/ 880513 h 1734757"/>
                <a:gd name="connsiteX5-6103" fmla="*/ 8503236 w 8503236"/>
                <a:gd name="connsiteY5-6104" fmla="*/ 929103 h 1734757"/>
                <a:gd name="connsiteX6-6105" fmla="*/ 7321193 w 8503236"/>
                <a:gd name="connsiteY6-6106" fmla="*/ 1173736 h 1734757"/>
                <a:gd name="connsiteX7-6107" fmla="*/ 7132801 w 8503236"/>
                <a:gd name="connsiteY7-6108" fmla="*/ 814498 h 1734757"/>
                <a:gd name="connsiteX8-6109" fmla="*/ 6734776 w 8503236"/>
                <a:gd name="connsiteY8-6110" fmla="*/ 275180 h 1734757"/>
                <a:gd name="connsiteX9-6111" fmla="*/ 6723694 w 8503236"/>
                <a:gd name="connsiteY9-6112" fmla="*/ 275180 h 1734757"/>
                <a:gd name="connsiteX10-6113" fmla="*/ 5834833 w 8503236"/>
                <a:gd name="connsiteY10-6114" fmla="*/ 855594 h 1734757"/>
                <a:gd name="connsiteX11-6115" fmla="*/ 5706468 w 8503236"/>
                <a:gd name="connsiteY11-6116" fmla="*/ 987191 h 1734757"/>
                <a:gd name="connsiteX12-6117" fmla="*/ 5536546 w 8503236"/>
                <a:gd name="connsiteY12-6118" fmla="*/ 1166348 h 1734757"/>
                <a:gd name="connsiteX13-6119" fmla="*/ 5147294 w 8503236"/>
                <a:gd name="connsiteY13-6120" fmla="*/ 1556985 h 1734757"/>
                <a:gd name="connsiteX14-6121" fmla="*/ 4789903 w 8503236"/>
                <a:gd name="connsiteY14-6122" fmla="*/ 1734757 h 1734757"/>
                <a:gd name="connsiteX15-6123" fmla="*/ 4746961 w 8503236"/>
                <a:gd name="connsiteY15-6124" fmla="*/ 1730601 h 1734757"/>
                <a:gd name="connsiteX16-6125" fmla="*/ 4515165 w 8503236"/>
                <a:gd name="connsiteY16-6126" fmla="*/ 1387063 h 1734757"/>
                <a:gd name="connsiteX17-6127" fmla="*/ 4289372 w 8503236"/>
                <a:gd name="connsiteY17-6128" fmla="*/ 977494 h 1734757"/>
                <a:gd name="connsiteX18-6129" fmla="*/ 3466370 w 8503236"/>
                <a:gd name="connsiteY18-6130" fmla="*/ 1010362 h 1734757"/>
                <a:gd name="connsiteX19-6131" fmla="*/ 2470556 w 8503236"/>
                <a:gd name="connsiteY19-6132" fmla="*/ 1209752 h 1734757"/>
                <a:gd name="connsiteX20-6133" fmla="*/ 2452219 w 8503236"/>
                <a:gd name="connsiteY20-6134" fmla="*/ 1207524 h 1734757"/>
                <a:gd name="connsiteX21-6135" fmla="*/ 2235960 w 8503236"/>
                <a:gd name="connsiteY21-6136" fmla="*/ 1255622 h 1734757"/>
                <a:gd name="connsiteX22-6137" fmla="*/ 1427065 w 8503236"/>
                <a:gd name="connsiteY22-6138" fmla="*/ 1328755 h 1734757"/>
                <a:gd name="connsiteX23-6139" fmla="*/ 1119407 w 8503236"/>
                <a:gd name="connsiteY23-6140" fmla="*/ 1317325 h 1734757"/>
                <a:gd name="connsiteX24-6141" fmla="*/ 142284 w 8503236"/>
                <a:gd name="connsiteY24-6142" fmla="*/ 971172 h 1734757"/>
                <a:gd name="connsiteX25-6143" fmla="*/ 36016 w 8503236"/>
                <a:gd name="connsiteY25-6144" fmla="*/ 496270 h 1734757"/>
                <a:gd name="connsiteX26-6145" fmla="*/ 200709 w 8503236"/>
                <a:gd name="connsiteY26-6146" fmla="*/ 0 h 1734757"/>
                <a:gd name="connsiteX27-6147" fmla="*/ 274706 w 8503236"/>
                <a:gd name="connsiteY27-6148" fmla="*/ 55572 h 1734757"/>
                <a:gd name="connsiteX28-6149" fmla="*/ 249775 w 8503236"/>
                <a:gd name="connsiteY28-6150" fmla="*/ 930610 h 1734757"/>
                <a:gd name="connsiteX29-6151" fmla="*/ 3526130 w 8503236"/>
                <a:gd name="connsiteY29-6152" fmla="*/ 840111 h 1734757"/>
                <a:gd name="connsiteX30-6153" fmla="*/ 4297319 w 8503236"/>
                <a:gd name="connsiteY30-6154" fmla="*/ 872053 h 1734757"/>
                <a:gd name="connsiteX31-6155" fmla="*/ 4560172 w 8503236"/>
                <a:gd name="connsiteY31-6156" fmla="*/ 1303743 h 1734757"/>
                <a:gd name="connsiteX32-6157" fmla="*/ 4850773 w 8503236"/>
                <a:gd name="connsiteY32-6158" fmla="*/ 1596007 h 1734757"/>
                <a:gd name="connsiteX33-6159" fmla="*/ 5829609 w 8503236"/>
                <a:gd name="connsiteY33-6160" fmla="*/ 744571 h 1734757"/>
                <a:gd name="connsiteX34-6161" fmla="*/ 6723232 w 8503236"/>
                <a:gd name="connsiteY34-6162" fmla="*/ 214691 h 1734757"/>
                <a:gd name="connsiteX0-6163" fmla="*/ 6719897 w 8499901"/>
                <a:gd name="connsiteY0-6164" fmla="*/ 214691 h 1734757"/>
                <a:gd name="connsiteX1-6165" fmla="*/ 6732364 w 8499901"/>
                <a:gd name="connsiteY1-6166" fmla="*/ 214691 h 1734757"/>
                <a:gd name="connsiteX2-6167" fmla="*/ 7168562 w 8499901"/>
                <a:gd name="connsiteY2-6168" fmla="*/ 789985 h 1734757"/>
                <a:gd name="connsiteX3-6169" fmla="*/ 7328016 w 8499901"/>
                <a:gd name="connsiteY3-6170" fmla="*/ 1114171 h 1734757"/>
                <a:gd name="connsiteX4-6171" fmla="*/ 8455263 w 8499901"/>
                <a:gd name="connsiteY4-6172" fmla="*/ 880513 h 1734757"/>
                <a:gd name="connsiteX5-6173" fmla="*/ 8499901 w 8499901"/>
                <a:gd name="connsiteY5-6174" fmla="*/ 929103 h 1734757"/>
                <a:gd name="connsiteX6-6175" fmla="*/ 7317858 w 8499901"/>
                <a:gd name="connsiteY6-6176" fmla="*/ 1173736 h 1734757"/>
                <a:gd name="connsiteX7-6177" fmla="*/ 7129466 w 8499901"/>
                <a:gd name="connsiteY7-6178" fmla="*/ 814498 h 1734757"/>
                <a:gd name="connsiteX8-6179" fmla="*/ 6731441 w 8499901"/>
                <a:gd name="connsiteY8-6180" fmla="*/ 275180 h 1734757"/>
                <a:gd name="connsiteX9-6181" fmla="*/ 6720359 w 8499901"/>
                <a:gd name="connsiteY9-6182" fmla="*/ 275180 h 1734757"/>
                <a:gd name="connsiteX10-6183" fmla="*/ 5831498 w 8499901"/>
                <a:gd name="connsiteY10-6184" fmla="*/ 855594 h 1734757"/>
                <a:gd name="connsiteX11-6185" fmla="*/ 5703133 w 8499901"/>
                <a:gd name="connsiteY11-6186" fmla="*/ 987191 h 1734757"/>
                <a:gd name="connsiteX12-6187" fmla="*/ 5533211 w 8499901"/>
                <a:gd name="connsiteY12-6188" fmla="*/ 1166348 h 1734757"/>
                <a:gd name="connsiteX13-6189" fmla="*/ 5143959 w 8499901"/>
                <a:gd name="connsiteY13-6190" fmla="*/ 1556985 h 1734757"/>
                <a:gd name="connsiteX14-6191" fmla="*/ 4786568 w 8499901"/>
                <a:gd name="connsiteY14-6192" fmla="*/ 1734757 h 1734757"/>
                <a:gd name="connsiteX15-6193" fmla="*/ 4743626 w 8499901"/>
                <a:gd name="connsiteY15-6194" fmla="*/ 1730601 h 1734757"/>
                <a:gd name="connsiteX16-6195" fmla="*/ 4511830 w 8499901"/>
                <a:gd name="connsiteY16-6196" fmla="*/ 1387063 h 1734757"/>
                <a:gd name="connsiteX17-6197" fmla="*/ 4286037 w 8499901"/>
                <a:gd name="connsiteY17-6198" fmla="*/ 977494 h 1734757"/>
                <a:gd name="connsiteX18-6199" fmla="*/ 3463035 w 8499901"/>
                <a:gd name="connsiteY18-6200" fmla="*/ 1010362 h 1734757"/>
                <a:gd name="connsiteX19-6201" fmla="*/ 2467221 w 8499901"/>
                <a:gd name="connsiteY19-6202" fmla="*/ 1209752 h 1734757"/>
                <a:gd name="connsiteX20-6203" fmla="*/ 2448884 w 8499901"/>
                <a:gd name="connsiteY20-6204" fmla="*/ 1207524 h 1734757"/>
                <a:gd name="connsiteX21-6205" fmla="*/ 2232625 w 8499901"/>
                <a:gd name="connsiteY21-6206" fmla="*/ 1255622 h 1734757"/>
                <a:gd name="connsiteX22-6207" fmla="*/ 1423730 w 8499901"/>
                <a:gd name="connsiteY22-6208" fmla="*/ 1328755 h 1734757"/>
                <a:gd name="connsiteX23-6209" fmla="*/ 1116072 w 8499901"/>
                <a:gd name="connsiteY23-6210" fmla="*/ 1317325 h 1734757"/>
                <a:gd name="connsiteX24-6211" fmla="*/ 138949 w 8499901"/>
                <a:gd name="connsiteY24-6212" fmla="*/ 971172 h 1734757"/>
                <a:gd name="connsiteX25-6213" fmla="*/ 32681 w 8499901"/>
                <a:gd name="connsiteY25-6214" fmla="*/ 496270 h 1734757"/>
                <a:gd name="connsiteX26-6215" fmla="*/ 197374 w 8499901"/>
                <a:gd name="connsiteY26-6216" fmla="*/ 0 h 1734757"/>
                <a:gd name="connsiteX27-6217" fmla="*/ 271371 w 8499901"/>
                <a:gd name="connsiteY27-6218" fmla="*/ 55572 h 1734757"/>
                <a:gd name="connsiteX28-6219" fmla="*/ 246440 w 8499901"/>
                <a:gd name="connsiteY28-6220" fmla="*/ 930610 h 1734757"/>
                <a:gd name="connsiteX29-6221" fmla="*/ 3477714 w 8499901"/>
                <a:gd name="connsiteY29-6222" fmla="*/ 840111 h 1734757"/>
                <a:gd name="connsiteX30-6223" fmla="*/ 4293984 w 8499901"/>
                <a:gd name="connsiteY30-6224" fmla="*/ 872053 h 1734757"/>
                <a:gd name="connsiteX31-6225" fmla="*/ 4556837 w 8499901"/>
                <a:gd name="connsiteY31-6226" fmla="*/ 1303743 h 1734757"/>
                <a:gd name="connsiteX32-6227" fmla="*/ 4847438 w 8499901"/>
                <a:gd name="connsiteY32-6228" fmla="*/ 1596007 h 1734757"/>
                <a:gd name="connsiteX33-6229" fmla="*/ 5826274 w 8499901"/>
                <a:gd name="connsiteY33-6230" fmla="*/ 744571 h 1734757"/>
                <a:gd name="connsiteX34-6231" fmla="*/ 6719897 w 8499901"/>
                <a:gd name="connsiteY34-6232" fmla="*/ 214691 h 1734757"/>
                <a:gd name="connsiteX0-6233" fmla="*/ 6719897 w 8499901"/>
                <a:gd name="connsiteY0-6234" fmla="*/ 214691 h 1734757"/>
                <a:gd name="connsiteX1-6235" fmla="*/ 6732364 w 8499901"/>
                <a:gd name="connsiteY1-6236" fmla="*/ 214691 h 1734757"/>
                <a:gd name="connsiteX2-6237" fmla="*/ 7168562 w 8499901"/>
                <a:gd name="connsiteY2-6238" fmla="*/ 789985 h 1734757"/>
                <a:gd name="connsiteX3-6239" fmla="*/ 7328016 w 8499901"/>
                <a:gd name="connsiteY3-6240" fmla="*/ 1114171 h 1734757"/>
                <a:gd name="connsiteX4-6241" fmla="*/ 8455263 w 8499901"/>
                <a:gd name="connsiteY4-6242" fmla="*/ 880513 h 1734757"/>
                <a:gd name="connsiteX5-6243" fmla="*/ 8499901 w 8499901"/>
                <a:gd name="connsiteY5-6244" fmla="*/ 929103 h 1734757"/>
                <a:gd name="connsiteX6-6245" fmla="*/ 7317858 w 8499901"/>
                <a:gd name="connsiteY6-6246" fmla="*/ 1173736 h 1734757"/>
                <a:gd name="connsiteX7-6247" fmla="*/ 7129466 w 8499901"/>
                <a:gd name="connsiteY7-6248" fmla="*/ 814498 h 1734757"/>
                <a:gd name="connsiteX8-6249" fmla="*/ 6731441 w 8499901"/>
                <a:gd name="connsiteY8-6250" fmla="*/ 275180 h 1734757"/>
                <a:gd name="connsiteX9-6251" fmla="*/ 6720359 w 8499901"/>
                <a:gd name="connsiteY9-6252" fmla="*/ 275180 h 1734757"/>
                <a:gd name="connsiteX10-6253" fmla="*/ 5831498 w 8499901"/>
                <a:gd name="connsiteY10-6254" fmla="*/ 855594 h 1734757"/>
                <a:gd name="connsiteX11-6255" fmla="*/ 5703133 w 8499901"/>
                <a:gd name="connsiteY11-6256" fmla="*/ 987191 h 1734757"/>
                <a:gd name="connsiteX12-6257" fmla="*/ 5533211 w 8499901"/>
                <a:gd name="connsiteY12-6258" fmla="*/ 1166348 h 1734757"/>
                <a:gd name="connsiteX13-6259" fmla="*/ 5143959 w 8499901"/>
                <a:gd name="connsiteY13-6260" fmla="*/ 1556985 h 1734757"/>
                <a:gd name="connsiteX14-6261" fmla="*/ 4786568 w 8499901"/>
                <a:gd name="connsiteY14-6262" fmla="*/ 1734757 h 1734757"/>
                <a:gd name="connsiteX15-6263" fmla="*/ 4743626 w 8499901"/>
                <a:gd name="connsiteY15-6264" fmla="*/ 1730601 h 1734757"/>
                <a:gd name="connsiteX16-6265" fmla="*/ 4511830 w 8499901"/>
                <a:gd name="connsiteY16-6266" fmla="*/ 1387063 h 1734757"/>
                <a:gd name="connsiteX17-6267" fmla="*/ 4286037 w 8499901"/>
                <a:gd name="connsiteY17-6268" fmla="*/ 977494 h 1734757"/>
                <a:gd name="connsiteX18-6269" fmla="*/ 3463035 w 8499901"/>
                <a:gd name="connsiteY18-6270" fmla="*/ 1010362 h 1734757"/>
                <a:gd name="connsiteX19-6271" fmla="*/ 2467221 w 8499901"/>
                <a:gd name="connsiteY19-6272" fmla="*/ 1209752 h 1734757"/>
                <a:gd name="connsiteX20-6273" fmla="*/ 2448884 w 8499901"/>
                <a:gd name="connsiteY20-6274" fmla="*/ 1207524 h 1734757"/>
                <a:gd name="connsiteX21-6275" fmla="*/ 2232625 w 8499901"/>
                <a:gd name="connsiteY21-6276" fmla="*/ 1255622 h 1734757"/>
                <a:gd name="connsiteX22-6277" fmla="*/ 1423730 w 8499901"/>
                <a:gd name="connsiteY22-6278" fmla="*/ 1328755 h 1734757"/>
                <a:gd name="connsiteX23-6279" fmla="*/ 1116072 w 8499901"/>
                <a:gd name="connsiteY23-6280" fmla="*/ 1317325 h 1734757"/>
                <a:gd name="connsiteX24-6281" fmla="*/ 138949 w 8499901"/>
                <a:gd name="connsiteY24-6282" fmla="*/ 971172 h 1734757"/>
                <a:gd name="connsiteX25-6283" fmla="*/ 32681 w 8499901"/>
                <a:gd name="connsiteY25-6284" fmla="*/ 496270 h 1734757"/>
                <a:gd name="connsiteX26-6285" fmla="*/ 197374 w 8499901"/>
                <a:gd name="connsiteY26-6286" fmla="*/ 0 h 1734757"/>
                <a:gd name="connsiteX27-6287" fmla="*/ 271371 w 8499901"/>
                <a:gd name="connsiteY27-6288" fmla="*/ 55572 h 1734757"/>
                <a:gd name="connsiteX28-6289" fmla="*/ 246440 w 8499901"/>
                <a:gd name="connsiteY28-6290" fmla="*/ 930610 h 1734757"/>
                <a:gd name="connsiteX29-6291" fmla="*/ 3477714 w 8499901"/>
                <a:gd name="connsiteY29-6292" fmla="*/ 840111 h 1734757"/>
                <a:gd name="connsiteX30-6293" fmla="*/ 4293984 w 8499901"/>
                <a:gd name="connsiteY30-6294" fmla="*/ 872053 h 1734757"/>
                <a:gd name="connsiteX31-6295" fmla="*/ 4556837 w 8499901"/>
                <a:gd name="connsiteY31-6296" fmla="*/ 1303743 h 1734757"/>
                <a:gd name="connsiteX32-6297" fmla="*/ 4847438 w 8499901"/>
                <a:gd name="connsiteY32-6298" fmla="*/ 1596007 h 1734757"/>
                <a:gd name="connsiteX33-6299" fmla="*/ 5826274 w 8499901"/>
                <a:gd name="connsiteY33-6300" fmla="*/ 744571 h 1734757"/>
                <a:gd name="connsiteX34-6301" fmla="*/ 6719897 w 8499901"/>
                <a:gd name="connsiteY34-6302" fmla="*/ 214691 h 1734757"/>
                <a:gd name="connsiteX0-6303" fmla="*/ 6702261 w 8482265"/>
                <a:gd name="connsiteY0-6304" fmla="*/ 214691 h 1734757"/>
                <a:gd name="connsiteX1-6305" fmla="*/ 6714728 w 8482265"/>
                <a:gd name="connsiteY1-6306" fmla="*/ 214691 h 1734757"/>
                <a:gd name="connsiteX2-6307" fmla="*/ 7150926 w 8482265"/>
                <a:gd name="connsiteY2-6308" fmla="*/ 789985 h 1734757"/>
                <a:gd name="connsiteX3-6309" fmla="*/ 7310380 w 8482265"/>
                <a:gd name="connsiteY3-6310" fmla="*/ 1114171 h 1734757"/>
                <a:gd name="connsiteX4-6311" fmla="*/ 8437627 w 8482265"/>
                <a:gd name="connsiteY4-6312" fmla="*/ 880513 h 1734757"/>
                <a:gd name="connsiteX5-6313" fmla="*/ 8482265 w 8482265"/>
                <a:gd name="connsiteY5-6314" fmla="*/ 929103 h 1734757"/>
                <a:gd name="connsiteX6-6315" fmla="*/ 7300222 w 8482265"/>
                <a:gd name="connsiteY6-6316" fmla="*/ 1173736 h 1734757"/>
                <a:gd name="connsiteX7-6317" fmla="*/ 7111830 w 8482265"/>
                <a:gd name="connsiteY7-6318" fmla="*/ 814498 h 1734757"/>
                <a:gd name="connsiteX8-6319" fmla="*/ 6713805 w 8482265"/>
                <a:gd name="connsiteY8-6320" fmla="*/ 275180 h 1734757"/>
                <a:gd name="connsiteX9-6321" fmla="*/ 6702723 w 8482265"/>
                <a:gd name="connsiteY9-6322" fmla="*/ 275180 h 1734757"/>
                <a:gd name="connsiteX10-6323" fmla="*/ 5813862 w 8482265"/>
                <a:gd name="connsiteY10-6324" fmla="*/ 855594 h 1734757"/>
                <a:gd name="connsiteX11-6325" fmla="*/ 5685497 w 8482265"/>
                <a:gd name="connsiteY11-6326" fmla="*/ 987191 h 1734757"/>
                <a:gd name="connsiteX12-6327" fmla="*/ 5515575 w 8482265"/>
                <a:gd name="connsiteY12-6328" fmla="*/ 1166348 h 1734757"/>
                <a:gd name="connsiteX13-6329" fmla="*/ 5126323 w 8482265"/>
                <a:gd name="connsiteY13-6330" fmla="*/ 1556985 h 1734757"/>
                <a:gd name="connsiteX14-6331" fmla="*/ 4768932 w 8482265"/>
                <a:gd name="connsiteY14-6332" fmla="*/ 1734757 h 1734757"/>
                <a:gd name="connsiteX15-6333" fmla="*/ 4725990 w 8482265"/>
                <a:gd name="connsiteY15-6334" fmla="*/ 1730601 h 1734757"/>
                <a:gd name="connsiteX16-6335" fmla="*/ 4494194 w 8482265"/>
                <a:gd name="connsiteY16-6336" fmla="*/ 1387063 h 1734757"/>
                <a:gd name="connsiteX17-6337" fmla="*/ 4268401 w 8482265"/>
                <a:gd name="connsiteY17-6338" fmla="*/ 977494 h 1734757"/>
                <a:gd name="connsiteX18-6339" fmla="*/ 3445399 w 8482265"/>
                <a:gd name="connsiteY18-6340" fmla="*/ 1010362 h 1734757"/>
                <a:gd name="connsiteX19-6341" fmla="*/ 2449585 w 8482265"/>
                <a:gd name="connsiteY19-6342" fmla="*/ 1209752 h 1734757"/>
                <a:gd name="connsiteX20-6343" fmla="*/ 2431248 w 8482265"/>
                <a:gd name="connsiteY20-6344" fmla="*/ 1207524 h 1734757"/>
                <a:gd name="connsiteX21-6345" fmla="*/ 2214989 w 8482265"/>
                <a:gd name="connsiteY21-6346" fmla="*/ 1255622 h 1734757"/>
                <a:gd name="connsiteX22-6347" fmla="*/ 1406094 w 8482265"/>
                <a:gd name="connsiteY22-6348" fmla="*/ 1328755 h 1734757"/>
                <a:gd name="connsiteX23-6349" fmla="*/ 1098436 w 8482265"/>
                <a:gd name="connsiteY23-6350" fmla="*/ 1317325 h 1734757"/>
                <a:gd name="connsiteX24-6351" fmla="*/ 121313 w 8482265"/>
                <a:gd name="connsiteY24-6352" fmla="*/ 971172 h 1734757"/>
                <a:gd name="connsiteX25-6353" fmla="*/ 15045 w 8482265"/>
                <a:gd name="connsiteY25-6354" fmla="*/ 496270 h 1734757"/>
                <a:gd name="connsiteX26-6355" fmla="*/ 179738 w 8482265"/>
                <a:gd name="connsiteY26-6356" fmla="*/ 0 h 1734757"/>
                <a:gd name="connsiteX27-6357" fmla="*/ 253735 w 8482265"/>
                <a:gd name="connsiteY27-6358" fmla="*/ 55572 h 1734757"/>
                <a:gd name="connsiteX28-6359" fmla="*/ 228804 w 8482265"/>
                <a:gd name="connsiteY28-6360" fmla="*/ 930610 h 1734757"/>
                <a:gd name="connsiteX29-6361" fmla="*/ 3221793 w 8482265"/>
                <a:gd name="connsiteY29-6362" fmla="*/ 923472 h 1734757"/>
                <a:gd name="connsiteX30-6363" fmla="*/ 4276348 w 8482265"/>
                <a:gd name="connsiteY30-6364" fmla="*/ 872053 h 1734757"/>
                <a:gd name="connsiteX31-6365" fmla="*/ 4539201 w 8482265"/>
                <a:gd name="connsiteY31-6366" fmla="*/ 1303743 h 1734757"/>
                <a:gd name="connsiteX32-6367" fmla="*/ 4829802 w 8482265"/>
                <a:gd name="connsiteY32-6368" fmla="*/ 1596007 h 1734757"/>
                <a:gd name="connsiteX33-6369" fmla="*/ 5808638 w 8482265"/>
                <a:gd name="connsiteY33-6370" fmla="*/ 744571 h 1734757"/>
                <a:gd name="connsiteX34-6371" fmla="*/ 6702261 w 8482265"/>
                <a:gd name="connsiteY34-6372" fmla="*/ 214691 h 1734757"/>
                <a:gd name="connsiteX0-6373" fmla="*/ 6702261 w 8482265"/>
                <a:gd name="connsiteY0-6374" fmla="*/ 214691 h 1734757"/>
                <a:gd name="connsiteX1-6375" fmla="*/ 6714728 w 8482265"/>
                <a:gd name="connsiteY1-6376" fmla="*/ 214691 h 1734757"/>
                <a:gd name="connsiteX2-6377" fmla="*/ 7150926 w 8482265"/>
                <a:gd name="connsiteY2-6378" fmla="*/ 789985 h 1734757"/>
                <a:gd name="connsiteX3-6379" fmla="*/ 7310380 w 8482265"/>
                <a:gd name="connsiteY3-6380" fmla="*/ 1114171 h 1734757"/>
                <a:gd name="connsiteX4-6381" fmla="*/ 8437627 w 8482265"/>
                <a:gd name="connsiteY4-6382" fmla="*/ 880513 h 1734757"/>
                <a:gd name="connsiteX5-6383" fmla="*/ 8482265 w 8482265"/>
                <a:gd name="connsiteY5-6384" fmla="*/ 929103 h 1734757"/>
                <a:gd name="connsiteX6-6385" fmla="*/ 7300222 w 8482265"/>
                <a:gd name="connsiteY6-6386" fmla="*/ 1173736 h 1734757"/>
                <a:gd name="connsiteX7-6387" fmla="*/ 7111830 w 8482265"/>
                <a:gd name="connsiteY7-6388" fmla="*/ 814498 h 1734757"/>
                <a:gd name="connsiteX8-6389" fmla="*/ 6713805 w 8482265"/>
                <a:gd name="connsiteY8-6390" fmla="*/ 275180 h 1734757"/>
                <a:gd name="connsiteX9-6391" fmla="*/ 6702723 w 8482265"/>
                <a:gd name="connsiteY9-6392" fmla="*/ 275180 h 1734757"/>
                <a:gd name="connsiteX10-6393" fmla="*/ 5813862 w 8482265"/>
                <a:gd name="connsiteY10-6394" fmla="*/ 855594 h 1734757"/>
                <a:gd name="connsiteX11-6395" fmla="*/ 5685497 w 8482265"/>
                <a:gd name="connsiteY11-6396" fmla="*/ 987191 h 1734757"/>
                <a:gd name="connsiteX12-6397" fmla="*/ 5515575 w 8482265"/>
                <a:gd name="connsiteY12-6398" fmla="*/ 1166348 h 1734757"/>
                <a:gd name="connsiteX13-6399" fmla="*/ 5126323 w 8482265"/>
                <a:gd name="connsiteY13-6400" fmla="*/ 1556985 h 1734757"/>
                <a:gd name="connsiteX14-6401" fmla="*/ 4768932 w 8482265"/>
                <a:gd name="connsiteY14-6402" fmla="*/ 1734757 h 1734757"/>
                <a:gd name="connsiteX15-6403" fmla="*/ 4725990 w 8482265"/>
                <a:gd name="connsiteY15-6404" fmla="*/ 1730601 h 1734757"/>
                <a:gd name="connsiteX16-6405" fmla="*/ 4494194 w 8482265"/>
                <a:gd name="connsiteY16-6406" fmla="*/ 1387063 h 1734757"/>
                <a:gd name="connsiteX17-6407" fmla="*/ 4268401 w 8482265"/>
                <a:gd name="connsiteY17-6408" fmla="*/ 977494 h 1734757"/>
                <a:gd name="connsiteX18-6409" fmla="*/ 3445399 w 8482265"/>
                <a:gd name="connsiteY18-6410" fmla="*/ 1010362 h 1734757"/>
                <a:gd name="connsiteX19-6411" fmla="*/ 2449585 w 8482265"/>
                <a:gd name="connsiteY19-6412" fmla="*/ 1209752 h 1734757"/>
                <a:gd name="connsiteX20-6413" fmla="*/ 2431248 w 8482265"/>
                <a:gd name="connsiteY20-6414" fmla="*/ 1207524 h 1734757"/>
                <a:gd name="connsiteX21-6415" fmla="*/ 2214989 w 8482265"/>
                <a:gd name="connsiteY21-6416" fmla="*/ 1255622 h 1734757"/>
                <a:gd name="connsiteX22-6417" fmla="*/ 1406094 w 8482265"/>
                <a:gd name="connsiteY22-6418" fmla="*/ 1328755 h 1734757"/>
                <a:gd name="connsiteX23-6419" fmla="*/ 1098436 w 8482265"/>
                <a:gd name="connsiteY23-6420" fmla="*/ 1317325 h 1734757"/>
                <a:gd name="connsiteX24-6421" fmla="*/ 121313 w 8482265"/>
                <a:gd name="connsiteY24-6422" fmla="*/ 971172 h 1734757"/>
                <a:gd name="connsiteX25-6423" fmla="*/ 15045 w 8482265"/>
                <a:gd name="connsiteY25-6424" fmla="*/ 496270 h 1734757"/>
                <a:gd name="connsiteX26-6425" fmla="*/ 179738 w 8482265"/>
                <a:gd name="connsiteY26-6426" fmla="*/ 0 h 1734757"/>
                <a:gd name="connsiteX27-6427" fmla="*/ 253735 w 8482265"/>
                <a:gd name="connsiteY27-6428" fmla="*/ 55572 h 1734757"/>
                <a:gd name="connsiteX28-6429" fmla="*/ 228804 w 8482265"/>
                <a:gd name="connsiteY28-6430" fmla="*/ 930610 h 1734757"/>
                <a:gd name="connsiteX29-6431" fmla="*/ 3221793 w 8482265"/>
                <a:gd name="connsiteY29-6432" fmla="*/ 923472 h 1734757"/>
                <a:gd name="connsiteX30-6433" fmla="*/ 4276348 w 8482265"/>
                <a:gd name="connsiteY30-6434" fmla="*/ 872053 h 1734757"/>
                <a:gd name="connsiteX31-6435" fmla="*/ 4539201 w 8482265"/>
                <a:gd name="connsiteY31-6436" fmla="*/ 1303743 h 1734757"/>
                <a:gd name="connsiteX32-6437" fmla="*/ 4829802 w 8482265"/>
                <a:gd name="connsiteY32-6438" fmla="*/ 1596007 h 1734757"/>
                <a:gd name="connsiteX33-6439" fmla="*/ 5808638 w 8482265"/>
                <a:gd name="connsiteY33-6440" fmla="*/ 744571 h 1734757"/>
                <a:gd name="connsiteX34-6441" fmla="*/ 6702261 w 8482265"/>
                <a:gd name="connsiteY34-6442" fmla="*/ 214691 h 1734757"/>
                <a:gd name="connsiteX0-6443" fmla="*/ 6702261 w 8482265"/>
                <a:gd name="connsiteY0-6444" fmla="*/ 214691 h 1734757"/>
                <a:gd name="connsiteX1-6445" fmla="*/ 6714728 w 8482265"/>
                <a:gd name="connsiteY1-6446" fmla="*/ 214691 h 1734757"/>
                <a:gd name="connsiteX2-6447" fmla="*/ 7150926 w 8482265"/>
                <a:gd name="connsiteY2-6448" fmla="*/ 789985 h 1734757"/>
                <a:gd name="connsiteX3-6449" fmla="*/ 7310380 w 8482265"/>
                <a:gd name="connsiteY3-6450" fmla="*/ 1114171 h 1734757"/>
                <a:gd name="connsiteX4-6451" fmla="*/ 8437627 w 8482265"/>
                <a:gd name="connsiteY4-6452" fmla="*/ 880513 h 1734757"/>
                <a:gd name="connsiteX5-6453" fmla="*/ 8482265 w 8482265"/>
                <a:gd name="connsiteY5-6454" fmla="*/ 929103 h 1734757"/>
                <a:gd name="connsiteX6-6455" fmla="*/ 7300222 w 8482265"/>
                <a:gd name="connsiteY6-6456" fmla="*/ 1173736 h 1734757"/>
                <a:gd name="connsiteX7-6457" fmla="*/ 7111830 w 8482265"/>
                <a:gd name="connsiteY7-6458" fmla="*/ 814498 h 1734757"/>
                <a:gd name="connsiteX8-6459" fmla="*/ 6713805 w 8482265"/>
                <a:gd name="connsiteY8-6460" fmla="*/ 275180 h 1734757"/>
                <a:gd name="connsiteX9-6461" fmla="*/ 6702723 w 8482265"/>
                <a:gd name="connsiteY9-6462" fmla="*/ 275180 h 1734757"/>
                <a:gd name="connsiteX10-6463" fmla="*/ 5813862 w 8482265"/>
                <a:gd name="connsiteY10-6464" fmla="*/ 855594 h 1734757"/>
                <a:gd name="connsiteX11-6465" fmla="*/ 5685497 w 8482265"/>
                <a:gd name="connsiteY11-6466" fmla="*/ 987191 h 1734757"/>
                <a:gd name="connsiteX12-6467" fmla="*/ 5515575 w 8482265"/>
                <a:gd name="connsiteY12-6468" fmla="*/ 1166348 h 1734757"/>
                <a:gd name="connsiteX13-6469" fmla="*/ 5126323 w 8482265"/>
                <a:gd name="connsiteY13-6470" fmla="*/ 1556985 h 1734757"/>
                <a:gd name="connsiteX14-6471" fmla="*/ 4768932 w 8482265"/>
                <a:gd name="connsiteY14-6472" fmla="*/ 1734757 h 1734757"/>
                <a:gd name="connsiteX15-6473" fmla="*/ 4725990 w 8482265"/>
                <a:gd name="connsiteY15-6474" fmla="*/ 1730601 h 1734757"/>
                <a:gd name="connsiteX16-6475" fmla="*/ 4494194 w 8482265"/>
                <a:gd name="connsiteY16-6476" fmla="*/ 1387063 h 1734757"/>
                <a:gd name="connsiteX17-6477" fmla="*/ 4268401 w 8482265"/>
                <a:gd name="connsiteY17-6478" fmla="*/ 977494 h 1734757"/>
                <a:gd name="connsiteX18-6479" fmla="*/ 3445399 w 8482265"/>
                <a:gd name="connsiteY18-6480" fmla="*/ 1010362 h 1734757"/>
                <a:gd name="connsiteX19-6481" fmla="*/ 2449585 w 8482265"/>
                <a:gd name="connsiteY19-6482" fmla="*/ 1209752 h 1734757"/>
                <a:gd name="connsiteX20-6483" fmla="*/ 2431248 w 8482265"/>
                <a:gd name="connsiteY20-6484" fmla="*/ 1207524 h 1734757"/>
                <a:gd name="connsiteX21-6485" fmla="*/ 2214989 w 8482265"/>
                <a:gd name="connsiteY21-6486" fmla="*/ 1255622 h 1734757"/>
                <a:gd name="connsiteX22-6487" fmla="*/ 1406094 w 8482265"/>
                <a:gd name="connsiteY22-6488" fmla="*/ 1328755 h 1734757"/>
                <a:gd name="connsiteX23-6489" fmla="*/ 1098436 w 8482265"/>
                <a:gd name="connsiteY23-6490" fmla="*/ 1317325 h 1734757"/>
                <a:gd name="connsiteX24-6491" fmla="*/ 121313 w 8482265"/>
                <a:gd name="connsiteY24-6492" fmla="*/ 971172 h 1734757"/>
                <a:gd name="connsiteX25-6493" fmla="*/ 15045 w 8482265"/>
                <a:gd name="connsiteY25-6494" fmla="*/ 496270 h 1734757"/>
                <a:gd name="connsiteX26-6495" fmla="*/ 179738 w 8482265"/>
                <a:gd name="connsiteY26-6496" fmla="*/ 0 h 1734757"/>
                <a:gd name="connsiteX27-6497" fmla="*/ 253735 w 8482265"/>
                <a:gd name="connsiteY27-6498" fmla="*/ 55572 h 1734757"/>
                <a:gd name="connsiteX28-6499" fmla="*/ 228804 w 8482265"/>
                <a:gd name="connsiteY28-6500" fmla="*/ 930610 h 1734757"/>
                <a:gd name="connsiteX29-6501" fmla="*/ 3221793 w 8482265"/>
                <a:gd name="connsiteY29-6502" fmla="*/ 923472 h 1734757"/>
                <a:gd name="connsiteX30-6503" fmla="*/ 4276348 w 8482265"/>
                <a:gd name="connsiteY30-6504" fmla="*/ 872053 h 1734757"/>
                <a:gd name="connsiteX31-6505" fmla="*/ 4539201 w 8482265"/>
                <a:gd name="connsiteY31-6506" fmla="*/ 1303743 h 1734757"/>
                <a:gd name="connsiteX32-6507" fmla="*/ 4829802 w 8482265"/>
                <a:gd name="connsiteY32-6508" fmla="*/ 1596007 h 1734757"/>
                <a:gd name="connsiteX33-6509" fmla="*/ 5808638 w 8482265"/>
                <a:gd name="connsiteY33-6510" fmla="*/ 744571 h 1734757"/>
                <a:gd name="connsiteX34-6511" fmla="*/ 6702261 w 8482265"/>
                <a:gd name="connsiteY34-6512" fmla="*/ 214691 h 1734757"/>
                <a:gd name="connsiteX0-6513" fmla="*/ 6697195 w 8477199"/>
                <a:gd name="connsiteY0-6514" fmla="*/ 214691 h 1734757"/>
                <a:gd name="connsiteX1-6515" fmla="*/ 6709662 w 8477199"/>
                <a:gd name="connsiteY1-6516" fmla="*/ 214691 h 1734757"/>
                <a:gd name="connsiteX2-6517" fmla="*/ 7145860 w 8477199"/>
                <a:gd name="connsiteY2-6518" fmla="*/ 789985 h 1734757"/>
                <a:gd name="connsiteX3-6519" fmla="*/ 7305314 w 8477199"/>
                <a:gd name="connsiteY3-6520" fmla="*/ 1114171 h 1734757"/>
                <a:gd name="connsiteX4-6521" fmla="*/ 8432561 w 8477199"/>
                <a:gd name="connsiteY4-6522" fmla="*/ 880513 h 1734757"/>
                <a:gd name="connsiteX5-6523" fmla="*/ 8477199 w 8477199"/>
                <a:gd name="connsiteY5-6524" fmla="*/ 929103 h 1734757"/>
                <a:gd name="connsiteX6-6525" fmla="*/ 7295156 w 8477199"/>
                <a:gd name="connsiteY6-6526" fmla="*/ 1173736 h 1734757"/>
                <a:gd name="connsiteX7-6527" fmla="*/ 7106764 w 8477199"/>
                <a:gd name="connsiteY7-6528" fmla="*/ 814498 h 1734757"/>
                <a:gd name="connsiteX8-6529" fmla="*/ 6708739 w 8477199"/>
                <a:gd name="connsiteY8-6530" fmla="*/ 275180 h 1734757"/>
                <a:gd name="connsiteX9-6531" fmla="*/ 6697657 w 8477199"/>
                <a:gd name="connsiteY9-6532" fmla="*/ 275180 h 1734757"/>
                <a:gd name="connsiteX10-6533" fmla="*/ 5808796 w 8477199"/>
                <a:gd name="connsiteY10-6534" fmla="*/ 855594 h 1734757"/>
                <a:gd name="connsiteX11-6535" fmla="*/ 5680431 w 8477199"/>
                <a:gd name="connsiteY11-6536" fmla="*/ 987191 h 1734757"/>
                <a:gd name="connsiteX12-6537" fmla="*/ 5510509 w 8477199"/>
                <a:gd name="connsiteY12-6538" fmla="*/ 1166348 h 1734757"/>
                <a:gd name="connsiteX13-6539" fmla="*/ 5121257 w 8477199"/>
                <a:gd name="connsiteY13-6540" fmla="*/ 1556985 h 1734757"/>
                <a:gd name="connsiteX14-6541" fmla="*/ 4763866 w 8477199"/>
                <a:gd name="connsiteY14-6542" fmla="*/ 1734757 h 1734757"/>
                <a:gd name="connsiteX15-6543" fmla="*/ 4720924 w 8477199"/>
                <a:gd name="connsiteY15-6544" fmla="*/ 1730601 h 1734757"/>
                <a:gd name="connsiteX16-6545" fmla="*/ 4489128 w 8477199"/>
                <a:gd name="connsiteY16-6546" fmla="*/ 1387063 h 1734757"/>
                <a:gd name="connsiteX17-6547" fmla="*/ 4263335 w 8477199"/>
                <a:gd name="connsiteY17-6548" fmla="*/ 977494 h 1734757"/>
                <a:gd name="connsiteX18-6549" fmla="*/ 3440333 w 8477199"/>
                <a:gd name="connsiteY18-6550" fmla="*/ 1010362 h 1734757"/>
                <a:gd name="connsiteX19-6551" fmla="*/ 2444519 w 8477199"/>
                <a:gd name="connsiteY19-6552" fmla="*/ 1209752 h 1734757"/>
                <a:gd name="connsiteX20-6553" fmla="*/ 2426182 w 8477199"/>
                <a:gd name="connsiteY20-6554" fmla="*/ 1207524 h 1734757"/>
                <a:gd name="connsiteX21-6555" fmla="*/ 2209923 w 8477199"/>
                <a:gd name="connsiteY21-6556" fmla="*/ 1255622 h 1734757"/>
                <a:gd name="connsiteX22-6557" fmla="*/ 1401028 w 8477199"/>
                <a:gd name="connsiteY22-6558" fmla="*/ 1328755 h 1734757"/>
                <a:gd name="connsiteX23-6559" fmla="*/ 1093370 w 8477199"/>
                <a:gd name="connsiteY23-6560" fmla="*/ 1317325 h 1734757"/>
                <a:gd name="connsiteX24-6561" fmla="*/ 116247 w 8477199"/>
                <a:gd name="connsiteY24-6562" fmla="*/ 971172 h 1734757"/>
                <a:gd name="connsiteX25-6563" fmla="*/ 9979 w 8477199"/>
                <a:gd name="connsiteY25-6564" fmla="*/ 496270 h 1734757"/>
                <a:gd name="connsiteX26-6565" fmla="*/ 174672 w 8477199"/>
                <a:gd name="connsiteY26-6566" fmla="*/ 0 h 1734757"/>
                <a:gd name="connsiteX27-6567" fmla="*/ 248669 w 8477199"/>
                <a:gd name="connsiteY27-6568" fmla="*/ 55572 h 1734757"/>
                <a:gd name="connsiteX28-6569" fmla="*/ 307460 w 8477199"/>
                <a:gd name="connsiteY28-6570" fmla="*/ 944504 h 1734757"/>
                <a:gd name="connsiteX29-6571" fmla="*/ 3216727 w 8477199"/>
                <a:gd name="connsiteY29-6572" fmla="*/ 923472 h 1734757"/>
                <a:gd name="connsiteX30-6573" fmla="*/ 4271282 w 8477199"/>
                <a:gd name="connsiteY30-6574" fmla="*/ 872053 h 1734757"/>
                <a:gd name="connsiteX31-6575" fmla="*/ 4534135 w 8477199"/>
                <a:gd name="connsiteY31-6576" fmla="*/ 1303743 h 1734757"/>
                <a:gd name="connsiteX32-6577" fmla="*/ 4824736 w 8477199"/>
                <a:gd name="connsiteY32-6578" fmla="*/ 1596007 h 1734757"/>
                <a:gd name="connsiteX33-6579" fmla="*/ 5803572 w 8477199"/>
                <a:gd name="connsiteY33-6580" fmla="*/ 744571 h 1734757"/>
                <a:gd name="connsiteX34-6581" fmla="*/ 6697195 w 8477199"/>
                <a:gd name="connsiteY34-6582" fmla="*/ 214691 h 1734757"/>
                <a:gd name="connsiteX0-6583" fmla="*/ 6697195 w 8477199"/>
                <a:gd name="connsiteY0-6584" fmla="*/ 214691 h 1734757"/>
                <a:gd name="connsiteX1-6585" fmla="*/ 6709662 w 8477199"/>
                <a:gd name="connsiteY1-6586" fmla="*/ 214691 h 1734757"/>
                <a:gd name="connsiteX2-6587" fmla="*/ 7145860 w 8477199"/>
                <a:gd name="connsiteY2-6588" fmla="*/ 789985 h 1734757"/>
                <a:gd name="connsiteX3-6589" fmla="*/ 7305314 w 8477199"/>
                <a:gd name="connsiteY3-6590" fmla="*/ 1114171 h 1734757"/>
                <a:gd name="connsiteX4-6591" fmla="*/ 8432561 w 8477199"/>
                <a:gd name="connsiteY4-6592" fmla="*/ 880513 h 1734757"/>
                <a:gd name="connsiteX5-6593" fmla="*/ 8477199 w 8477199"/>
                <a:gd name="connsiteY5-6594" fmla="*/ 929103 h 1734757"/>
                <a:gd name="connsiteX6-6595" fmla="*/ 7295156 w 8477199"/>
                <a:gd name="connsiteY6-6596" fmla="*/ 1173736 h 1734757"/>
                <a:gd name="connsiteX7-6597" fmla="*/ 7106764 w 8477199"/>
                <a:gd name="connsiteY7-6598" fmla="*/ 814498 h 1734757"/>
                <a:gd name="connsiteX8-6599" fmla="*/ 6708739 w 8477199"/>
                <a:gd name="connsiteY8-6600" fmla="*/ 275180 h 1734757"/>
                <a:gd name="connsiteX9-6601" fmla="*/ 6697657 w 8477199"/>
                <a:gd name="connsiteY9-6602" fmla="*/ 275180 h 1734757"/>
                <a:gd name="connsiteX10-6603" fmla="*/ 5808796 w 8477199"/>
                <a:gd name="connsiteY10-6604" fmla="*/ 855594 h 1734757"/>
                <a:gd name="connsiteX11-6605" fmla="*/ 5680431 w 8477199"/>
                <a:gd name="connsiteY11-6606" fmla="*/ 987191 h 1734757"/>
                <a:gd name="connsiteX12-6607" fmla="*/ 5510509 w 8477199"/>
                <a:gd name="connsiteY12-6608" fmla="*/ 1166348 h 1734757"/>
                <a:gd name="connsiteX13-6609" fmla="*/ 5121257 w 8477199"/>
                <a:gd name="connsiteY13-6610" fmla="*/ 1556985 h 1734757"/>
                <a:gd name="connsiteX14-6611" fmla="*/ 4763866 w 8477199"/>
                <a:gd name="connsiteY14-6612" fmla="*/ 1734757 h 1734757"/>
                <a:gd name="connsiteX15-6613" fmla="*/ 4720924 w 8477199"/>
                <a:gd name="connsiteY15-6614" fmla="*/ 1730601 h 1734757"/>
                <a:gd name="connsiteX16-6615" fmla="*/ 4489128 w 8477199"/>
                <a:gd name="connsiteY16-6616" fmla="*/ 1387063 h 1734757"/>
                <a:gd name="connsiteX17-6617" fmla="*/ 4263335 w 8477199"/>
                <a:gd name="connsiteY17-6618" fmla="*/ 977494 h 1734757"/>
                <a:gd name="connsiteX18-6619" fmla="*/ 3440333 w 8477199"/>
                <a:gd name="connsiteY18-6620" fmla="*/ 1010362 h 1734757"/>
                <a:gd name="connsiteX19-6621" fmla="*/ 2444519 w 8477199"/>
                <a:gd name="connsiteY19-6622" fmla="*/ 1209752 h 1734757"/>
                <a:gd name="connsiteX20-6623" fmla="*/ 2426182 w 8477199"/>
                <a:gd name="connsiteY20-6624" fmla="*/ 1207524 h 1734757"/>
                <a:gd name="connsiteX21-6625" fmla="*/ 2209923 w 8477199"/>
                <a:gd name="connsiteY21-6626" fmla="*/ 1255622 h 1734757"/>
                <a:gd name="connsiteX22-6627" fmla="*/ 1401028 w 8477199"/>
                <a:gd name="connsiteY22-6628" fmla="*/ 1328755 h 1734757"/>
                <a:gd name="connsiteX23-6629" fmla="*/ 1093370 w 8477199"/>
                <a:gd name="connsiteY23-6630" fmla="*/ 1317325 h 1734757"/>
                <a:gd name="connsiteX24-6631" fmla="*/ 116247 w 8477199"/>
                <a:gd name="connsiteY24-6632" fmla="*/ 971172 h 1734757"/>
                <a:gd name="connsiteX25-6633" fmla="*/ 9979 w 8477199"/>
                <a:gd name="connsiteY25-6634" fmla="*/ 496270 h 1734757"/>
                <a:gd name="connsiteX26-6635" fmla="*/ 174672 w 8477199"/>
                <a:gd name="connsiteY26-6636" fmla="*/ 0 h 1734757"/>
                <a:gd name="connsiteX27-6637" fmla="*/ 248669 w 8477199"/>
                <a:gd name="connsiteY27-6638" fmla="*/ 55572 h 1734757"/>
                <a:gd name="connsiteX28-6639" fmla="*/ 307460 w 8477199"/>
                <a:gd name="connsiteY28-6640" fmla="*/ 944504 h 1734757"/>
                <a:gd name="connsiteX29-6641" fmla="*/ 3216727 w 8477199"/>
                <a:gd name="connsiteY29-6642" fmla="*/ 923472 h 1734757"/>
                <a:gd name="connsiteX30-6643" fmla="*/ 4271282 w 8477199"/>
                <a:gd name="connsiteY30-6644" fmla="*/ 872053 h 1734757"/>
                <a:gd name="connsiteX31-6645" fmla="*/ 4534135 w 8477199"/>
                <a:gd name="connsiteY31-6646" fmla="*/ 1303743 h 1734757"/>
                <a:gd name="connsiteX32-6647" fmla="*/ 4824736 w 8477199"/>
                <a:gd name="connsiteY32-6648" fmla="*/ 1596007 h 1734757"/>
                <a:gd name="connsiteX33-6649" fmla="*/ 5803572 w 8477199"/>
                <a:gd name="connsiteY33-6650" fmla="*/ 744571 h 1734757"/>
                <a:gd name="connsiteX34-6651" fmla="*/ 6697195 w 8477199"/>
                <a:gd name="connsiteY34-6652" fmla="*/ 214691 h 1734757"/>
                <a:gd name="connsiteX0-6653" fmla="*/ 6697195 w 8477199"/>
                <a:gd name="connsiteY0-6654" fmla="*/ 214691 h 1734757"/>
                <a:gd name="connsiteX1-6655" fmla="*/ 6709662 w 8477199"/>
                <a:gd name="connsiteY1-6656" fmla="*/ 214691 h 1734757"/>
                <a:gd name="connsiteX2-6657" fmla="*/ 7145860 w 8477199"/>
                <a:gd name="connsiteY2-6658" fmla="*/ 789985 h 1734757"/>
                <a:gd name="connsiteX3-6659" fmla="*/ 7305314 w 8477199"/>
                <a:gd name="connsiteY3-6660" fmla="*/ 1114171 h 1734757"/>
                <a:gd name="connsiteX4-6661" fmla="*/ 8432561 w 8477199"/>
                <a:gd name="connsiteY4-6662" fmla="*/ 880513 h 1734757"/>
                <a:gd name="connsiteX5-6663" fmla="*/ 8477199 w 8477199"/>
                <a:gd name="connsiteY5-6664" fmla="*/ 929103 h 1734757"/>
                <a:gd name="connsiteX6-6665" fmla="*/ 7295156 w 8477199"/>
                <a:gd name="connsiteY6-6666" fmla="*/ 1173736 h 1734757"/>
                <a:gd name="connsiteX7-6667" fmla="*/ 7106764 w 8477199"/>
                <a:gd name="connsiteY7-6668" fmla="*/ 814498 h 1734757"/>
                <a:gd name="connsiteX8-6669" fmla="*/ 6708739 w 8477199"/>
                <a:gd name="connsiteY8-6670" fmla="*/ 275180 h 1734757"/>
                <a:gd name="connsiteX9-6671" fmla="*/ 6697657 w 8477199"/>
                <a:gd name="connsiteY9-6672" fmla="*/ 275180 h 1734757"/>
                <a:gd name="connsiteX10-6673" fmla="*/ 5808796 w 8477199"/>
                <a:gd name="connsiteY10-6674" fmla="*/ 855594 h 1734757"/>
                <a:gd name="connsiteX11-6675" fmla="*/ 5680431 w 8477199"/>
                <a:gd name="connsiteY11-6676" fmla="*/ 987191 h 1734757"/>
                <a:gd name="connsiteX12-6677" fmla="*/ 5510509 w 8477199"/>
                <a:gd name="connsiteY12-6678" fmla="*/ 1166348 h 1734757"/>
                <a:gd name="connsiteX13-6679" fmla="*/ 5121257 w 8477199"/>
                <a:gd name="connsiteY13-6680" fmla="*/ 1556985 h 1734757"/>
                <a:gd name="connsiteX14-6681" fmla="*/ 4763866 w 8477199"/>
                <a:gd name="connsiteY14-6682" fmla="*/ 1734757 h 1734757"/>
                <a:gd name="connsiteX15-6683" fmla="*/ 4720924 w 8477199"/>
                <a:gd name="connsiteY15-6684" fmla="*/ 1730601 h 1734757"/>
                <a:gd name="connsiteX16-6685" fmla="*/ 4489128 w 8477199"/>
                <a:gd name="connsiteY16-6686" fmla="*/ 1387063 h 1734757"/>
                <a:gd name="connsiteX17-6687" fmla="*/ 4263335 w 8477199"/>
                <a:gd name="connsiteY17-6688" fmla="*/ 977494 h 1734757"/>
                <a:gd name="connsiteX18-6689" fmla="*/ 3440333 w 8477199"/>
                <a:gd name="connsiteY18-6690" fmla="*/ 1010362 h 1734757"/>
                <a:gd name="connsiteX19-6691" fmla="*/ 2444519 w 8477199"/>
                <a:gd name="connsiteY19-6692" fmla="*/ 1209752 h 1734757"/>
                <a:gd name="connsiteX20-6693" fmla="*/ 2426182 w 8477199"/>
                <a:gd name="connsiteY20-6694" fmla="*/ 1207524 h 1734757"/>
                <a:gd name="connsiteX21-6695" fmla="*/ 2209923 w 8477199"/>
                <a:gd name="connsiteY21-6696" fmla="*/ 1255622 h 1734757"/>
                <a:gd name="connsiteX22-6697" fmla="*/ 1401028 w 8477199"/>
                <a:gd name="connsiteY22-6698" fmla="*/ 1328755 h 1734757"/>
                <a:gd name="connsiteX23-6699" fmla="*/ 1093370 w 8477199"/>
                <a:gd name="connsiteY23-6700" fmla="*/ 1317325 h 1734757"/>
                <a:gd name="connsiteX24-6701" fmla="*/ 116247 w 8477199"/>
                <a:gd name="connsiteY24-6702" fmla="*/ 971172 h 1734757"/>
                <a:gd name="connsiteX25-6703" fmla="*/ 9979 w 8477199"/>
                <a:gd name="connsiteY25-6704" fmla="*/ 496270 h 1734757"/>
                <a:gd name="connsiteX26-6705" fmla="*/ 174672 w 8477199"/>
                <a:gd name="connsiteY26-6706" fmla="*/ 0 h 1734757"/>
                <a:gd name="connsiteX27-6707" fmla="*/ 248669 w 8477199"/>
                <a:gd name="connsiteY27-6708" fmla="*/ 55572 h 1734757"/>
                <a:gd name="connsiteX28-6709" fmla="*/ 307460 w 8477199"/>
                <a:gd name="connsiteY28-6710" fmla="*/ 944504 h 1734757"/>
                <a:gd name="connsiteX29-6711" fmla="*/ 3216727 w 8477199"/>
                <a:gd name="connsiteY29-6712" fmla="*/ 923472 h 1734757"/>
                <a:gd name="connsiteX30-6713" fmla="*/ 4271282 w 8477199"/>
                <a:gd name="connsiteY30-6714" fmla="*/ 872053 h 1734757"/>
                <a:gd name="connsiteX31-6715" fmla="*/ 4534135 w 8477199"/>
                <a:gd name="connsiteY31-6716" fmla="*/ 1303743 h 1734757"/>
                <a:gd name="connsiteX32-6717" fmla="*/ 4824736 w 8477199"/>
                <a:gd name="connsiteY32-6718" fmla="*/ 1596007 h 1734757"/>
                <a:gd name="connsiteX33-6719" fmla="*/ 5803572 w 8477199"/>
                <a:gd name="connsiteY33-6720" fmla="*/ 744571 h 1734757"/>
                <a:gd name="connsiteX34-6721" fmla="*/ 6697195 w 8477199"/>
                <a:gd name="connsiteY34-6722" fmla="*/ 214691 h 1734757"/>
                <a:gd name="connsiteX0-6723" fmla="*/ 6697195 w 8477199"/>
                <a:gd name="connsiteY0-6724" fmla="*/ 214691 h 1734757"/>
                <a:gd name="connsiteX1-6725" fmla="*/ 6709662 w 8477199"/>
                <a:gd name="connsiteY1-6726" fmla="*/ 214691 h 1734757"/>
                <a:gd name="connsiteX2-6727" fmla="*/ 7145860 w 8477199"/>
                <a:gd name="connsiteY2-6728" fmla="*/ 789985 h 1734757"/>
                <a:gd name="connsiteX3-6729" fmla="*/ 7305314 w 8477199"/>
                <a:gd name="connsiteY3-6730" fmla="*/ 1114171 h 1734757"/>
                <a:gd name="connsiteX4-6731" fmla="*/ 8432561 w 8477199"/>
                <a:gd name="connsiteY4-6732" fmla="*/ 880513 h 1734757"/>
                <a:gd name="connsiteX5-6733" fmla="*/ 8477199 w 8477199"/>
                <a:gd name="connsiteY5-6734" fmla="*/ 929103 h 1734757"/>
                <a:gd name="connsiteX6-6735" fmla="*/ 7295156 w 8477199"/>
                <a:gd name="connsiteY6-6736" fmla="*/ 1173736 h 1734757"/>
                <a:gd name="connsiteX7-6737" fmla="*/ 7106764 w 8477199"/>
                <a:gd name="connsiteY7-6738" fmla="*/ 814498 h 1734757"/>
                <a:gd name="connsiteX8-6739" fmla="*/ 6708739 w 8477199"/>
                <a:gd name="connsiteY8-6740" fmla="*/ 275180 h 1734757"/>
                <a:gd name="connsiteX9-6741" fmla="*/ 6697657 w 8477199"/>
                <a:gd name="connsiteY9-6742" fmla="*/ 275180 h 1734757"/>
                <a:gd name="connsiteX10-6743" fmla="*/ 5808796 w 8477199"/>
                <a:gd name="connsiteY10-6744" fmla="*/ 855594 h 1734757"/>
                <a:gd name="connsiteX11-6745" fmla="*/ 5680431 w 8477199"/>
                <a:gd name="connsiteY11-6746" fmla="*/ 987191 h 1734757"/>
                <a:gd name="connsiteX12-6747" fmla="*/ 5510509 w 8477199"/>
                <a:gd name="connsiteY12-6748" fmla="*/ 1166348 h 1734757"/>
                <a:gd name="connsiteX13-6749" fmla="*/ 5121257 w 8477199"/>
                <a:gd name="connsiteY13-6750" fmla="*/ 1556985 h 1734757"/>
                <a:gd name="connsiteX14-6751" fmla="*/ 4763866 w 8477199"/>
                <a:gd name="connsiteY14-6752" fmla="*/ 1734757 h 1734757"/>
                <a:gd name="connsiteX15-6753" fmla="*/ 4720924 w 8477199"/>
                <a:gd name="connsiteY15-6754" fmla="*/ 1730601 h 1734757"/>
                <a:gd name="connsiteX16-6755" fmla="*/ 4489128 w 8477199"/>
                <a:gd name="connsiteY16-6756" fmla="*/ 1387063 h 1734757"/>
                <a:gd name="connsiteX17-6757" fmla="*/ 4263335 w 8477199"/>
                <a:gd name="connsiteY17-6758" fmla="*/ 977494 h 1734757"/>
                <a:gd name="connsiteX18-6759" fmla="*/ 3440333 w 8477199"/>
                <a:gd name="connsiteY18-6760" fmla="*/ 1010362 h 1734757"/>
                <a:gd name="connsiteX19-6761" fmla="*/ 2444519 w 8477199"/>
                <a:gd name="connsiteY19-6762" fmla="*/ 1209752 h 1734757"/>
                <a:gd name="connsiteX20-6763" fmla="*/ 2426182 w 8477199"/>
                <a:gd name="connsiteY20-6764" fmla="*/ 1207524 h 1734757"/>
                <a:gd name="connsiteX21-6765" fmla="*/ 2209923 w 8477199"/>
                <a:gd name="connsiteY21-6766" fmla="*/ 1255622 h 1734757"/>
                <a:gd name="connsiteX22-6767" fmla="*/ 1401028 w 8477199"/>
                <a:gd name="connsiteY22-6768" fmla="*/ 1328755 h 1734757"/>
                <a:gd name="connsiteX23-6769" fmla="*/ 1093370 w 8477199"/>
                <a:gd name="connsiteY23-6770" fmla="*/ 1317325 h 1734757"/>
                <a:gd name="connsiteX24-6771" fmla="*/ 116247 w 8477199"/>
                <a:gd name="connsiteY24-6772" fmla="*/ 971172 h 1734757"/>
                <a:gd name="connsiteX25-6773" fmla="*/ 9979 w 8477199"/>
                <a:gd name="connsiteY25-6774" fmla="*/ 496270 h 1734757"/>
                <a:gd name="connsiteX26-6775" fmla="*/ 174672 w 8477199"/>
                <a:gd name="connsiteY26-6776" fmla="*/ 0 h 1734757"/>
                <a:gd name="connsiteX27-6777" fmla="*/ 248669 w 8477199"/>
                <a:gd name="connsiteY27-6778" fmla="*/ 55572 h 1734757"/>
                <a:gd name="connsiteX28-6779" fmla="*/ 307460 w 8477199"/>
                <a:gd name="connsiteY28-6780" fmla="*/ 944504 h 1734757"/>
                <a:gd name="connsiteX29-6781" fmla="*/ 3216727 w 8477199"/>
                <a:gd name="connsiteY29-6782" fmla="*/ 923472 h 1734757"/>
                <a:gd name="connsiteX30-6783" fmla="*/ 4271282 w 8477199"/>
                <a:gd name="connsiteY30-6784" fmla="*/ 872053 h 1734757"/>
                <a:gd name="connsiteX31-6785" fmla="*/ 4534135 w 8477199"/>
                <a:gd name="connsiteY31-6786" fmla="*/ 1303743 h 1734757"/>
                <a:gd name="connsiteX32-6787" fmla="*/ 4824736 w 8477199"/>
                <a:gd name="connsiteY32-6788" fmla="*/ 1596007 h 1734757"/>
                <a:gd name="connsiteX33-6789" fmla="*/ 5803572 w 8477199"/>
                <a:gd name="connsiteY33-6790" fmla="*/ 744571 h 1734757"/>
                <a:gd name="connsiteX34-6791" fmla="*/ 6697195 w 8477199"/>
                <a:gd name="connsiteY34-6792" fmla="*/ 214691 h 1734757"/>
                <a:gd name="connsiteX0-6793" fmla="*/ 6697195 w 8477199"/>
                <a:gd name="connsiteY0-6794" fmla="*/ 214691 h 1734757"/>
                <a:gd name="connsiteX1-6795" fmla="*/ 6709662 w 8477199"/>
                <a:gd name="connsiteY1-6796" fmla="*/ 214691 h 1734757"/>
                <a:gd name="connsiteX2-6797" fmla="*/ 7145860 w 8477199"/>
                <a:gd name="connsiteY2-6798" fmla="*/ 789985 h 1734757"/>
                <a:gd name="connsiteX3-6799" fmla="*/ 7305314 w 8477199"/>
                <a:gd name="connsiteY3-6800" fmla="*/ 1114171 h 1734757"/>
                <a:gd name="connsiteX4-6801" fmla="*/ 8432561 w 8477199"/>
                <a:gd name="connsiteY4-6802" fmla="*/ 880513 h 1734757"/>
                <a:gd name="connsiteX5-6803" fmla="*/ 8477199 w 8477199"/>
                <a:gd name="connsiteY5-6804" fmla="*/ 929103 h 1734757"/>
                <a:gd name="connsiteX6-6805" fmla="*/ 7295156 w 8477199"/>
                <a:gd name="connsiteY6-6806" fmla="*/ 1173736 h 1734757"/>
                <a:gd name="connsiteX7-6807" fmla="*/ 7106764 w 8477199"/>
                <a:gd name="connsiteY7-6808" fmla="*/ 814498 h 1734757"/>
                <a:gd name="connsiteX8-6809" fmla="*/ 6708739 w 8477199"/>
                <a:gd name="connsiteY8-6810" fmla="*/ 275180 h 1734757"/>
                <a:gd name="connsiteX9-6811" fmla="*/ 6697657 w 8477199"/>
                <a:gd name="connsiteY9-6812" fmla="*/ 275180 h 1734757"/>
                <a:gd name="connsiteX10-6813" fmla="*/ 5808796 w 8477199"/>
                <a:gd name="connsiteY10-6814" fmla="*/ 855594 h 1734757"/>
                <a:gd name="connsiteX11-6815" fmla="*/ 5680431 w 8477199"/>
                <a:gd name="connsiteY11-6816" fmla="*/ 987191 h 1734757"/>
                <a:gd name="connsiteX12-6817" fmla="*/ 5510509 w 8477199"/>
                <a:gd name="connsiteY12-6818" fmla="*/ 1166348 h 1734757"/>
                <a:gd name="connsiteX13-6819" fmla="*/ 5121257 w 8477199"/>
                <a:gd name="connsiteY13-6820" fmla="*/ 1556985 h 1734757"/>
                <a:gd name="connsiteX14-6821" fmla="*/ 4763866 w 8477199"/>
                <a:gd name="connsiteY14-6822" fmla="*/ 1734757 h 1734757"/>
                <a:gd name="connsiteX15-6823" fmla="*/ 4720924 w 8477199"/>
                <a:gd name="connsiteY15-6824" fmla="*/ 1730601 h 1734757"/>
                <a:gd name="connsiteX16-6825" fmla="*/ 4489128 w 8477199"/>
                <a:gd name="connsiteY16-6826" fmla="*/ 1387063 h 1734757"/>
                <a:gd name="connsiteX17-6827" fmla="*/ 4263335 w 8477199"/>
                <a:gd name="connsiteY17-6828" fmla="*/ 977494 h 1734757"/>
                <a:gd name="connsiteX18-6829" fmla="*/ 3440333 w 8477199"/>
                <a:gd name="connsiteY18-6830" fmla="*/ 1010362 h 1734757"/>
                <a:gd name="connsiteX19-6831" fmla="*/ 2444519 w 8477199"/>
                <a:gd name="connsiteY19-6832" fmla="*/ 1209752 h 1734757"/>
                <a:gd name="connsiteX20-6833" fmla="*/ 2426182 w 8477199"/>
                <a:gd name="connsiteY20-6834" fmla="*/ 1207524 h 1734757"/>
                <a:gd name="connsiteX21-6835" fmla="*/ 2209923 w 8477199"/>
                <a:gd name="connsiteY21-6836" fmla="*/ 1255622 h 1734757"/>
                <a:gd name="connsiteX22-6837" fmla="*/ 1401028 w 8477199"/>
                <a:gd name="connsiteY22-6838" fmla="*/ 1328755 h 1734757"/>
                <a:gd name="connsiteX23-6839" fmla="*/ 1093370 w 8477199"/>
                <a:gd name="connsiteY23-6840" fmla="*/ 1317325 h 1734757"/>
                <a:gd name="connsiteX24-6841" fmla="*/ 116247 w 8477199"/>
                <a:gd name="connsiteY24-6842" fmla="*/ 971172 h 1734757"/>
                <a:gd name="connsiteX25-6843" fmla="*/ 9979 w 8477199"/>
                <a:gd name="connsiteY25-6844" fmla="*/ 496270 h 1734757"/>
                <a:gd name="connsiteX26-6845" fmla="*/ 174672 w 8477199"/>
                <a:gd name="connsiteY26-6846" fmla="*/ 0 h 1734757"/>
                <a:gd name="connsiteX27-6847" fmla="*/ 248669 w 8477199"/>
                <a:gd name="connsiteY27-6848" fmla="*/ 55572 h 1734757"/>
                <a:gd name="connsiteX28-6849" fmla="*/ 307460 w 8477199"/>
                <a:gd name="connsiteY28-6850" fmla="*/ 1000075 h 1734757"/>
                <a:gd name="connsiteX29-6851" fmla="*/ 3216727 w 8477199"/>
                <a:gd name="connsiteY29-6852" fmla="*/ 923472 h 1734757"/>
                <a:gd name="connsiteX30-6853" fmla="*/ 4271282 w 8477199"/>
                <a:gd name="connsiteY30-6854" fmla="*/ 872053 h 1734757"/>
                <a:gd name="connsiteX31-6855" fmla="*/ 4534135 w 8477199"/>
                <a:gd name="connsiteY31-6856" fmla="*/ 1303743 h 1734757"/>
                <a:gd name="connsiteX32-6857" fmla="*/ 4824736 w 8477199"/>
                <a:gd name="connsiteY32-6858" fmla="*/ 1596007 h 1734757"/>
                <a:gd name="connsiteX33-6859" fmla="*/ 5803572 w 8477199"/>
                <a:gd name="connsiteY33-6860" fmla="*/ 744571 h 1734757"/>
                <a:gd name="connsiteX34-6861" fmla="*/ 6697195 w 8477199"/>
                <a:gd name="connsiteY34-6862" fmla="*/ 214691 h 1734757"/>
                <a:gd name="connsiteX0-6863" fmla="*/ 6697195 w 8477199"/>
                <a:gd name="connsiteY0-6864" fmla="*/ 214691 h 1734757"/>
                <a:gd name="connsiteX1-6865" fmla="*/ 6709662 w 8477199"/>
                <a:gd name="connsiteY1-6866" fmla="*/ 214691 h 1734757"/>
                <a:gd name="connsiteX2-6867" fmla="*/ 7145860 w 8477199"/>
                <a:gd name="connsiteY2-6868" fmla="*/ 789985 h 1734757"/>
                <a:gd name="connsiteX3-6869" fmla="*/ 7305314 w 8477199"/>
                <a:gd name="connsiteY3-6870" fmla="*/ 1114171 h 1734757"/>
                <a:gd name="connsiteX4-6871" fmla="*/ 8432561 w 8477199"/>
                <a:gd name="connsiteY4-6872" fmla="*/ 880513 h 1734757"/>
                <a:gd name="connsiteX5-6873" fmla="*/ 8477199 w 8477199"/>
                <a:gd name="connsiteY5-6874" fmla="*/ 929103 h 1734757"/>
                <a:gd name="connsiteX6-6875" fmla="*/ 7295156 w 8477199"/>
                <a:gd name="connsiteY6-6876" fmla="*/ 1173736 h 1734757"/>
                <a:gd name="connsiteX7-6877" fmla="*/ 7106764 w 8477199"/>
                <a:gd name="connsiteY7-6878" fmla="*/ 814498 h 1734757"/>
                <a:gd name="connsiteX8-6879" fmla="*/ 6708739 w 8477199"/>
                <a:gd name="connsiteY8-6880" fmla="*/ 275180 h 1734757"/>
                <a:gd name="connsiteX9-6881" fmla="*/ 6697657 w 8477199"/>
                <a:gd name="connsiteY9-6882" fmla="*/ 275180 h 1734757"/>
                <a:gd name="connsiteX10-6883" fmla="*/ 5808796 w 8477199"/>
                <a:gd name="connsiteY10-6884" fmla="*/ 855594 h 1734757"/>
                <a:gd name="connsiteX11-6885" fmla="*/ 5680431 w 8477199"/>
                <a:gd name="connsiteY11-6886" fmla="*/ 987191 h 1734757"/>
                <a:gd name="connsiteX12-6887" fmla="*/ 5510509 w 8477199"/>
                <a:gd name="connsiteY12-6888" fmla="*/ 1166348 h 1734757"/>
                <a:gd name="connsiteX13-6889" fmla="*/ 5121257 w 8477199"/>
                <a:gd name="connsiteY13-6890" fmla="*/ 1556985 h 1734757"/>
                <a:gd name="connsiteX14-6891" fmla="*/ 4763866 w 8477199"/>
                <a:gd name="connsiteY14-6892" fmla="*/ 1734757 h 1734757"/>
                <a:gd name="connsiteX15-6893" fmla="*/ 4720924 w 8477199"/>
                <a:gd name="connsiteY15-6894" fmla="*/ 1730601 h 1734757"/>
                <a:gd name="connsiteX16-6895" fmla="*/ 4489128 w 8477199"/>
                <a:gd name="connsiteY16-6896" fmla="*/ 1387063 h 1734757"/>
                <a:gd name="connsiteX17-6897" fmla="*/ 4263335 w 8477199"/>
                <a:gd name="connsiteY17-6898" fmla="*/ 977494 h 1734757"/>
                <a:gd name="connsiteX18-6899" fmla="*/ 3440333 w 8477199"/>
                <a:gd name="connsiteY18-6900" fmla="*/ 1010362 h 1734757"/>
                <a:gd name="connsiteX19-6901" fmla="*/ 2444519 w 8477199"/>
                <a:gd name="connsiteY19-6902" fmla="*/ 1209752 h 1734757"/>
                <a:gd name="connsiteX20-6903" fmla="*/ 2426182 w 8477199"/>
                <a:gd name="connsiteY20-6904" fmla="*/ 1207524 h 1734757"/>
                <a:gd name="connsiteX21-6905" fmla="*/ 2209923 w 8477199"/>
                <a:gd name="connsiteY21-6906" fmla="*/ 1255622 h 1734757"/>
                <a:gd name="connsiteX22-6907" fmla="*/ 1401028 w 8477199"/>
                <a:gd name="connsiteY22-6908" fmla="*/ 1328755 h 1734757"/>
                <a:gd name="connsiteX23-6909" fmla="*/ 1093370 w 8477199"/>
                <a:gd name="connsiteY23-6910" fmla="*/ 1317325 h 1734757"/>
                <a:gd name="connsiteX24-6911" fmla="*/ 116247 w 8477199"/>
                <a:gd name="connsiteY24-6912" fmla="*/ 971172 h 1734757"/>
                <a:gd name="connsiteX25-6913" fmla="*/ 9979 w 8477199"/>
                <a:gd name="connsiteY25-6914" fmla="*/ 496270 h 1734757"/>
                <a:gd name="connsiteX26-6915" fmla="*/ 174672 w 8477199"/>
                <a:gd name="connsiteY26-6916" fmla="*/ 0 h 1734757"/>
                <a:gd name="connsiteX27-6917" fmla="*/ 248669 w 8477199"/>
                <a:gd name="connsiteY27-6918" fmla="*/ 55572 h 1734757"/>
                <a:gd name="connsiteX28-6919" fmla="*/ 307460 w 8477199"/>
                <a:gd name="connsiteY28-6920" fmla="*/ 1000075 h 1734757"/>
                <a:gd name="connsiteX29-6921" fmla="*/ 3216727 w 8477199"/>
                <a:gd name="connsiteY29-6922" fmla="*/ 923472 h 1734757"/>
                <a:gd name="connsiteX30-6923" fmla="*/ 4271282 w 8477199"/>
                <a:gd name="connsiteY30-6924" fmla="*/ 872053 h 1734757"/>
                <a:gd name="connsiteX31-6925" fmla="*/ 4534135 w 8477199"/>
                <a:gd name="connsiteY31-6926" fmla="*/ 1303743 h 1734757"/>
                <a:gd name="connsiteX32-6927" fmla="*/ 4824736 w 8477199"/>
                <a:gd name="connsiteY32-6928" fmla="*/ 1596007 h 1734757"/>
                <a:gd name="connsiteX33-6929" fmla="*/ 5803572 w 8477199"/>
                <a:gd name="connsiteY33-6930" fmla="*/ 744571 h 1734757"/>
                <a:gd name="connsiteX34-6931" fmla="*/ 6697195 w 8477199"/>
                <a:gd name="connsiteY34-6932" fmla="*/ 214691 h 1734757"/>
                <a:gd name="connsiteX0-6933" fmla="*/ 6697195 w 8477199"/>
                <a:gd name="connsiteY0-6934" fmla="*/ 214691 h 1734757"/>
                <a:gd name="connsiteX1-6935" fmla="*/ 6709662 w 8477199"/>
                <a:gd name="connsiteY1-6936" fmla="*/ 214691 h 1734757"/>
                <a:gd name="connsiteX2-6937" fmla="*/ 7145860 w 8477199"/>
                <a:gd name="connsiteY2-6938" fmla="*/ 789985 h 1734757"/>
                <a:gd name="connsiteX3-6939" fmla="*/ 7305314 w 8477199"/>
                <a:gd name="connsiteY3-6940" fmla="*/ 1114171 h 1734757"/>
                <a:gd name="connsiteX4-6941" fmla="*/ 8432561 w 8477199"/>
                <a:gd name="connsiteY4-6942" fmla="*/ 880513 h 1734757"/>
                <a:gd name="connsiteX5-6943" fmla="*/ 8477199 w 8477199"/>
                <a:gd name="connsiteY5-6944" fmla="*/ 929103 h 1734757"/>
                <a:gd name="connsiteX6-6945" fmla="*/ 7295156 w 8477199"/>
                <a:gd name="connsiteY6-6946" fmla="*/ 1173736 h 1734757"/>
                <a:gd name="connsiteX7-6947" fmla="*/ 7106764 w 8477199"/>
                <a:gd name="connsiteY7-6948" fmla="*/ 814498 h 1734757"/>
                <a:gd name="connsiteX8-6949" fmla="*/ 6708739 w 8477199"/>
                <a:gd name="connsiteY8-6950" fmla="*/ 275180 h 1734757"/>
                <a:gd name="connsiteX9-6951" fmla="*/ 6697657 w 8477199"/>
                <a:gd name="connsiteY9-6952" fmla="*/ 275180 h 1734757"/>
                <a:gd name="connsiteX10-6953" fmla="*/ 5808796 w 8477199"/>
                <a:gd name="connsiteY10-6954" fmla="*/ 855594 h 1734757"/>
                <a:gd name="connsiteX11-6955" fmla="*/ 5680431 w 8477199"/>
                <a:gd name="connsiteY11-6956" fmla="*/ 987191 h 1734757"/>
                <a:gd name="connsiteX12-6957" fmla="*/ 5510509 w 8477199"/>
                <a:gd name="connsiteY12-6958" fmla="*/ 1166348 h 1734757"/>
                <a:gd name="connsiteX13-6959" fmla="*/ 5121257 w 8477199"/>
                <a:gd name="connsiteY13-6960" fmla="*/ 1556985 h 1734757"/>
                <a:gd name="connsiteX14-6961" fmla="*/ 4763866 w 8477199"/>
                <a:gd name="connsiteY14-6962" fmla="*/ 1734757 h 1734757"/>
                <a:gd name="connsiteX15-6963" fmla="*/ 4720924 w 8477199"/>
                <a:gd name="connsiteY15-6964" fmla="*/ 1730601 h 1734757"/>
                <a:gd name="connsiteX16-6965" fmla="*/ 4489128 w 8477199"/>
                <a:gd name="connsiteY16-6966" fmla="*/ 1387063 h 1734757"/>
                <a:gd name="connsiteX17-6967" fmla="*/ 4263335 w 8477199"/>
                <a:gd name="connsiteY17-6968" fmla="*/ 977494 h 1734757"/>
                <a:gd name="connsiteX18-6969" fmla="*/ 3440333 w 8477199"/>
                <a:gd name="connsiteY18-6970" fmla="*/ 1010362 h 1734757"/>
                <a:gd name="connsiteX19-6971" fmla="*/ 2444519 w 8477199"/>
                <a:gd name="connsiteY19-6972" fmla="*/ 1209752 h 1734757"/>
                <a:gd name="connsiteX20-6973" fmla="*/ 2426182 w 8477199"/>
                <a:gd name="connsiteY20-6974" fmla="*/ 1207524 h 1734757"/>
                <a:gd name="connsiteX21-6975" fmla="*/ 2209923 w 8477199"/>
                <a:gd name="connsiteY21-6976" fmla="*/ 1255622 h 1734757"/>
                <a:gd name="connsiteX22-6977" fmla="*/ 1401028 w 8477199"/>
                <a:gd name="connsiteY22-6978" fmla="*/ 1328755 h 1734757"/>
                <a:gd name="connsiteX23-6979" fmla="*/ 1093370 w 8477199"/>
                <a:gd name="connsiteY23-6980" fmla="*/ 1317325 h 1734757"/>
                <a:gd name="connsiteX24-6981" fmla="*/ 116247 w 8477199"/>
                <a:gd name="connsiteY24-6982" fmla="*/ 971172 h 1734757"/>
                <a:gd name="connsiteX25-6983" fmla="*/ 9979 w 8477199"/>
                <a:gd name="connsiteY25-6984" fmla="*/ 496270 h 1734757"/>
                <a:gd name="connsiteX26-6985" fmla="*/ 174672 w 8477199"/>
                <a:gd name="connsiteY26-6986" fmla="*/ 0 h 1734757"/>
                <a:gd name="connsiteX27-6987" fmla="*/ 248669 w 8477199"/>
                <a:gd name="connsiteY27-6988" fmla="*/ 55572 h 1734757"/>
                <a:gd name="connsiteX28-6989" fmla="*/ 307460 w 8477199"/>
                <a:gd name="connsiteY28-6990" fmla="*/ 1000075 h 1734757"/>
                <a:gd name="connsiteX29-6991" fmla="*/ 3216727 w 8477199"/>
                <a:gd name="connsiteY29-6992" fmla="*/ 923472 h 1734757"/>
                <a:gd name="connsiteX30-6993" fmla="*/ 4271282 w 8477199"/>
                <a:gd name="connsiteY30-6994" fmla="*/ 872053 h 1734757"/>
                <a:gd name="connsiteX31-6995" fmla="*/ 4534135 w 8477199"/>
                <a:gd name="connsiteY31-6996" fmla="*/ 1303743 h 1734757"/>
                <a:gd name="connsiteX32-6997" fmla="*/ 4824736 w 8477199"/>
                <a:gd name="connsiteY32-6998" fmla="*/ 1596007 h 1734757"/>
                <a:gd name="connsiteX33-6999" fmla="*/ 5803572 w 8477199"/>
                <a:gd name="connsiteY33-7000" fmla="*/ 744571 h 1734757"/>
                <a:gd name="connsiteX34-7001" fmla="*/ 6697195 w 8477199"/>
                <a:gd name="connsiteY34-7002" fmla="*/ 214691 h 1734757"/>
                <a:gd name="connsiteX0-7003" fmla="*/ 6697195 w 8477199"/>
                <a:gd name="connsiteY0-7004" fmla="*/ 214691 h 1734757"/>
                <a:gd name="connsiteX1-7005" fmla="*/ 6709662 w 8477199"/>
                <a:gd name="connsiteY1-7006" fmla="*/ 214691 h 1734757"/>
                <a:gd name="connsiteX2-7007" fmla="*/ 7145860 w 8477199"/>
                <a:gd name="connsiteY2-7008" fmla="*/ 789985 h 1734757"/>
                <a:gd name="connsiteX3-7009" fmla="*/ 7305314 w 8477199"/>
                <a:gd name="connsiteY3-7010" fmla="*/ 1114171 h 1734757"/>
                <a:gd name="connsiteX4-7011" fmla="*/ 8432561 w 8477199"/>
                <a:gd name="connsiteY4-7012" fmla="*/ 880513 h 1734757"/>
                <a:gd name="connsiteX5-7013" fmla="*/ 8477199 w 8477199"/>
                <a:gd name="connsiteY5-7014" fmla="*/ 929103 h 1734757"/>
                <a:gd name="connsiteX6-7015" fmla="*/ 7295156 w 8477199"/>
                <a:gd name="connsiteY6-7016" fmla="*/ 1173736 h 1734757"/>
                <a:gd name="connsiteX7-7017" fmla="*/ 7106764 w 8477199"/>
                <a:gd name="connsiteY7-7018" fmla="*/ 814498 h 1734757"/>
                <a:gd name="connsiteX8-7019" fmla="*/ 6708739 w 8477199"/>
                <a:gd name="connsiteY8-7020" fmla="*/ 275180 h 1734757"/>
                <a:gd name="connsiteX9-7021" fmla="*/ 6697657 w 8477199"/>
                <a:gd name="connsiteY9-7022" fmla="*/ 275180 h 1734757"/>
                <a:gd name="connsiteX10-7023" fmla="*/ 5808796 w 8477199"/>
                <a:gd name="connsiteY10-7024" fmla="*/ 855594 h 1734757"/>
                <a:gd name="connsiteX11-7025" fmla="*/ 5680431 w 8477199"/>
                <a:gd name="connsiteY11-7026" fmla="*/ 987191 h 1734757"/>
                <a:gd name="connsiteX12-7027" fmla="*/ 5510509 w 8477199"/>
                <a:gd name="connsiteY12-7028" fmla="*/ 1166348 h 1734757"/>
                <a:gd name="connsiteX13-7029" fmla="*/ 5121257 w 8477199"/>
                <a:gd name="connsiteY13-7030" fmla="*/ 1556985 h 1734757"/>
                <a:gd name="connsiteX14-7031" fmla="*/ 4763866 w 8477199"/>
                <a:gd name="connsiteY14-7032" fmla="*/ 1734757 h 1734757"/>
                <a:gd name="connsiteX15-7033" fmla="*/ 4720924 w 8477199"/>
                <a:gd name="connsiteY15-7034" fmla="*/ 1730601 h 1734757"/>
                <a:gd name="connsiteX16-7035" fmla="*/ 4489128 w 8477199"/>
                <a:gd name="connsiteY16-7036" fmla="*/ 1387063 h 1734757"/>
                <a:gd name="connsiteX17-7037" fmla="*/ 4263335 w 8477199"/>
                <a:gd name="connsiteY17-7038" fmla="*/ 977494 h 1734757"/>
                <a:gd name="connsiteX18-7039" fmla="*/ 3440333 w 8477199"/>
                <a:gd name="connsiteY18-7040" fmla="*/ 1010362 h 1734757"/>
                <a:gd name="connsiteX19-7041" fmla="*/ 2444519 w 8477199"/>
                <a:gd name="connsiteY19-7042" fmla="*/ 1209752 h 1734757"/>
                <a:gd name="connsiteX20-7043" fmla="*/ 2209923 w 8477199"/>
                <a:gd name="connsiteY20-7044" fmla="*/ 1255622 h 1734757"/>
                <a:gd name="connsiteX21-7045" fmla="*/ 1401028 w 8477199"/>
                <a:gd name="connsiteY21-7046" fmla="*/ 1328755 h 1734757"/>
                <a:gd name="connsiteX22-7047" fmla="*/ 1093370 w 8477199"/>
                <a:gd name="connsiteY22-7048" fmla="*/ 1317325 h 1734757"/>
                <a:gd name="connsiteX23-7049" fmla="*/ 116247 w 8477199"/>
                <a:gd name="connsiteY23-7050" fmla="*/ 971172 h 1734757"/>
                <a:gd name="connsiteX24-7051" fmla="*/ 9979 w 8477199"/>
                <a:gd name="connsiteY24-7052" fmla="*/ 496270 h 1734757"/>
                <a:gd name="connsiteX25-7053" fmla="*/ 174672 w 8477199"/>
                <a:gd name="connsiteY25-7054" fmla="*/ 0 h 1734757"/>
                <a:gd name="connsiteX26-7055" fmla="*/ 248669 w 8477199"/>
                <a:gd name="connsiteY26-7056" fmla="*/ 55572 h 1734757"/>
                <a:gd name="connsiteX27-7057" fmla="*/ 307460 w 8477199"/>
                <a:gd name="connsiteY27-7058" fmla="*/ 1000075 h 1734757"/>
                <a:gd name="connsiteX28-7059" fmla="*/ 3216727 w 8477199"/>
                <a:gd name="connsiteY28-7060" fmla="*/ 923472 h 1734757"/>
                <a:gd name="connsiteX29-7061" fmla="*/ 4271282 w 8477199"/>
                <a:gd name="connsiteY29-7062" fmla="*/ 872053 h 1734757"/>
                <a:gd name="connsiteX30-7063" fmla="*/ 4534135 w 8477199"/>
                <a:gd name="connsiteY30-7064" fmla="*/ 1303743 h 1734757"/>
                <a:gd name="connsiteX31-7065" fmla="*/ 4824736 w 8477199"/>
                <a:gd name="connsiteY31-7066" fmla="*/ 1596007 h 1734757"/>
                <a:gd name="connsiteX32-7067" fmla="*/ 5803572 w 8477199"/>
                <a:gd name="connsiteY32-7068" fmla="*/ 744571 h 1734757"/>
                <a:gd name="connsiteX33-7069" fmla="*/ 6697195 w 8477199"/>
                <a:gd name="connsiteY33-7070" fmla="*/ 214691 h 1734757"/>
                <a:gd name="connsiteX0-7071" fmla="*/ 6697195 w 8477199"/>
                <a:gd name="connsiteY0-7072" fmla="*/ 214691 h 1734757"/>
                <a:gd name="connsiteX1-7073" fmla="*/ 6709662 w 8477199"/>
                <a:gd name="connsiteY1-7074" fmla="*/ 214691 h 1734757"/>
                <a:gd name="connsiteX2-7075" fmla="*/ 7145860 w 8477199"/>
                <a:gd name="connsiteY2-7076" fmla="*/ 789985 h 1734757"/>
                <a:gd name="connsiteX3-7077" fmla="*/ 7305314 w 8477199"/>
                <a:gd name="connsiteY3-7078" fmla="*/ 1114171 h 1734757"/>
                <a:gd name="connsiteX4-7079" fmla="*/ 8432561 w 8477199"/>
                <a:gd name="connsiteY4-7080" fmla="*/ 880513 h 1734757"/>
                <a:gd name="connsiteX5-7081" fmla="*/ 8477199 w 8477199"/>
                <a:gd name="connsiteY5-7082" fmla="*/ 929103 h 1734757"/>
                <a:gd name="connsiteX6-7083" fmla="*/ 7295156 w 8477199"/>
                <a:gd name="connsiteY6-7084" fmla="*/ 1173736 h 1734757"/>
                <a:gd name="connsiteX7-7085" fmla="*/ 7106764 w 8477199"/>
                <a:gd name="connsiteY7-7086" fmla="*/ 814498 h 1734757"/>
                <a:gd name="connsiteX8-7087" fmla="*/ 6708739 w 8477199"/>
                <a:gd name="connsiteY8-7088" fmla="*/ 275180 h 1734757"/>
                <a:gd name="connsiteX9-7089" fmla="*/ 6697657 w 8477199"/>
                <a:gd name="connsiteY9-7090" fmla="*/ 275180 h 1734757"/>
                <a:gd name="connsiteX10-7091" fmla="*/ 5808796 w 8477199"/>
                <a:gd name="connsiteY10-7092" fmla="*/ 855594 h 1734757"/>
                <a:gd name="connsiteX11-7093" fmla="*/ 5680431 w 8477199"/>
                <a:gd name="connsiteY11-7094" fmla="*/ 987191 h 1734757"/>
                <a:gd name="connsiteX12-7095" fmla="*/ 5510509 w 8477199"/>
                <a:gd name="connsiteY12-7096" fmla="*/ 1166348 h 1734757"/>
                <a:gd name="connsiteX13-7097" fmla="*/ 5121257 w 8477199"/>
                <a:gd name="connsiteY13-7098" fmla="*/ 1556985 h 1734757"/>
                <a:gd name="connsiteX14-7099" fmla="*/ 4763866 w 8477199"/>
                <a:gd name="connsiteY14-7100" fmla="*/ 1734757 h 1734757"/>
                <a:gd name="connsiteX15-7101" fmla="*/ 4720924 w 8477199"/>
                <a:gd name="connsiteY15-7102" fmla="*/ 1730601 h 1734757"/>
                <a:gd name="connsiteX16-7103" fmla="*/ 4489128 w 8477199"/>
                <a:gd name="connsiteY16-7104" fmla="*/ 1387063 h 1734757"/>
                <a:gd name="connsiteX17-7105" fmla="*/ 4263335 w 8477199"/>
                <a:gd name="connsiteY17-7106" fmla="*/ 977494 h 1734757"/>
                <a:gd name="connsiteX18-7107" fmla="*/ 3440333 w 8477199"/>
                <a:gd name="connsiteY18-7108" fmla="*/ 1010362 h 1734757"/>
                <a:gd name="connsiteX19-7109" fmla="*/ 2209923 w 8477199"/>
                <a:gd name="connsiteY19-7110" fmla="*/ 1255622 h 1734757"/>
                <a:gd name="connsiteX20-7111" fmla="*/ 1401028 w 8477199"/>
                <a:gd name="connsiteY20-7112" fmla="*/ 1328755 h 1734757"/>
                <a:gd name="connsiteX21-7113" fmla="*/ 1093370 w 8477199"/>
                <a:gd name="connsiteY21-7114" fmla="*/ 1317325 h 1734757"/>
                <a:gd name="connsiteX22-7115" fmla="*/ 116247 w 8477199"/>
                <a:gd name="connsiteY22-7116" fmla="*/ 971172 h 1734757"/>
                <a:gd name="connsiteX23-7117" fmla="*/ 9979 w 8477199"/>
                <a:gd name="connsiteY23-7118" fmla="*/ 496270 h 1734757"/>
                <a:gd name="connsiteX24-7119" fmla="*/ 174672 w 8477199"/>
                <a:gd name="connsiteY24-7120" fmla="*/ 0 h 1734757"/>
                <a:gd name="connsiteX25-7121" fmla="*/ 248669 w 8477199"/>
                <a:gd name="connsiteY25-7122" fmla="*/ 55572 h 1734757"/>
                <a:gd name="connsiteX26-7123" fmla="*/ 307460 w 8477199"/>
                <a:gd name="connsiteY26-7124" fmla="*/ 1000075 h 1734757"/>
                <a:gd name="connsiteX27-7125" fmla="*/ 3216727 w 8477199"/>
                <a:gd name="connsiteY27-7126" fmla="*/ 923472 h 1734757"/>
                <a:gd name="connsiteX28-7127" fmla="*/ 4271282 w 8477199"/>
                <a:gd name="connsiteY28-7128" fmla="*/ 872053 h 1734757"/>
                <a:gd name="connsiteX29-7129" fmla="*/ 4534135 w 8477199"/>
                <a:gd name="connsiteY29-7130" fmla="*/ 1303743 h 1734757"/>
                <a:gd name="connsiteX30-7131" fmla="*/ 4824736 w 8477199"/>
                <a:gd name="connsiteY30-7132" fmla="*/ 1596007 h 1734757"/>
                <a:gd name="connsiteX31-7133" fmla="*/ 5803572 w 8477199"/>
                <a:gd name="connsiteY31-7134" fmla="*/ 744571 h 1734757"/>
                <a:gd name="connsiteX32-7135" fmla="*/ 6697195 w 8477199"/>
                <a:gd name="connsiteY32-7136" fmla="*/ 214691 h 1734757"/>
                <a:gd name="connsiteX0-7137" fmla="*/ 6697195 w 8477199"/>
                <a:gd name="connsiteY0-7138" fmla="*/ 214691 h 1734757"/>
                <a:gd name="connsiteX1-7139" fmla="*/ 6709662 w 8477199"/>
                <a:gd name="connsiteY1-7140" fmla="*/ 214691 h 1734757"/>
                <a:gd name="connsiteX2-7141" fmla="*/ 7145860 w 8477199"/>
                <a:gd name="connsiteY2-7142" fmla="*/ 789985 h 1734757"/>
                <a:gd name="connsiteX3-7143" fmla="*/ 7305314 w 8477199"/>
                <a:gd name="connsiteY3-7144" fmla="*/ 1114171 h 1734757"/>
                <a:gd name="connsiteX4-7145" fmla="*/ 8432561 w 8477199"/>
                <a:gd name="connsiteY4-7146" fmla="*/ 880513 h 1734757"/>
                <a:gd name="connsiteX5-7147" fmla="*/ 8477199 w 8477199"/>
                <a:gd name="connsiteY5-7148" fmla="*/ 929103 h 1734757"/>
                <a:gd name="connsiteX6-7149" fmla="*/ 7295156 w 8477199"/>
                <a:gd name="connsiteY6-7150" fmla="*/ 1173736 h 1734757"/>
                <a:gd name="connsiteX7-7151" fmla="*/ 7106764 w 8477199"/>
                <a:gd name="connsiteY7-7152" fmla="*/ 814498 h 1734757"/>
                <a:gd name="connsiteX8-7153" fmla="*/ 6708739 w 8477199"/>
                <a:gd name="connsiteY8-7154" fmla="*/ 275180 h 1734757"/>
                <a:gd name="connsiteX9-7155" fmla="*/ 6697657 w 8477199"/>
                <a:gd name="connsiteY9-7156" fmla="*/ 275180 h 1734757"/>
                <a:gd name="connsiteX10-7157" fmla="*/ 5808796 w 8477199"/>
                <a:gd name="connsiteY10-7158" fmla="*/ 855594 h 1734757"/>
                <a:gd name="connsiteX11-7159" fmla="*/ 5680431 w 8477199"/>
                <a:gd name="connsiteY11-7160" fmla="*/ 987191 h 1734757"/>
                <a:gd name="connsiteX12-7161" fmla="*/ 5510509 w 8477199"/>
                <a:gd name="connsiteY12-7162" fmla="*/ 1166348 h 1734757"/>
                <a:gd name="connsiteX13-7163" fmla="*/ 5121257 w 8477199"/>
                <a:gd name="connsiteY13-7164" fmla="*/ 1556985 h 1734757"/>
                <a:gd name="connsiteX14-7165" fmla="*/ 4763866 w 8477199"/>
                <a:gd name="connsiteY14-7166" fmla="*/ 1734757 h 1734757"/>
                <a:gd name="connsiteX15-7167" fmla="*/ 4720924 w 8477199"/>
                <a:gd name="connsiteY15-7168" fmla="*/ 1730601 h 1734757"/>
                <a:gd name="connsiteX16-7169" fmla="*/ 4489128 w 8477199"/>
                <a:gd name="connsiteY16-7170" fmla="*/ 1387063 h 1734757"/>
                <a:gd name="connsiteX17-7171" fmla="*/ 4263335 w 8477199"/>
                <a:gd name="connsiteY17-7172" fmla="*/ 977494 h 1734757"/>
                <a:gd name="connsiteX18-7173" fmla="*/ 3440333 w 8477199"/>
                <a:gd name="connsiteY18-7174" fmla="*/ 1010362 h 1734757"/>
                <a:gd name="connsiteX19-7175" fmla="*/ 2222804 w 8477199"/>
                <a:gd name="connsiteY19-7176" fmla="*/ 1311196 h 1734757"/>
                <a:gd name="connsiteX20-7177" fmla="*/ 1401028 w 8477199"/>
                <a:gd name="connsiteY20-7178" fmla="*/ 1328755 h 1734757"/>
                <a:gd name="connsiteX21-7179" fmla="*/ 1093370 w 8477199"/>
                <a:gd name="connsiteY21-7180" fmla="*/ 1317325 h 1734757"/>
                <a:gd name="connsiteX22-7181" fmla="*/ 116247 w 8477199"/>
                <a:gd name="connsiteY22-7182" fmla="*/ 971172 h 1734757"/>
                <a:gd name="connsiteX23-7183" fmla="*/ 9979 w 8477199"/>
                <a:gd name="connsiteY23-7184" fmla="*/ 496270 h 1734757"/>
                <a:gd name="connsiteX24-7185" fmla="*/ 174672 w 8477199"/>
                <a:gd name="connsiteY24-7186" fmla="*/ 0 h 1734757"/>
                <a:gd name="connsiteX25-7187" fmla="*/ 248669 w 8477199"/>
                <a:gd name="connsiteY25-7188" fmla="*/ 55572 h 1734757"/>
                <a:gd name="connsiteX26-7189" fmla="*/ 307460 w 8477199"/>
                <a:gd name="connsiteY26-7190" fmla="*/ 1000075 h 1734757"/>
                <a:gd name="connsiteX27-7191" fmla="*/ 3216727 w 8477199"/>
                <a:gd name="connsiteY27-7192" fmla="*/ 923472 h 1734757"/>
                <a:gd name="connsiteX28-7193" fmla="*/ 4271282 w 8477199"/>
                <a:gd name="connsiteY28-7194" fmla="*/ 872053 h 1734757"/>
                <a:gd name="connsiteX29-7195" fmla="*/ 4534135 w 8477199"/>
                <a:gd name="connsiteY29-7196" fmla="*/ 1303743 h 1734757"/>
                <a:gd name="connsiteX30-7197" fmla="*/ 4824736 w 8477199"/>
                <a:gd name="connsiteY30-7198" fmla="*/ 1596007 h 1734757"/>
                <a:gd name="connsiteX31-7199" fmla="*/ 5803572 w 8477199"/>
                <a:gd name="connsiteY31-7200" fmla="*/ 744571 h 1734757"/>
                <a:gd name="connsiteX32-7201" fmla="*/ 6697195 w 8477199"/>
                <a:gd name="connsiteY32-7202" fmla="*/ 214691 h 1734757"/>
                <a:gd name="connsiteX0-7203" fmla="*/ 6697195 w 8477199"/>
                <a:gd name="connsiteY0-7204" fmla="*/ 214691 h 1734757"/>
                <a:gd name="connsiteX1-7205" fmla="*/ 6709662 w 8477199"/>
                <a:gd name="connsiteY1-7206" fmla="*/ 214691 h 1734757"/>
                <a:gd name="connsiteX2-7207" fmla="*/ 7145860 w 8477199"/>
                <a:gd name="connsiteY2-7208" fmla="*/ 789985 h 1734757"/>
                <a:gd name="connsiteX3-7209" fmla="*/ 7305314 w 8477199"/>
                <a:gd name="connsiteY3-7210" fmla="*/ 1114171 h 1734757"/>
                <a:gd name="connsiteX4-7211" fmla="*/ 8432561 w 8477199"/>
                <a:gd name="connsiteY4-7212" fmla="*/ 880513 h 1734757"/>
                <a:gd name="connsiteX5-7213" fmla="*/ 8477199 w 8477199"/>
                <a:gd name="connsiteY5-7214" fmla="*/ 929103 h 1734757"/>
                <a:gd name="connsiteX6-7215" fmla="*/ 7295156 w 8477199"/>
                <a:gd name="connsiteY6-7216" fmla="*/ 1173736 h 1734757"/>
                <a:gd name="connsiteX7-7217" fmla="*/ 7106764 w 8477199"/>
                <a:gd name="connsiteY7-7218" fmla="*/ 814498 h 1734757"/>
                <a:gd name="connsiteX8-7219" fmla="*/ 6708739 w 8477199"/>
                <a:gd name="connsiteY8-7220" fmla="*/ 275180 h 1734757"/>
                <a:gd name="connsiteX9-7221" fmla="*/ 6697657 w 8477199"/>
                <a:gd name="connsiteY9-7222" fmla="*/ 275180 h 1734757"/>
                <a:gd name="connsiteX10-7223" fmla="*/ 5808796 w 8477199"/>
                <a:gd name="connsiteY10-7224" fmla="*/ 855594 h 1734757"/>
                <a:gd name="connsiteX11-7225" fmla="*/ 5680431 w 8477199"/>
                <a:gd name="connsiteY11-7226" fmla="*/ 987191 h 1734757"/>
                <a:gd name="connsiteX12-7227" fmla="*/ 5510509 w 8477199"/>
                <a:gd name="connsiteY12-7228" fmla="*/ 1166348 h 1734757"/>
                <a:gd name="connsiteX13-7229" fmla="*/ 5121257 w 8477199"/>
                <a:gd name="connsiteY13-7230" fmla="*/ 1556985 h 1734757"/>
                <a:gd name="connsiteX14-7231" fmla="*/ 4763866 w 8477199"/>
                <a:gd name="connsiteY14-7232" fmla="*/ 1734757 h 1734757"/>
                <a:gd name="connsiteX15-7233" fmla="*/ 4720924 w 8477199"/>
                <a:gd name="connsiteY15-7234" fmla="*/ 1730601 h 1734757"/>
                <a:gd name="connsiteX16-7235" fmla="*/ 4489128 w 8477199"/>
                <a:gd name="connsiteY16-7236" fmla="*/ 1387063 h 1734757"/>
                <a:gd name="connsiteX17-7237" fmla="*/ 4263335 w 8477199"/>
                <a:gd name="connsiteY17-7238" fmla="*/ 977494 h 1734757"/>
                <a:gd name="connsiteX18-7239" fmla="*/ 3440333 w 8477199"/>
                <a:gd name="connsiteY18-7240" fmla="*/ 1010362 h 1734757"/>
                <a:gd name="connsiteX19-7241" fmla="*/ 2222804 w 8477199"/>
                <a:gd name="connsiteY19-7242" fmla="*/ 1311196 h 1734757"/>
                <a:gd name="connsiteX20-7243" fmla="*/ 1093370 w 8477199"/>
                <a:gd name="connsiteY20-7244" fmla="*/ 1317325 h 1734757"/>
                <a:gd name="connsiteX21-7245" fmla="*/ 116247 w 8477199"/>
                <a:gd name="connsiteY21-7246" fmla="*/ 971172 h 1734757"/>
                <a:gd name="connsiteX22-7247" fmla="*/ 9979 w 8477199"/>
                <a:gd name="connsiteY22-7248" fmla="*/ 496270 h 1734757"/>
                <a:gd name="connsiteX23-7249" fmla="*/ 174672 w 8477199"/>
                <a:gd name="connsiteY23-7250" fmla="*/ 0 h 1734757"/>
                <a:gd name="connsiteX24-7251" fmla="*/ 248669 w 8477199"/>
                <a:gd name="connsiteY24-7252" fmla="*/ 55572 h 1734757"/>
                <a:gd name="connsiteX25-7253" fmla="*/ 307460 w 8477199"/>
                <a:gd name="connsiteY25-7254" fmla="*/ 1000075 h 1734757"/>
                <a:gd name="connsiteX26-7255" fmla="*/ 3216727 w 8477199"/>
                <a:gd name="connsiteY26-7256" fmla="*/ 923472 h 1734757"/>
                <a:gd name="connsiteX27-7257" fmla="*/ 4271282 w 8477199"/>
                <a:gd name="connsiteY27-7258" fmla="*/ 872053 h 1734757"/>
                <a:gd name="connsiteX28-7259" fmla="*/ 4534135 w 8477199"/>
                <a:gd name="connsiteY28-7260" fmla="*/ 1303743 h 1734757"/>
                <a:gd name="connsiteX29-7261" fmla="*/ 4824736 w 8477199"/>
                <a:gd name="connsiteY29-7262" fmla="*/ 1596007 h 1734757"/>
                <a:gd name="connsiteX30-7263" fmla="*/ 5803572 w 8477199"/>
                <a:gd name="connsiteY30-7264" fmla="*/ 744571 h 1734757"/>
                <a:gd name="connsiteX31-7265" fmla="*/ 6697195 w 8477199"/>
                <a:gd name="connsiteY31-7266" fmla="*/ 214691 h 1734757"/>
                <a:gd name="connsiteX0-7267" fmla="*/ 6697195 w 8477199"/>
                <a:gd name="connsiteY0-7268" fmla="*/ 214691 h 1734757"/>
                <a:gd name="connsiteX1-7269" fmla="*/ 6709662 w 8477199"/>
                <a:gd name="connsiteY1-7270" fmla="*/ 214691 h 1734757"/>
                <a:gd name="connsiteX2-7271" fmla="*/ 7145860 w 8477199"/>
                <a:gd name="connsiteY2-7272" fmla="*/ 789985 h 1734757"/>
                <a:gd name="connsiteX3-7273" fmla="*/ 7305314 w 8477199"/>
                <a:gd name="connsiteY3-7274" fmla="*/ 1114171 h 1734757"/>
                <a:gd name="connsiteX4-7275" fmla="*/ 8432561 w 8477199"/>
                <a:gd name="connsiteY4-7276" fmla="*/ 880513 h 1734757"/>
                <a:gd name="connsiteX5-7277" fmla="*/ 8477199 w 8477199"/>
                <a:gd name="connsiteY5-7278" fmla="*/ 929103 h 1734757"/>
                <a:gd name="connsiteX6-7279" fmla="*/ 7295156 w 8477199"/>
                <a:gd name="connsiteY6-7280" fmla="*/ 1173736 h 1734757"/>
                <a:gd name="connsiteX7-7281" fmla="*/ 7106764 w 8477199"/>
                <a:gd name="connsiteY7-7282" fmla="*/ 814498 h 1734757"/>
                <a:gd name="connsiteX8-7283" fmla="*/ 6708739 w 8477199"/>
                <a:gd name="connsiteY8-7284" fmla="*/ 275180 h 1734757"/>
                <a:gd name="connsiteX9-7285" fmla="*/ 6697657 w 8477199"/>
                <a:gd name="connsiteY9-7286" fmla="*/ 275180 h 1734757"/>
                <a:gd name="connsiteX10-7287" fmla="*/ 5808796 w 8477199"/>
                <a:gd name="connsiteY10-7288" fmla="*/ 855594 h 1734757"/>
                <a:gd name="connsiteX11-7289" fmla="*/ 5680431 w 8477199"/>
                <a:gd name="connsiteY11-7290" fmla="*/ 987191 h 1734757"/>
                <a:gd name="connsiteX12-7291" fmla="*/ 5510509 w 8477199"/>
                <a:gd name="connsiteY12-7292" fmla="*/ 1166348 h 1734757"/>
                <a:gd name="connsiteX13-7293" fmla="*/ 5121257 w 8477199"/>
                <a:gd name="connsiteY13-7294" fmla="*/ 1556985 h 1734757"/>
                <a:gd name="connsiteX14-7295" fmla="*/ 4763866 w 8477199"/>
                <a:gd name="connsiteY14-7296" fmla="*/ 1734757 h 1734757"/>
                <a:gd name="connsiteX15-7297" fmla="*/ 4720924 w 8477199"/>
                <a:gd name="connsiteY15-7298" fmla="*/ 1730601 h 1734757"/>
                <a:gd name="connsiteX16-7299" fmla="*/ 4489128 w 8477199"/>
                <a:gd name="connsiteY16-7300" fmla="*/ 1387063 h 1734757"/>
                <a:gd name="connsiteX17-7301" fmla="*/ 4263335 w 8477199"/>
                <a:gd name="connsiteY17-7302" fmla="*/ 977494 h 1734757"/>
                <a:gd name="connsiteX18-7303" fmla="*/ 3440333 w 8477199"/>
                <a:gd name="connsiteY18-7304" fmla="*/ 1010362 h 1734757"/>
                <a:gd name="connsiteX19-7305" fmla="*/ 2222804 w 8477199"/>
                <a:gd name="connsiteY19-7306" fmla="*/ 1311196 h 1734757"/>
                <a:gd name="connsiteX20-7307" fmla="*/ 1093370 w 8477199"/>
                <a:gd name="connsiteY20-7308" fmla="*/ 1317325 h 1734757"/>
                <a:gd name="connsiteX21-7309" fmla="*/ 116247 w 8477199"/>
                <a:gd name="connsiteY21-7310" fmla="*/ 971172 h 1734757"/>
                <a:gd name="connsiteX22-7311" fmla="*/ 9979 w 8477199"/>
                <a:gd name="connsiteY22-7312" fmla="*/ 496270 h 1734757"/>
                <a:gd name="connsiteX23-7313" fmla="*/ 174672 w 8477199"/>
                <a:gd name="connsiteY23-7314" fmla="*/ 0 h 1734757"/>
                <a:gd name="connsiteX24-7315" fmla="*/ 248669 w 8477199"/>
                <a:gd name="connsiteY24-7316" fmla="*/ 55572 h 1734757"/>
                <a:gd name="connsiteX25-7317" fmla="*/ 307460 w 8477199"/>
                <a:gd name="connsiteY25-7318" fmla="*/ 1000075 h 1734757"/>
                <a:gd name="connsiteX26-7319" fmla="*/ 3216727 w 8477199"/>
                <a:gd name="connsiteY26-7320" fmla="*/ 923472 h 1734757"/>
                <a:gd name="connsiteX27-7321" fmla="*/ 4271282 w 8477199"/>
                <a:gd name="connsiteY27-7322" fmla="*/ 872053 h 1734757"/>
                <a:gd name="connsiteX28-7323" fmla="*/ 4534135 w 8477199"/>
                <a:gd name="connsiteY28-7324" fmla="*/ 1303743 h 1734757"/>
                <a:gd name="connsiteX29-7325" fmla="*/ 4824736 w 8477199"/>
                <a:gd name="connsiteY29-7326" fmla="*/ 1596007 h 1734757"/>
                <a:gd name="connsiteX30-7327" fmla="*/ 5803572 w 8477199"/>
                <a:gd name="connsiteY30-7328" fmla="*/ 744571 h 1734757"/>
                <a:gd name="connsiteX31-7329" fmla="*/ 6697195 w 8477199"/>
                <a:gd name="connsiteY31-7330" fmla="*/ 214691 h 1734757"/>
                <a:gd name="connsiteX0-7331" fmla="*/ 6697195 w 8477199"/>
                <a:gd name="connsiteY0-7332" fmla="*/ 214691 h 1734757"/>
                <a:gd name="connsiteX1-7333" fmla="*/ 6709662 w 8477199"/>
                <a:gd name="connsiteY1-7334" fmla="*/ 214691 h 1734757"/>
                <a:gd name="connsiteX2-7335" fmla="*/ 7145860 w 8477199"/>
                <a:gd name="connsiteY2-7336" fmla="*/ 789985 h 1734757"/>
                <a:gd name="connsiteX3-7337" fmla="*/ 7305314 w 8477199"/>
                <a:gd name="connsiteY3-7338" fmla="*/ 1114171 h 1734757"/>
                <a:gd name="connsiteX4-7339" fmla="*/ 8432561 w 8477199"/>
                <a:gd name="connsiteY4-7340" fmla="*/ 880513 h 1734757"/>
                <a:gd name="connsiteX5-7341" fmla="*/ 8477199 w 8477199"/>
                <a:gd name="connsiteY5-7342" fmla="*/ 929103 h 1734757"/>
                <a:gd name="connsiteX6-7343" fmla="*/ 7295156 w 8477199"/>
                <a:gd name="connsiteY6-7344" fmla="*/ 1173736 h 1734757"/>
                <a:gd name="connsiteX7-7345" fmla="*/ 7106764 w 8477199"/>
                <a:gd name="connsiteY7-7346" fmla="*/ 814498 h 1734757"/>
                <a:gd name="connsiteX8-7347" fmla="*/ 6708739 w 8477199"/>
                <a:gd name="connsiteY8-7348" fmla="*/ 275180 h 1734757"/>
                <a:gd name="connsiteX9-7349" fmla="*/ 6697657 w 8477199"/>
                <a:gd name="connsiteY9-7350" fmla="*/ 275180 h 1734757"/>
                <a:gd name="connsiteX10-7351" fmla="*/ 5808796 w 8477199"/>
                <a:gd name="connsiteY10-7352" fmla="*/ 855594 h 1734757"/>
                <a:gd name="connsiteX11-7353" fmla="*/ 5680431 w 8477199"/>
                <a:gd name="connsiteY11-7354" fmla="*/ 987191 h 1734757"/>
                <a:gd name="connsiteX12-7355" fmla="*/ 5510509 w 8477199"/>
                <a:gd name="connsiteY12-7356" fmla="*/ 1166348 h 1734757"/>
                <a:gd name="connsiteX13-7357" fmla="*/ 5121257 w 8477199"/>
                <a:gd name="connsiteY13-7358" fmla="*/ 1556985 h 1734757"/>
                <a:gd name="connsiteX14-7359" fmla="*/ 4763866 w 8477199"/>
                <a:gd name="connsiteY14-7360" fmla="*/ 1734757 h 1734757"/>
                <a:gd name="connsiteX15-7361" fmla="*/ 4720924 w 8477199"/>
                <a:gd name="connsiteY15-7362" fmla="*/ 1730601 h 1734757"/>
                <a:gd name="connsiteX16-7363" fmla="*/ 4489128 w 8477199"/>
                <a:gd name="connsiteY16-7364" fmla="*/ 1387063 h 1734757"/>
                <a:gd name="connsiteX17-7365" fmla="*/ 4263335 w 8477199"/>
                <a:gd name="connsiteY17-7366" fmla="*/ 977494 h 1734757"/>
                <a:gd name="connsiteX18-7367" fmla="*/ 3440333 w 8477199"/>
                <a:gd name="connsiteY18-7368" fmla="*/ 1010362 h 1734757"/>
                <a:gd name="connsiteX19-7369" fmla="*/ 2222804 w 8477199"/>
                <a:gd name="connsiteY19-7370" fmla="*/ 1311196 h 1734757"/>
                <a:gd name="connsiteX20-7371" fmla="*/ 1093370 w 8477199"/>
                <a:gd name="connsiteY20-7372" fmla="*/ 1317325 h 1734757"/>
                <a:gd name="connsiteX21-7373" fmla="*/ 116247 w 8477199"/>
                <a:gd name="connsiteY21-7374" fmla="*/ 971172 h 1734757"/>
                <a:gd name="connsiteX22-7375" fmla="*/ 9979 w 8477199"/>
                <a:gd name="connsiteY22-7376" fmla="*/ 496270 h 1734757"/>
                <a:gd name="connsiteX23-7377" fmla="*/ 174672 w 8477199"/>
                <a:gd name="connsiteY23-7378" fmla="*/ 0 h 1734757"/>
                <a:gd name="connsiteX24-7379" fmla="*/ 248669 w 8477199"/>
                <a:gd name="connsiteY24-7380" fmla="*/ 55572 h 1734757"/>
                <a:gd name="connsiteX25-7381" fmla="*/ 307460 w 8477199"/>
                <a:gd name="connsiteY25-7382" fmla="*/ 1000075 h 1734757"/>
                <a:gd name="connsiteX26-7383" fmla="*/ 3216727 w 8477199"/>
                <a:gd name="connsiteY26-7384" fmla="*/ 923472 h 1734757"/>
                <a:gd name="connsiteX27-7385" fmla="*/ 4271282 w 8477199"/>
                <a:gd name="connsiteY27-7386" fmla="*/ 872053 h 1734757"/>
                <a:gd name="connsiteX28-7387" fmla="*/ 4534135 w 8477199"/>
                <a:gd name="connsiteY28-7388" fmla="*/ 1303743 h 1734757"/>
                <a:gd name="connsiteX29-7389" fmla="*/ 4824736 w 8477199"/>
                <a:gd name="connsiteY29-7390" fmla="*/ 1596007 h 1734757"/>
                <a:gd name="connsiteX30-7391" fmla="*/ 5803572 w 8477199"/>
                <a:gd name="connsiteY30-7392" fmla="*/ 744571 h 1734757"/>
                <a:gd name="connsiteX31-7393" fmla="*/ 6697195 w 8477199"/>
                <a:gd name="connsiteY31-7394" fmla="*/ 214691 h 1734757"/>
                <a:gd name="connsiteX0-7395" fmla="*/ 6697195 w 8477199"/>
                <a:gd name="connsiteY0-7396" fmla="*/ 214691 h 1734757"/>
                <a:gd name="connsiteX1-7397" fmla="*/ 6709662 w 8477199"/>
                <a:gd name="connsiteY1-7398" fmla="*/ 214691 h 1734757"/>
                <a:gd name="connsiteX2-7399" fmla="*/ 7145860 w 8477199"/>
                <a:gd name="connsiteY2-7400" fmla="*/ 789985 h 1734757"/>
                <a:gd name="connsiteX3-7401" fmla="*/ 7305314 w 8477199"/>
                <a:gd name="connsiteY3-7402" fmla="*/ 1114171 h 1734757"/>
                <a:gd name="connsiteX4-7403" fmla="*/ 8432561 w 8477199"/>
                <a:gd name="connsiteY4-7404" fmla="*/ 880513 h 1734757"/>
                <a:gd name="connsiteX5-7405" fmla="*/ 8477199 w 8477199"/>
                <a:gd name="connsiteY5-7406" fmla="*/ 929103 h 1734757"/>
                <a:gd name="connsiteX6-7407" fmla="*/ 7295156 w 8477199"/>
                <a:gd name="connsiteY6-7408" fmla="*/ 1173736 h 1734757"/>
                <a:gd name="connsiteX7-7409" fmla="*/ 7106764 w 8477199"/>
                <a:gd name="connsiteY7-7410" fmla="*/ 814498 h 1734757"/>
                <a:gd name="connsiteX8-7411" fmla="*/ 6708739 w 8477199"/>
                <a:gd name="connsiteY8-7412" fmla="*/ 275180 h 1734757"/>
                <a:gd name="connsiteX9-7413" fmla="*/ 6697657 w 8477199"/>
                <a:gd name="connsiteY9-7414" fmla="*/ 275180 h 1734757"/>
                <a:gd name="connsiteX10-7415" fmla="*/ 5808796 w 8477199"/>
                <a:gd name="connsiteY10-7416" fmla="*/ 855594 h 1734757"/>
                <a:gd name="connsiteX11-7417" fmla="*/ 5680431 w 8477199"/>
                <a:gd name="connsiteY11-7418" fmla="*/ 987191 h 1734757"/>
                <a:gd name="connsiteX12-7419" fmla="*/ 5510509 w 8477199"/>
                <a:gd name="connsiteY12-7420" fmla="*/ 1166348 h 1734757"/>
                <a:gd name="connsiteX13-7421" fmla="*/ 5121257 w 8477199"/>
                <a:gd name="connsiteY13-7422" fmla="*/ 1556985 h 1734757"/>
                <a:gd name="connsiteX14-7423" fmla="*/ 4763866 w 8477199"/>
                <a:gd name="connsiteY14-7424" fmla="*/ 1734757 h 1734757"/>
                <a:gd name="connsiteX15-7425" fmla="*/ 4720924 w 8477199"/>
                <a:gd name="connsiteY15-7426" fmla="*/ 1730601 h 1734757"/>
                <a:gd name="connsiteX16-7427" fmla="*/ 4489128 w 8477199"/>
                <a:gd name="connsiteY16-7428" fmla="*/ 1387063 h 1734757"/>
                <a:gd name="connsiteX17-7429" fmla="*/ 4263335 w 8477199"/>
                <a:gd name="connsiteY17-7430" fmla="*/ 977494 h 1734757"/>
                <a:gd name="connsiteX18-7431" fmla="*/ 3440333 w 8477199"/>
                <a:gd name="connsiteY18-7432" fmla="*/ 1010362 h 1734757"/>
                <a:gd name="connsiteX19-7433" fmla="*/ 2222804 w 8477199"/>
                <a:gd name="connsiteY19-7434" fmla="*/ 1311196 h 1734757"/>
                <a:gd name="connsiteX20-7435" fmla="*/ 1093370 w 8477199"/>
                <a:gd name="connsiteY20-7436" fmla="*/ 1317325 h 1734757"/>
                <a:gd name="connsiteX21-7437" fmla="*/ 116247 w 8477199"/>
                <a:gd name="connsiteY21-7438" fmla="*/ 971172 h 1734757"/>
                <a:gd name="connsiteX22-7439" fmla="*/ 9979 w 8477199"/>
                <a:gd name="connsiteY22-7440" fmla="*/ 496270 h 1734757"/>
                <a:gd name="connsiteX23-7441" fmla="*/ 174672 w 8477199"/>
                <a:gd name="connsiteY23-7442" fmla="*/ 0 h 1734757"/>
                <a:gd name="connsiteX24-7443" fmla="*/ 248669 w 8477199"/>
                <a:gd name="connsiteY24-7444" fmla="*/ 55572 h 1734757"/>
                <a:gd name="connsiteX25-7445" fmla="*/ 307460 w 8477199"/>
                <a:gd name="connsiteY25-7446" fmla="*/ 1000075 h 1734757"/>
                <a:gd name="connsiteX26-7447" fmla="*/ 3216727 w 8477199"/>
                <a:gd name="connsiteY26-7448" fmla="*/ 923472 h 1734757"/>
                <a:gd name="connsiteX27-7449" fmla="*/ 4271282 w 8477199"/>
                <a:gd name="connsiteY27-7450" fmla="*/ 872053 h 1734757"/>
                <a:gd name="connsiteX28-7451" fmla="*/ 4534135 w 8477199"/>
                <a:gd name="connsiteY28-7452" fmla="*/ 1303743 h 1734757"/>
                <a:gd name="connsiteX29-7453" fmla="*/ 4824736 w 8477199"/>
                <a:gd name="connsiteY29-7454" fmla="*/ 1596007 h 1734757"/>
                <a:gd name="connsiteX30-7455" fmla="*/ 5803572 w 8477199"/>
                <a:gd name="connsiteY30-7456" fmla="*/ 744571 h 1734757"/>
                <a:gd name="connsiteX31-7457" fmla="*/ 6697195 w 8477199"/>
                <a:gd name="connsiteY31-7458" fmla="*/ 214691 h 1734757"/>
                <a:gd name="connsiteX0-7459" fmla="*/ 6697195 w 8477199"/>
                <a:gd name="connsiteY0-7460" fmla="*/ 214691 h 1734757"/>
                <a:gd name="connsiteX1-7461" fmla="*/ 6709662 w 8477199"/>
                <a:gd name="connsiteY1-7462" fmla="*/ 214691 h 1734757"/>
                <a:gd name="connsiteX2-7463" fmla="*/ 7145860 w 8477199"/>
                <a:gd name="connsiteY2-7464" fmla="*/ 789985 h 1734757"/>
                <a:gd name="connsiteX3-7465" fmla="*/ 7305314 w 8477199"/>
                <a:gd name="connsiteY3-7466" fmla="*/ 1114171 h 1734757"/>
                <a:gd name="connsiteX4-7467" fmla="*/ 8432561 w 8477199"/>
                <a:gd name="connsiteY4-7468" fmla="*/ 880513 h 1734757"/>
                <a:gd name="connsiteX5-7469" fmla="*/ 8477199 w 8477199"/>
                <a:gd name="connsiteY5-7470" fmla="*/ 929103 h 1734757"/>
                <a:gd name="connsiteX6-7471" fmla="*/ 7295156 w 8477199"/>
                <a:gd name="connsiteY6-7472" fmla="*/ 1173736 h 1734757"/>
                <a:gd name="connsiteX7-7473" fmla="*/ 7106764 w 8477199"/>
                <a:gd name="connsiteY7-7474" fmla="*/ 814498 h 1734757"/>
                <a:gd name="connsiteX8-7475" fmla="*/ 6708739 w 8477199"/>
                <a:gd name="connsiteY8-7476" fmla="*/ 275180 h 1734757"/>
                <a:gd name="connsiteX9-7477" fmla="*/ 6697657 w 8477199"/>
                <a:gd name="connsiteY9-7478" fmla="*/ 275180 h 1734757"/>
                <a:gd name="connsiteX10-7479" fmla="*/ 5808796 w 8477199"/>
                <a:gd name="connsiteY10-7480" fmla="*/ 855594 h 1734757"/>
                <a:gd name="connsiteX11-7481" fmla="*/ 5680431 w 8477199"/>
                <a:gd name="connsiteY11-7482" fmla="*/ 987191 h 1734757"/>
                <a:gd name="connsiteX12-7483" fmla="*/ 5510509 w 8477199"/>
                <a:gd name="connsiteY12-7484" fmla="*/ 1166348 h 1734757"/>
                <a:gd name="connsiteX13-7485" fmla="*/ 5121257 w 8477199"/>
                <a:gd name="connsiteY13-7486" fmla="*/ 1556985 h 1734757"/>
                <a:gd name="connsiteX14-7487" fmla="*/ 4763866 w 8477199"/>
                <a:gd name="connsiteY14-7488" fmla="*/ 1734757 h 1734757"/>
                <a:gd name="connsiteX15-7489" fmla="*/ 4720924 w 8477199"/>
                <a:gd name="connsiteY15-7490" fmla="*/ 1730601 h 1734757"/>
                <a:gd name="connsiteX16-7491" fmla="*/ 4489128 w 8477199"/>
                <a:gd name="connsiteY16-7492" fmla="*/ 1387063 h 1734757"/>
                <a:gd name="connsiteX17-7493" fmla="*/ 4263335 w 8477199"/>
                <a:gd name="connsiteY17-7494" fmla="*/ 977494 h 1734757"/>
                <a:gd name="connsiteX18-7495" fmla="*/ 3440333 w 8477199"/>
                <a:gd name="connsiteY18-7496" fmla="*/ 1010362 h 1734757"/>
                <a:gd name="connsiteX19-7497" fmla="*/ 2222804 w 8477199"/>
                <a:gd name="connsiteY19-7498" fmla="*/ 1311196 h 1734757"/>
                <a:gd name="connsiteX20-7499" fmla="*/ 1093370 w 8477199"/>
                <a:gd name="connsiteY20-7500" fmla="*/ 1317325 h 1734757"/>
                <a:gd name="connsiteX21-7501" fmla="*/ 116247 w 8477199"/>
                <a:gd name="connsiteY21-7502" fmla="*/ 971172 h 1734757"/>
                <a:gd name="connsiteX22-7503" fmla="*/ 9979 w 8477199"/>
                <a:gd name="connsiteY22-7504" fmla="*/ 496270 h 1734757"/>
                <a:gd name="connsiteX23-7505" fmla="*/ 174672 w 8477199"/>
                <a:gd name="connsiteY23-7506" fmla="*/ 0 h 1734757"/>
                <a:gd name="connsiteX24-7507" fmla="*/ 248669 w 8477199"/>
                <a:gd name="connsiteY24-7508" fmla="*/ 55572 h 1734757"/>
                <a:gd name="connsiteX25-7509" fmla="*/ 307460 w 8477199"/>
                <a:gd name="connsiteY25-7510" fmla="*/ 1000075 h 1734757"/>
                <a:gd name="connsiteX26-7511" fmla="*/ 3216727 w 8477199"/>
                <a:gd name="connsiteY26-7512" fmla="*/ 923472 h 1734757"/>
                <a:gd name="connsiteX27-7513" fmla="*/ 4271282 w 8477199"/>
                <a:gd name="connsiteY27-7514" fmla="*/ 872053 h 1734757"/>
                <a:gd name="connsiteX28-7515" fmla="*/ 4534135 w 8477199"/>
                <a:gd name="connsiteY28-7516" fmla="*/ 1303743 h 1734757"/>
                <a:gd name="connsiteX29-7517" fmla="*/ 4824736 w 8477199"/>
                <a:gd name="connsiteY29-7518" fmla="*/ 1596007 h 1734757"/>
                <a:gd name="connsiteX30-7519" fmla="*/ 5803572 w 8477199"/>
                <a:gd name="connsiteY30-7520" fmla="*/ 744571 h 1734757"/>
                <a:gd name="connsiteX31-7521" fmla="*/ 6697195 w 8477199"/>
                <a:gd name="connsiteY31-7522" fmla="*/ 214691 h 1734757"/>
                <a:gd name="connsiteX0-7523" fmla="*/ 6697195 w 8477199"/>
                <a:gd name="connsiteY0-7524" fmla="*/ 214691 h 1734757"/>
                <a:gd name="connsiteX1-7525" fmla="*/ 6709662 w 8477199"/>
                <a:gd name="connsiteY1-7526" fmla="*/ 214691 h 1734757"/>
                <a:gd name="connsiteX2-7527" fmla="*/ 7145860 w 8477199"/>
                <a:gd name="connsiteY2-7528" fmla="*/ 789985 h 1734757"/>
                <a:gd name="connsiteX3-7529" fmla="*/ 7305314 w 8477199"/>
                <a:gd name="connsiteY3-7530" fmla="*/ 1114171 h 1734757"/>
                <a:gd name="connsiteX4-7531" fmla="*/ 8432561 w 8477199"/>
                <a:gd name="connsiteY4-7532" fmla="*/ 880513 h 1734757"/>
                <a:gd name="connsiteX5-7533" fmla="*/ 8477199 w 8477199"/>
                <a:gd name="connsiteY5-7534" fmla="*/ 929103 h 1734757"/>
                <a:gd name="connsiteX6-7535" fmla="*/ 7295156 w 8477199"/>
                <a:gd name="connsiteY6-7536" fmla="*/ 1173736 h 1734757"/>
                <a:gd name="connsiteX7-7537" fmla="*/ 7106764 w 8477199"/>
                <a:gd name="connsiteY7-7538" fmla="*/ 814498 h 1734757"/>
                <a:gd name="connsiteX8-7539" fmla="*/ 6708739 w 8477199"/>
                <a:gd name="connsiteY8-7540" fmla="*/ 275180 h 1734757"/>
                <a:gd name="connsiteX9-7541" fmla="*/ 6697657 w 8477199"/>
                <a:gd name="connsiteY9-7542" fmla="*/ 275180 h 1734757"/>
                <a:gd name="connsiteX10-7543" fmla="*/ 5808796 w 8477199"/>
                <a:gd name="connsiteY10-7544" fmla="*/ 855594 h 1734757"/>
                <a:gd name="connsiteX11-7545" fmla="*/ 5680431 w 8477199"/>
                <a:gd name="connsiteY11-7546" fmla="*/ 987191 h 1734757"/>
                <a:gd name="connsiteX12-7547" fmla="*/ 5510509 w 8477199"/>
                <a:gd name="connsiteY12-7548" fmla="*/ 1166348 h 1734757"/>
                <a:gd name="connsiteX13-7549" fmla="*/ 5121257 w 8477199"/>
                <a:gd name="connsiteY13-7550" fmla="*/ 1556985 h 1734757"/>
                <a:gd name="connsiteX14-7551" fmla="*/ 4763866 w 8477199"/>
                <a:gd name="connsiteY14-7552" fmla="*/ 1734757 h 1734757"/>
                <a:gd name="connsiteX15-7553" fmla="*/ 4720924 w 8477199"/>
                <a:gd name="connsiteY15-7554" fmla="*/ 1730601 h 1734757"/>
                <a:gd name="connsiteX16-7555" fmla="*/ 4489128 w 8477199"/>
                <a:gd name="connsiteY16-7556" fmla="*/ 1387063 h 1734757"/>
                <a:gd name="connsiteX17-7557" fmla="*/ 4263335 w 8477199"/>
                <a:gd name="connsiteY17-7558" fmla="*/ 977494 h 1734757"/>
                <a:gd name="connsiteX18-7559" fmla="*/ 3440333 w 8477199"/>
                <a:gd name="connsiteY18-7560" fmla="*/ 1010362 h 1734757"/>
                <a:gd name="connsiteX19-7561" fmla="*/ 2222804 w 8477199"/>
                <a:gd name="connsiteY19-7562" fmla="*/ 1311196 h 1734757"/>
                <a:gd name="connsiteX20-7563" fmla="*/ 1093370 w 8477199"/>
                <a:gd name="connsiteY20-7564" fmla="*/ 1317325 h 1734757"/>
                <a:gd name="connsiteX21-7565" fmla="*/ 116247 w 8477199"/>
                <a:gd name="connsiteY21-7566" fmla="*/ 971172 h 1734757"/>
                <a:gd name="connsiteX22-7567" fmla="*/ 9979 w 8477199"/>
                <a:gd name="connsiteY22-7568" fmla="*/ 496270 h 1734757"/>
                <a:gd name="connsiteX23-7569" fmla="*/ 174672 w 8477199"/>
                <a:gd name="connsiteY23-7570" fmla="*/ 0 h 1734757"/>
                <a:gd name="connsiteX24-7571" fmla="*/ 248669 w 8477199"/>
                <a:gd name="connsiteY24-7572" fmla="*/ 55572 h 1734757"/>
                <a:gd name="connsiteX25-7573" fmla="*/ 307460 w 8477199"/>
                <a:gd name="connsiteY25-7574" fmla="*/ 1000075 h 1734757"/>
                <a:gd name="connsiteX26-7575" fmla="*/ 3216727 w 8477199"/>
                <a:gd name="connsiteY26-7576" fmla="*/ 923472 h 1734757"/>
                <a:gd name="connsiteX27-7577" fmla="*/ 4271282 w 8477199"/>
                <a:gd name="connsiteY27-7578" fmla="*/ 872053 h 1734757"/>
                <a:gd name="connsiteX28-7579" fmla="*/ 4534135 w 8477199"/>
                <a:gd name="connsiteY28-7580" fmla="*/ 1303743 h 1734757"/>
                <a:gd name="connsiteX29-7581" fmla="*/ 4824736 w 8477199"/>
                <a:gd name="connsiteY29-7582" fmla="*/ 1596007 h 1734757"/>
                <a:gd name="connsiteX30-7583" fmla="*/ 5803572 w 8477199"/>
                <a:gd name="connsiteY30-7584" fmla="*/ 744571 h 1734757"/>
                <a:gd name="connsiteX31-7585" fmla="*/ 6697195 w 8477199"/>
                <a:gd name="connsiteY31-7586" fmla="*/ 214691 h 1734757"/>
                <a:gd name="connsiteX0-7587" fmla="*/ 6697195 w 8477199"/>
                <a:gd name="connsiteY0-7588" fmla="*/ 214691 h 1734757"/>
                <a:gd name="connsiteX1-7589" fmla="*/ 6709662 w 8477199"/>
                <a:gd name="connsiteY1-7590" fmla="*/ 214691 h 1734757"/>
                <a:gd name="connsiteX2-7591" fmla="*/ 7145860 w 8477199"/>
                <a:gd name="connsiteY2-7592" fmla="*/ 789985 h 1734757"/>
                <a:gd name="connsiteX3-7593" fmla="*/ 7305314 w 8477199"/>
                <a:gd name="connsiteY3-7594" fmla="*/ 1114171 h 1734757"/>
                <a:gd name="connsiteX4-7595" fmla="*/ 8432561 w 8477199"/>
                <a:gd name="connsiteY4-7596" fmla="*/ 880513 h 1734757"/>
                <a:gd name="connsiteX5-7597" fmla="*/ 8477199 w 8477199"/>
                <a:gd name="connsiteY5-7598" fmla="*/ 929103 h 1734757"/>
                <a:gd name="connsiteX6-7599" fmla="*/ 7295156 w 8477199"/>
                <a:gd name="connsiteY6-7600" fmla="*/ 1173736 h 1734757"/>
                <a:gd name="connsiteX7-7601" fmla="*/ 7106764 w 8477199"/>
                <a:gd name="connsiteY7-7602" fmla="*/ 814498 h 1734757"/>
                <a:gd name="connsiteX8-7603" fmla="*/ 6708739 w 8477199"/>
                <a:gd name="connsiteY8-7604" fmla="*/ 275180 h 1734757"/>
                <a:gd name="connsiteX9-7605" fmla="*/ 6697657 w 8477199"/>
                <a:gd name="connsiteY9-7606" fmla="*/ 275180 h 1734757"/>
                <a:gd name="connsiteX10-7607" fmla="*/ 5808796 w 8477199"/>
                <a:gd name="connsiteY10-7608" fmla="*/ 855594 h 1734757"/>
                <a:gd name="connsiteX11-7609" fmla="*/ 5680431 w 8477199"/>
                <a:gd name="connsiteY11-7610" fmla="*/ 987191 h 1734757"/>
                <a:gd name="connsiteX12-7611" fmla="*/ 5510509 w 8477199"/>
                <a:gd name="connsiteY12-7612" fmla="*/ 1166348 h 1734757"/>
                <a:gd name="connsiteX13-7613" fmla="*/ 5121257 w 8477199"/>
                <a:gd name="connsiteY13-7614" fmla="*/ 1556985 h 1734757"/>
                <a:gd name="connsiteX14-7615" fmla="*/ 4763866 w 8477199"/>
                <a:gd name="connsiteY14-7616" fmla="*/ 1734757 h 1734757"/>
                <a:gd name="connsiteX15-7617" fmla="*/ 4720924 w 8477199"/>
                <a:gd name="connsiteY15-7618" fmla="*/ 1730601 h 1734757"/>
                <a:gd name="connsiteX16-7619" fmla="*/ 4489128 w 8477199"/>
                <a:gd name="connsiteY16-7620" fmla="*/ 1387063 h 1734757"/>
                <a:gd name="connsiteX17-7621" fmla="*/ 4263335 w 8477199"/>
                <a:gd name="connsiteY17-7622" fmla="*/ 977494 h 1734757"/>
                <a:gd name="connsiteX18-7623" fmla="*/ 3440333 w 8477199"/>
                <a:gd name="connsiteY18-7624" fmla="*/ 1010362 h 1734757"/>
                <a:gd name="connsiteX19-7625" fmla="*/ 2222804 w 8477199"/>
                <a:gd name="connsiteY19-7626" fmla="*/ 1311196 h 1734757"/>
                <a:gd name="connsiteX20-7627" fmla="*/ 1093370 w 8477199"/>
                <a:gd name="connsiteY20-7628" fmla="*/ 1317325 h 1734757"/>
                <a:gd name="connsiteX21-7629" fmla="*/ 116247 w 8477199"/>
                <a:gd name="connsiteY21-7630" fmla="*/ 971172 h 1734757"/>
                <a:gd name="connsiteX22-7631" fmla="*/ 9979 w 8477199"/>
                <a:gd name="connsiteY22-7632" fmla="*/ 496270 h 1734757"/>
                <a:gd name="connsiteX23-7633" fmla="*/ 174672 w 8477199"/>
                <a:gd name="connsiteY23-7634" fmla="*/ 0 h 1734757"/>
                <a:gd name="connsiteX24-7635" fmla="*/ 248669 w 8477199"/>
                <a:gd name="connsiteY24-7636" fmla="*/ 55572 h 1734757"/>
                <a:gd name="connsiteX25-7637" fmla="*/ 307460 w 8477199"/>
                <a:gd name="connsiteY25-7638" fmla="*/ 1000075 h 1734757"/>
                <a:gd name="connsiteX26-7639" fmla="*/ 3216727 w 8477199"/>
                <a:gd name="connsiteY26-7640" fmla="*/ 923472 h 1734757"/>
                <a:gd name="connsiteX27-7641" fmla="*/ 4271282 w 8477199"/>
                <a:gd name="connsiteY27-7642" fmla="*/ 872053 h 1734757"/>
                <a:gd name="connsiteX28-7643" fmla="*/ 4534135 w 8477199"/>
                <a:gd name="connsiteY28-7644" fmla="*/ 1303743 h 1734757"/>
                <a:gd name="connsiteX29-7645" fmla="*/ 4824736 w 8477199"/>
                <a:gd name="connsiteY29-7646" fmla="*/ 1596007 h 1734757"/>
                <a:gd name="connsiteX30-7647" fmla="*/ 5803572 w 8477199"/>
                <a:gd name="connsiteY30-7648" fmla="*/ 744571 h 1734757"/>
                <a:gd name="connsiteX31-7649" fmla="*/ 6697195 w 8477199"/>
                <a:gd name="connsiteY31-7650" fmla="*/ 214691 h 1734757"/>
                <a:gd name="connsiteX0-7651" fmla="*/ 6697195 w 8477199"/>
                <a:gd name="connsiteY0-7652" fmla="*/ 214691 h 1734757"/>
                <a:gd name="connsiteX1-7653" fmla="*/ 6709662 w 8477199"/>
                <a:gd name="connsiteY1-7654" fmla="*/ 214691 h 1734757"/>
                <a:gd name="connsiteX2-7655" fmla="*/ 7145860 w 8477199"/>
                <a:gd name="connsiteY2-7656" fmla="*/ 789985 h 1734757"/>
                <a:gd name="connsiteX3-7657" fmla="*/ 7305314 w 8477199"/>
                <a:gd name="connsiteY3-7658" fmla="*/ 1114171 h 1734757"/>
                <a:gd name="connsiteX4-7659" fmla="*/ 8432561 w 8477199"/>
                <a:gd name="connsiteY4-7660" fmla="*/ 880513 h 1734757"/>
                <a:gd name="connsiteX5-7661" fmla="*/ 8477199 w 8477199"/>
                <a:gd name="connsiteY5-7662" fmla="*/ 929103 h 1734757"/>
                <a:gd name="connsiteX6-7663" fmla="*/ 7295156 w 8477199"/>
                <a:gd name="connsiteY6-7664" fmla="*/ 1173736 h 1734757"/>
                <a:gd name="connsiteX7-7665" fmla="*/ 7106764 w 8477199"/>
                <a:gd name="connsiteY7-7666" fmla="*/ 814498 h 1734757"/>
                <a:gd name="connsiteX8-7667" fmla="*/ 6708739 w 8477199"/>
                <a:gd name="connsiteY8-7668" fmla="*/ 275180 h 1734757"/>
                <a:gd name="connsiteX9-7669" fmla="*/ 6697657 w 8477199"/>
                <a:gd name="connsiteY9-7670" fmla="*/ 275180 h 1734757"/>
                <a:gd name="connsiteX10-7671" fmla="*/ 5808796 w 8477199"/>
                <a:gd name="connsiteY10-7672" fmla="*/ 855594 h 1734757"/>
                <a:gd name="connsiteX11-7673" fmla="*/ 5680431 w 8477199"/>
                <a:gd name="connsiteY11-7674" fmla="*/ 987191 h 1734757"/>
                <a:gd name="connsiteX12-7675" fmla="*/ 5510509 w 8477199"/>
                <a:gd name="connsiteY12-7676" fmla="*/ 1166348 h 1734757"/>
                <a:gd name="connsiteX13-7677" fmla="*/ 5121257 w 8477199"/>
                <a:gd name="connsiteY13-7678" fmla="*/ 1556985 h 1734757"/>
                <a:gd name="connsiteX14-7679" fmla="*/ 4763866 w 8477199"/>
                <a:gd name="connsiteY14-7680" fmla="*/ 1734757 h 1734757"/>
                <a:gd name="connsiteX15-7681" fmla="*/ 4720924 w 8477199"/>
                <a:gd name="connsiteY15-7682" fmla="*/ 1730601 h 1734757"/>
                <a:gd name="connsiteX16-7683" fmla="*/ 4489128 w 8477199"/>
                <a:gd name="connsiteY16-7684" fmla="*/ 1387063 h 1734757"/>
                <a:gd name="connsiteX17-7685" fmla="*/ 4263335 w 8477199"/>
                <a:gd name="connsiteY17-7686" fmla="*/ 977494 h 1734757"/>
                <a:gd name="connsiteX18-7687" fmla="*/ 3440333 w 8477199"/>
                <a:gd name="connsiteY18-7688" fmla="*/ 1010362 h 1734757"/>
                <a:gd name="connsiteX19-7689" fmla="*/ 2222804 w 8477199"/>
                <a:gd name="connsiteY19-7690" fmla="*/ 1311196 h 1734757"/>
                <a:gd name="connsiteX20-7691" fmla="*/ 1093370 w 8477199"/>
                <a:gd name="connsiteY20-7692" fmla="*/ 1317325 h 1734757"/>
                <a:gd name="connsiteX21-7693" fmla="*/ 116247 w 8477199"/>
                <a:gd name="connsiteY21-7694" fmla="*/ 971172 h 1734757"/>
                <a:gd name="connsiteX22-7695" fmla="*/ 9979 w 8477199"/>
                <a:gd name="connsiteY22-7696" fmla="*/ 496270 h 1734757"/>
                <a:gd name="connsiteX23-7697" fmla="*/ 174672 w 8477199"/>
                <a:gd name="connsiteY23-7698" fmla="*/ 0 h 1734757"/>
                <a:gd name="connsiteX24-7699" fmla="*/ 248669 w 8477199"/>
                <a:gd name="connsiteY24-7700" fmla="*/ 55572 h 1734757"/>
                <a:gd name="connsiteX25-7701" fmla="*/ 307460 w 8477199"/>
                <a:gd name="connsiteY25-7702" fmla="*/ 1000075 h 1734757"/>
                <a:gd name="connsiteX26-7703" fmla="*/ 3216727 w 8477199"/>
                <a:gd name="connsiteY26-7704" fmla="*/ 923472 h 1734757"/>
                <a:gd name="connsiteX27-7705" fmla="*/ 4271282 w 8477199"/>
                <a:gd name="connsiteY27-7706" fmla="*/ 872053 h 1734757"/>
                <a:gd name="connsiteX28-7707" fmla="*/ 4534135 w 8477199"/>
                <a:gd name="connsiteY28-7708" fmla="*/ 1303743 h 1734757"/>
                <a:gd name="connsiteX29-7709" fmla="*/ 4824736 w 8477199"/>
                <a:gd name="connsiteY29-7710" fmla="*/ 1596007 h 1734757"/>
                <a:gd name="connsiteX30-7711" fmla="*/ 5803572 w 8477199"/>
                <a:gd name="connsiteY30-7712" fmla="*/ 744571 h 1734757"/>
                <a:gd name="connsiteX31-7713" fmla="*/ 6697195 w 8477199"/>
                <a:gd name="connsiteY31-7714" fmla="*/ 214691 h 1734757"/>
                <a:gd name="connsiteX0-7715" fmla="*/ 6697195 w 8477199"/>
                <a:gd name="connsiteY0-7716" fmla="*/ 214691 h 1734757"/>
                <a:gd name="connsiteX1-7717" fmla="*/ 6709662 w 8477199"/>
                <a:gd name="connsiteY1-7718" fmla="*/ 214691 h 1734757"/>
                <a:gd name="connsiteX2-7719" fmla="*/ 7145860 w 8477199"/>
                <a:gd name="connsiteY2-7720" fmla="*/ 789985 h 1734757"/>
                <a:gd name="connsiteX3-7721" fmla="*/ 7305314 w 8477199"/>
                <a:gd name="connsiteY3-7722" fmla="*/ 1114171 h 1734757"/>
                <a:gd name="connsiteX4-7723" fmla="*/ 8432561 w 8477199"/>
                <a:gd name="connsiteY4-7724" fmla="*/ 880513 h 1734757"/>
                <a:gd name="connsiteX5-7725" fmla="*/ 8477199 w 8477199"/>
                <a:gd name="connsiteY5-7726" fmla="*/ 929103 h 1734757"/>
                <a:gd name="connsiteX6-7727" fmla="*/ 7295156 w 8477199"/>
                <a:gd name="connsiteY6-7728" fmla="*/ 1173736 h 1734757"/>
                <a:gd name="connsiteX7-7729" fmla="*/ 7106764 w 8477199"/>
                <a:gd name="connsiteY7-7730" fmla="*/ 814498 h 1734757"/>
                <a:gd name="connsiteX8-7731" fmla="*/ 6708739 w 8477199"/>
                <a:gd name="connsiteY8-7732" fmla="*/ 275180 h 1734757"/>
                <a:gd name="connsiteX9-7733" fmla="*/ 6697657 w 8477199"/>
                <a:gd name="connsiteY9-7734" fmla="*/ 275180 h 1734757"/>
                <a:gd name="connsiteX10-7735" fmla="*/ 5808796 w 8477199"/>
                <a:gd name="connsiteY10-7736" fmla="*/ 855594 h 1734757"/>
                <a:gd name="connsiteX11-7737" fmla="*/ 5680431 w 8477199"/>
                <a:gd name="connsiteY11-7738" fmla="*/ 987191 h 1734757"/>
                <a:gd name="connsiteX12-7739" fmla="*/ 5510509 w 8477199"/>
                <a:gd name="connsiteY12-7740" fmla="*/ 1166348 h 1734757"/>
                <a:gd name="connsiteX13-7741" fmla="*/ 5121257 w 8477199"/>
                <a:gd name="connsiteY13-7742" fmla="*/ 1556985 h 1734757"/>
                <a:gd name="connsiteX14-7743" fmla="*/ 4763866 w 8477199"/>
                <a:gd name="connsiteY14-7744" fmla="*/ 1734757 h 1734757"/>
                <a:gd name="connsiteX15-7745" fmla="*/ 4720924 w 8477199"/>
                <a:gd name="connsiteY15-7746" fmla="*/ 1730601 h 1734757"/>
                <a:gd name="connsiteX16-7747" fmla="*/ 4489128 w 8477199"/>
                <a:gd name="connsiteY16-7748" fmla="*/ 1387063 h 1734757"/>
                <a:gd name="connsiteX17-7749" fmla="*/ 4263335 w 8477199"/>
                <a:gd name="connsiteY17-7750" fmla="*/ 977494 h 1734757"/>
                <a:gd name="connsiteX18-7751" fmla="*/ 3440333 w 8477199"/>
                <a:gd name="connsiteY18-7752" fmla="*/ 1010362 h 1734757"/>
                <a:gd name="connsiteX19-7753" fmla="*/ 2222804 w 8477199"/>
                <a:gd name="connsiteY19-7754" fmla="*/ 1311196 h 1734757"/>
                <a:gd name="connsiteX20-7755" fmla="*/ 1093370 w 8477199"/>
                <a:gd name="connsiteY20-7756" fmla="*/ 1317325 h 1734757"/>
                <a:gd name="connsiteX21-7757" fmla="*/ 116247 w 8477199"/>
                <a:gd name="connsiteY21-7758" fmla="*/ 971172 h 1734757"/>
                <a:gd name="connsiteX22-7759" fmla="*/ 9979 w 8477199"/>
                <a:gd name="connsiteY22-7760" fmla="*/ 496270 h 1734757"/>
                <a:gd name="connsiteX23-7761" fmla="*/ 174672 w 8477199"/>
                <a:gd name="connsiteY23-7762" fmla="*/ 0 h 1734757"/>
                <a:gd name="connsiteX24-7763" fmla="*/ 248669 w 8477199"/>
                <a:gd name="connsiteY24-7764" fmla="*/ 55572 h 1734757"/>
                <a:gd name="connsiteX25-7765" fmla="*/ 307460 w 8477199"/>
                <a:gd name="connsiteY25-7766" fmla="*/ 1000075 h 1734757"/>
                <a:gd name="connsiteX26-7767" fmla="*/ 3216727 w 8477199"/>
                <a:gd name="connsiteY26-7768" fmla="*/ 923472 h 1734757"/>
                <a:gd name="connsiteX27-7769" fmla="*/ 4271282 w 8477199"/>
                <a:gd name="connsiteY27-7770" fmla="*/ 872053 h 1734757"/>
                <a:gd name="connsiteX28-7771" fmla="*/ 4534135 w 8477199"/>
                <a:gd name="connsiteY28-7772" fmla="*/ 1303743 h 1734757"/>
                <a:gd name="connsiteX29-7773" fmla="*/ 4824736 w 8477199"/>
                <a:gd name="connsiteY29-7774" fmla="*/ 1596007 h 1734757"/>
                <a:gd name="connsiteX30-7775" fmla="*/ 5803572 w 8477199"/>
                <a:gd name="connsiteY30-7776" fmla="*/ 744571 h 1734757"/>
                <a:gd name="connsiteX31-7777" fmla="*/ 6697195 w 8477199"/>
                <a:gd name="connsiteY31-7778" fmla="*/ 214691 h 1734757"/>
                <a:gd name="connsiteX0-7779" fmla="*/ 6697195 w 8477199"/>
                <a:gd name="connsiteY0-7780" fmla="*/ 214691 h 1734757"/>
                <a:gd name="connsiteX1-7781" fmla="*/ 6709662 w 8477199"/>
                <a:gd name="connsiteY1-7782" fmla="*/ 214691 h 1734757"/>
                <a:gd name="connsiteX2-7783" fmla="*/ 7145860 w 8477199"/>
                <a:gd name="connsiteY2-7784" fmla="*/ 789985 h 1734757"/>
                <a:gd name="connsiteX3-7785" fmla="*/ 7305314 w 8477199"/>
                <a:gd name="connsiteY3-7786" fmla="*/ 1114171 h 1734757"/>
                <a:gd name="connsiteX4-7787" fmla="*/ 8432561 w 8477199"/>
                <a:gd name="connsiteY4-7788" fmla="*/ 880513 h 1734757"/>
                <a:gd name="connsiteX5-7789" fmla="*/ 8477199 w 8477199"/>
                <a:gd name="connsiteY5-7790" fmla="*/ 929103 h 1734757"/>
                <a:gd name="connsiteX6-7791" fmla="*/ 7295156 w 8477199"/>
                <a:gd name="connsiteY6-7792" fmla="*/ 1173736 h 1734757"/>
                <a:gd name="connsiteX7-7793" fmla="*/ 7106764 w 8477199"/>
                <a:gd name="connsiteY7-7794" fmla="*/ 814498 h 1734757"/>
                <a:gd name="connsiteX8-7795" fmla="*/ 6708739 w 8477199"/>
                <a:gd name="connsiteY8-7796" fmla="*/ 275180 h 1734757"/>
                <a:gd name="connsiteX9-7797" fmla="*/ 6697657 w 8477199"/>
                <a:gd name="connsiteY9-7798" fmla="*/ 275180 h 1734757"/>
                <a:gd name="connsiteX10-7799" fmla="*/ 5808796 w 8477199"/>
                <a:gd name="connsiteY10-7800" fmla="*/ 855594 h 1734757"/>
                <a:gd name="connsiteX11-7801" fmla="*/ 5680431 w 8477199"/>
                <a:gd name="connsiteY11-7802" fmla="*/ 987191 h 1734757"/>
                <a:gd name="connsiteX12-7803" fmla="*/ 5510509 w 8477199"/>
                <a:gd name="connsiteY12-7804" fmla="*/ 1166348 h 1734757"/>
                <a:gd name="connsiteX13-7805" fmla="*/ 5121257 w 8477199"/>
                <a:gd name="connsiteY13-7806" fmla="*/ 1556985 h 1734757"/>
                <a:gd name="connsiteX14-7807" fmla="*/ 4763866 w 8477199"/>
                <a:gd name="connsiteY14-7808" fmla="*/ 1734757 h 1734757"/>
                <a:gd name="connsiteX15-7809" fmla="*/ 4720924 w 8477199"/>
                <a:gd name="connsiteY15-7810" fmla="*/ 1730601 h 1734757"/>
                <a:gd name="connsiteX16-7811" fmla="*/ 4489128 w 8477199"/>
                <a:gd name="connsiteY16-7812" fmla="*/ 1387063 h 1734757"/>
                <a:gd name="connsiteX17-7813" fmla="*/ 4263335 w 8477199"/>
                <a:gd name="connsiteY17-7814" fmla="*/ 977494 h 1734757"/>
                <a:gd name="connsiteX18-7815" fmla="*/ 3440333 w 8477199"/>
                <a:gd name="connsiteY18-7816" fmla="*/ 1010362 h 1734757"/>
                <a:gd name="connsiteX19-7817" fmla="*/ 2222804 w 8477199"/>
                <a:gd name="connsiteY19-7818" fmla="*/ 1311196 h 1734757"/>
                <a:gd name="connsiteX20-7819" fmla="*/ 116247 w 8477199"/>
                <a:gd name="connsiteY20-7820" fmla="*/ 971172 h 1734757"/>
                <a:gd name="connsiteX21-7821" fmla="*/ 9979 w 8477199"/>
                <a:gd name="connsiteY21-7822" fmla="*/ 496270 h 1734757"/>
                <a:gd name="connsiteX22-7823" fmla="*/ 174672 w 8477199"/>
                <a:gd name="connsiteY22-7824" fmla="*/ 0 h 1734757"/>
                <a:gd name="connsiteX23-7825" fmla="*/ 248669 w 8477199"/>
                <a:gd name="connsiteY23-7826" fmla="*/ 55572 h 1734757"/>
                <a:gd name="connsiteX24-7827" fmla="*/ 307460 w 8477199"/>
                <a:gd name="connsiteY24-7828" fmla="*/ 1000075 h 1734757"/>
                <a:gd name="connsiteX25-7829" fmla="*/ 3216727 w 8477199"/>
                <a:gd name="connsiteY25-7830" fmla="*/ 923472 h 1734757"/>
                <a:gd name="connsiteX26-7831" fmla="*/ 4271282 w 8477199"/>
                <a:gd name="connsiteY26-7832" fmla="*/ 872053 h 1734757"/>
                <a:gd name="connsiteX27-7833" fmla="*/ 4534135 w 8477199"/>
                <a:gd name="connsiteY27-7834" fmla="*/ 1303743 h 1734757"/>
                <a:gd name="connsiteX28-7835" fmla="*/ 4824736 w 8477199"/>
                <a:gd name="connsiteY28-7836" fmla="*/ 1596007 h 1734757"/>
                <a:gd name="connsiteX29-7837" fmla="*/ 5803572 w 8477199"/>
                <a:gd name="connsiteY29-7838" fmla="*/ 744571 h 1734757"/>
                <a:gd name="connsiteX30-7839" fmla="*/ 6697195 w 8477199"/>
                <a:gd name="connsiteY30-7840" fmla="*/ 214691 h 1734757"/>
                <a:gd name="connsiteX0-7841" fmla="*/ 6697195 w 8477199"/>
                <a:gd name="connsiteY0-7842" fmla="*/ 214691 h 1734757"/>
                <a:gd name="connsiteX1-7843" fmla="*/ 6709662 w 8477199"/>
                <a:gd name="connsiteY1-7844" fmla="*/ 214691 h 1734757"/>
                <a:gd name="connsiteX2-7845" fmla="*/ 7145860 w 8477199"/>
                <a:gd name="connsiteY2-7846" fmla="*/ 789985 h 1734757"/>
                <a:gd name="connsiteX3-7847" fmla="*/ 7305314 w 8477199"/>
                <a:gd name="connsiteY3-7848" fmla="*/ 1114171 h 1734757"/>
                <a:gd name="connsiteX4-7849" fmla="*/ 8432561 w 8477199"/>
                <a:gd name="connsiteY4-7850" fmla="*/ 880513 h 1734757"/>
                <a:gd name="connsiteX5-7851" fmla="*/ 8477199 w 8477199"/>
                <a:gd name="connsiteY5-7852" fmla="*/ 929103 h 1734757"/>
                <a:gd name="connsiteX6-7853" fmla="*/ 7295156 w 8477199"/>
                <a:gd name="connsiteY6-7854" fmla="*/ 1173736 h 1734757"/>
                <a:gd name="connsiteX7-7855" fmla="*/ 7106764 w 8477199"/>
                <a:gd name="connsiteY7-7856" fmla="*/ 814498 h 1734757"/>
                <a:gd name="connsiteX8-7857" fmla="*/ 6708739 w 8477199"/>
                <a:gd name="connsiteY8-7858" fmla="*/ 275180 h 1734757"/>
                <a:gd name="connsiteX9-7859" fmla="*/ 6697657 w 8477199"/>
                <a:gd name="connsiteY9-7860" fmla="*/ 275180 h 1734757"/>
                <a:gd name="connsiteX10-7861" fmla="*/ 5808796 w 8477199"/>
                <a:gd name="connsiteY10-7862" fmla="*/ 855594 h 1734757"/>
                <a:gd name="connsiteX11-7863" fmla="*/ 5680431 w 8477199"/>
                <a:gd name="connsiteY11-7864" fmla="*/ 987191 h 1734757"/>
                <a:gd name="connsiteX12-7865" fmla="*/ 5510509 w 8477199"/>
                <a:gd name="connsiteY12-7866" fmla="*/ 1166348 h 1734757"/>
                <a:gd name="connsiteX13-7867" fmla="*/ 5121257 w 8477199"/>
                <a:gd name="connsiteY13-7868" fmla="*/ 1556985 h 1734757"/>
                <a:gd name="connsiteX14-7869" fmla="*/ 4763866 w 8477199"/>
                <a:gd name="connsiteY14-7870" fmla="*/ 1734757 h 1734757"/>
                <a:gd name="connsiteX15-7871" fmla="*/ 4720924 w 8477199"/>
                <a:gd name="connsiteY15-7872" fmla="*/ 1730601 h 1734757"/>
                <a:gd name="connsiteX16-7873" fmla="*/ 4489128 w 8477199"/>
                <a:gd name="connsiteY16-7874" fmla="*/ 1387063 h 1734757"/>
                <a:gd name="connsiteX17-7875" fmla="*/ 4263335 w 8477199"/>
                <a:gd name="connsiteY17-7876" fmla="*/ 977494 h 1734757"/>
                <a:gd name="connsiteX18-7877" fmla="*/ 3440333 w 8477199"/>
                <a:gd name="connsiteY18-7878" fmla="*/ 1010362 h 1734757"/>
                <a:gd name="connsiteX19-7879" fmla="*/ 2222804 w 8477199"/>
                <a:gd name="connsiteY19-7880" fmla="*/ 1311196 h 1734757"/>
                <a:gd name="connsiteX20-7881" fmla="*/ 116247 w 8477199"/>
                <a:gd name="connsiteY20-7882" fmla="*/ 971172 h 1734757"/>
                <a:gd name="connsiteX21-7883" fmla="*/ 9979 w 8477199"/>
                <a:gd name="connsiteY21-7884" fmla="*/ 496270 h 1734757"/>
                <a:gd name="connsiteX22-7885" fmla="*/ 174672 w 8477199"/>
                <a:gd name="connsiteY22-7886" fmla="*/ 0 h 1734757"/>
                <a:gd name="connsiteX23-7887" fmla="*/ 248669 w 8477199"/>
                <a:gd name="connsiteY23-7888" fmla="*/ 55572 h 1734757"/>
                <a:gd name="connsiteX24-7889" fmla="*/ 307460 w 8477199"/>
                <a:gd name="connsiteY24-7890" fmla="*/ 1000075 h 1734757"/>
                <a:gd name="connsiteX25-7891" fmla="*/ 3216727 w 8477199"/>
                <a:gd name="connsiteY25-7892" fmla="*/ 923472 h 1734757"/>
                <a:gd name="connsiteX26-7893" fmla="*/ 4271282 w 8477199"/>
                <a:gd name="connsiteY26-7894" fmla="*/ 872053 h 1734757"/>
                <a:gd name="connsiteX27-7895" fmla="*/ 4534135 w 8477199"/>
                <a:gd name="connsiteY27-7896" fmla="*/ 1303743 h 1734757"/>
                <a:gd name="connsiteX28-7897" fmla="*/ 4824736 w 8477199"/>
                <a:gd name="connsiteY28-7898" fmla="*/ 1596007 h 1734757"/>
                <a:gd name="connsiteX29-7899" fmla="*/ 5803572 w 8477199"/>
                <a:gd name="connsiteY29-7900" fmla="*/ 744571 h 1734757"/>
                <a:gd name="connsiteX30-7901" fmla="*/ 6697195 w 8477199"/>
                <a:gd name="connsiteY30-7902" fmla="*/ 214691 h 1734757"/>
                <a:gd name="connsiteX0-7903" fmla="*/ 6697195 w 8477199"/>
                <a:gd name="connsiteY0-7904" fmla="*/ 214691 h 1734757"/>
                <a:gd name="connsiteX1-7905" fmla="*/ 6709662 w 8477199"/>
                <a:gd name="connsiteY1-7906" fmla="*/ 214691 h 1734757"/>
                <a:gd name="connsiteX2-7907" fmla="*/ 7145860 w 8477199"/>
                <a:gd name="connsiteY2-7908" fmla="*/ 789985 h 1734757"/>
                <a:gd name="connsiteX3-7909" fmla="*/ 7305314 w 8477199"/>
                <a:gd name="connsiteY3-7910" fmla="*/ 1114171 h 1734757"/>
                <a:gd name="connsiteX4-7911" fmla="*/ 8432561 w 8477199"/>
                <a:gd name="connsiteY4-7912" fmla="*/ 880513 h 1734757"/>
                <a:gd name="connsiteX5-7913" fmla="*/ 8477199 w 8477199"/>
                <a:gd name="connsiteY5-7914" fmla="*/ 929103 h 1734757"/>
                <a:gd name="connsiteX6-7915" fmla="*/ 7295156 w 8477199"/>
                <a:gd name="connsiteY6-7916" fmla="*/ 1173736 h 1734757"/>
                <a:gd name="connsiteX7-7917" fmla="*/ 7106764 w 8477199"/>
                <a:gd name="connsiteY7-7918" fmla="*/ 814498 h 1734757"/>
                <a:gd name="connsiteX8-7919" fmla="*/ 6708739 w 8477199"/>
                <a:gd name="connsiteY8-7920" fmla="*/ 275180 h 1734757"/>
                <a:gd name="connsiteX9-7921" fmla="*/ 6697657 w 8477199"/>
                <a:gd name="connsiteY9-7922" fmla="*/ 275180 h 1734757"/>
                <a:gd name="connsiteX10-7923" fmla="*/ 5808796 w 8477199"/>
                <a:gd name="connsiteY10-7924" fmla="*/ 855594 h 1734757"/>
                <a:gd name="connsiteX11-7925" fmla="*/ 5680431 w 8477199"/>
                <a:gd name="connsiteY11-7926" fmla="*/ 987191 h 1734757"/>
                <a:gd name="connsiteX12-7927" fmla="*/ 5510509 w 8477199"/>
                <a:gd name="connsiteY12-7928" fmla="*/ 1166348 h 1734757"/>
                <a:gd name="connsiteX13-7929" fmla="*/ 5121257 w 8477199"/>
                <a:gd name="connsiteY13-7930" fmla="*/ 1556985 h 1734757"/>
                <a:gd name="connsiteX14-7931" fmla="*/ 4763866 w 8477199"/>
                <a:gd name="connsiteY14-7932" fmla="*/ 1734757 h 1734757"/>
                <a:gd name="connsiteX15-7933" fmla="*/ 4720924 w 8477199"/>
                <a:gd name="connsiteY15-7934" fmla="*/ 1730601 h 1734757"/>
                <a:gd name="connsiteX16-7935" fmla="*/ 4489128 w 8477199"/>
                <a:gd name="connsiteY16-7936" fmla="*/ 1387063 h 1734757"/>
                <a:gd name="connsiteX17-7937" fmla="*/ 4263335 w 8477199"/>
                <a:gd name="connsiteY17-7938" fmla="*/ 977494 h 1734757"/>
                <a:gd name="connsiteX18-7939" fmla="*/ 3440333 w 8477199"/>
                <a:gd name="connsiteY18-7940" fmla="*/ 1010362 h 1734757"/>
                <a:gd name="connsiteX19-7941" fmla="*/ 2222804 w 8477199"/>
                <a:gd name="connsiteY19-7942" fmla="*/ 1311196 h 1734757"/>
                <a:gd name="connsiteX20-7943" fmla="*/ 116247 w 8477199"/>
                <a:gd name="connsiteY20-7944" fmla="*/ 971172 h 1734757"/>
                <a:gd name="connsiteX21-7945" fmla="*/ 9979 w 8477199"/>
                <a:gd name="connsiteY21-7946" fmla="*/ 496270 h 1734757"/>
                <a:gd name="connsiteX22-7947" fmla="*/ 174672 w 8477199"/>
                <a:gd name="connsiteY22-7948" fmla="*/ 0 h 1734757"/>
                <a:gd name="connsiteX23-7949" fmla="*/ 248669 w 8477199"/>
                <a:gd name="connsiteY23-7950" fmla="*/ 55572 h 1734757"/>
                <a:gd name="connsiteX24-7951" fmla="*/ 307460 w 8477199"/>
                <a:gd name="connsiteY24-7952" fmla="*/ 1000075 h 1734757"/>
                <a:gd name="connsiteX25-7953" fmla="*/ 3216727 w 8477199"/>
                <a:gd name="connsiteY25-7954" fmla="*/ 923472 h 1734757"/>
                <a:gd name="connsiteX26-7955" fmla="*/ 4271282 w 8477199"/>
                <a:gd name="connsiteY26-7956" fmla="*/ 872053 h 1734757"/>
                <a:gd name="connsiteX27-7957" fmla="*/ 4534135 w 8477199"/>
                <a:gd name="connsiteY27-7958" fmla="*/ 1303743 h 1734757"/>
                <a:gd name="connsiteX28-7959" fmla="*/ 4824736 w 8477199"/>
                <a:gd name="connsiteY28-7960" fmla="*/ 1596007 h 1734757"/>
                <a:gd name="connsiteX29-7961" fmla="*/ 5803572 w 8477199"/>
                <a:gd name="connsiteY29-7962" fmla="*/ 744571 h 1734757"/>
                <a:gd name="connsiteX30-7963" fmla="*/ 6697195 w 8477199"/>
                <a:gd name="connsiteY30-7964" fmla="*/ 214691 h 1734757"/>
                <a:gd name="connsiteX0-7965" fmla="*/ 6697195 w 8477199"/>
                <a:gd name="connsiteY0-7966" fmla="*/ 214691 h 1734757"/>
                <a:gd name="connsiteX1-7967" fmla="*/ 6709662 w 8477199"/>
                <a:gd name="connsiteY1-7968" fmla="*/ 214691 h 1734757"/>
                <a:gd name="connsiteX2-7969" fmla="*/ 7145860 w 8477199"/>
                <a:gd name="connsiteY2-7970" fmla="*/ 789985 h 1734757"/>
                <a:gd name="connsiteX3-7971" fmla="*/ 7305314 w 8477199"/>
                <a:gd name="connsiteY3-7972" fmla="*/ 1114171 h 1734757"/>
                <a:gd name="connsiteX4-7973" fmla="*/ 8432561 w 8477199"/>
                <a:gd name="connsiteY4-7974" fmla="*/ 880513 h 1734757"/>
                <a:gd name="connsiteX5-7975" fmla="*/ 8477199 w 8477199"/>
                <a:gd name="connsiteY5-7976" fmla="*/ 929103 h 1734757"/>
                <a:gd name="connsiteX6-7977" fmla="*/ 7295156 w 8477199"/>
                <a:gd name="connsiteY6-7978" fmla="*/ 1173736 h 1734757"/>
                <a:gd name="connsiteX7-7979" fmla="*/ 7106764 w 8477199"/>
                <a:gd name="connsiteY7-7980" fmla="*/ 814498 h 1734757"/>
                <a:gd name="connsiteX8-7981" fmla="*/ 6708739 w 8477199"/>
                <a:gd name="connsiteY8-7982" fmla="*/ 275180 h 1734757"/>
                <a:gd name="connsiteX9-7983" fmla="*/ 6697657 w 8477199"/>
                <a:gd name="connsiteY9-7984" fmla="*/ 275180 h 1734757"/>
                <a:gd name="connsiteX10-7985" fmla="*/ 5808796 w 8477199"/>
                <a:gd name="connsiteY10-7986" fmla="*/ 855594 h 1734757"/>
                <a:gd name="connsiteX11-7987" fmla="*/ 5680431 w 8477199"/>
                <a:gd name="connsiteY11-7988" fmla="*/ 987191 h 1734757"/>
                <a:gd name="connsiteX12-7989" fmla="*/ 5510509 w 8477199"/>
                <a:gd name="connsiteY12-7990" fmla="*/ 1166348 h 1734757"/>
                <a:gd name="connsiteX13-7991" fmla="*/ 5121257 w 8477199"/>
                <a:gd name="connsiteY13-7992" fmla="*/ 1556985 h 1734757"/>
                <a:gd name="connsiteX14-7993" fmla="*/ 4763866 w 8477199"/>
                <a:gd name="connsiteY14-7994" fmla="*/ 1734757 h 1734757"/>
                <a:gd name="connsiteX15-7995" fmla="*/ 4720924 w 8477199"/>
                <a:gd name="connsiteY15-7996" fmla="*/ 1730601 h 1734757"/>
                <a:gd name="connsiteX16-7997" fmla="*/ 4489128 w 8477199"/>
                <a:gd name="connsiteY16-7998" fmla="*/ 1387063 h 1734757"/>
                <a:gd name="connsiteX17-7999" fmla="*/ 4263335 w 8477199"/>
                <a:gd name="connsiteY17-8000" fmla="*/ 977494 h 1734757"/>
                <a:gd name="connsiteX18-8001" fmla="*/ 3440333 w 8477199"/>
                <a:gd name="connsiteY18-8002" fmla="*/ 1010362 h 1734757"/>
                <a:gd name="connsiteX19-8003" fmla="*/ 2222804 w 8477199"/>
                <a:gd name="connsiteY19-8004" fmla="*/ 1311196 h 1734757"/>
                <a:gd name="connsiteX20-8005" fmla="*/ 116247 w 8477199"/>
                <a:gd name="connsiteY20-8006" fmla="*/ 971172 h 1734757"/>
                <a:gd name="connsiteX21-8007" fmla="*/ 9979 w 8477199"/>
                <a:gd name="connsiteY21-8008" fmla="*/ 496270 h 1734757"/>
                <a:gd name="connsiteX22-8009" fmla="*/ 174672 w 8477199"/>
                <a:gd name="connsiteY22-8010" fmla="*/ 0 h 1734757"/>
                <a:gd name="connsiteX23-8011" fmla="*/ 248669 w 8477199"/>
                <a:gd name="connsiteY23-8012" fmla="*/ 55572 h 1734757"/>
                <a:gd name="connsiteX24-8013" fmla="*/ 307460 w 8477199"/>
                <a:gd name="connsiteY24-8014" fmla="*/ 1000075 h 1734757"/>
                <a:gd name="connsiteX25-8015" fmla="*/ 3216727 w 8477199"/>
                <a:gd name="connsiteY25-8016" fmla="*/ 923472 h 1734757"/>
                <a:gd name="connsiteX26-8017" fmla="*/ 4271282 w 8477199"/>
                <a:gd name="connsiteY26-8018" fmla="*/ 872053 h 1734757"/>
                <a:gd name="connsiteX27-8019" fmla="*/ 4534135 w 8477199"/>
                <a:gd name="connsiteY27-8020" fmla="*/ 1303743 h 1734757"/>
                <a:gd name="connsiteX28-8021" fmla="*/ 4824736 w 8477199"/>
                <a:gd name="connsiteY28-8022" fmla="*/ 1596007 h 1734757"/>
                <a:gd name="connsiteX29-8023" fmla="*/ 5803572 w 8477199"/>
                <a:gd name="connsiteY29-8024" fmla="*/ 744571 h 1734757"/>
                <a:gd name="connsiteX30-8025" fmla="*/ 6697195 w 8477199"/>
                <a:gd name="connsiteY30-8026" fmla="*/ 214691 h 1734757"/>
                <a:gd name="connsiteX0-8027" fmla="*/ 6697195 w 8477199"/>
                <a:gd name="connsiteY0-8028" fmla="*/ 214691 h 1734757"/>
                <a:gd name="connsiteX1-8029" fmla="*/ 6709662 w 8477199"/>
                <a:gd name="connsiteY1-8030" fmla="*/ 214691 h 1734757"/>
                <a:gd name="connsiteX2-8031" fmla="*/ 7145860 w 8477199"/>
                <a:gd name="connsiteY2-8032" fmla="*/ 789985 h 1734757"/>
                <a:gd name="connsiteX3-8033" fmla="*/ 7305314 w 8477199"/>
                <a:gd name="connsiteY3-8034" fmla="*/ 1114171 h 1734757"/>
                <a:gd name="connsiteX4-8035" fmla="*/ 8432561 w 8477199"/>
                <a:gd name="connsiteY4-8036" fmla="*/ 880513 h 1734757"/>
                <a:gd name="connsiteX5-8037" fmla="*/ 8477199 w 8477199"/>
                <a:gd name="connsiteY5-8038" fmla="*/ 929103 h 1734757"/>
                <a:gd name="connsiteX6-8039" fmla="*/ 7295156 w 8477199"/>
                <a:gd name="connsiteY6-8040" fmla="*/ 1173736 h 1734757"/>
                <a:gd name="connsiteX7-8041" fmla="*/ 7106764 w 8477199"/>
                <a:gd name="connsiteY7-8042" fmla="*/ 814498 h 1734757"/>
                <a:gd name="connsiteX8-8043" fmla="*/ 6708739 w 8477199"/>
                <a:gd name="connsiteY8-8044" fmla="*/ 275180 h 1734757"/>
                <a:gd name="connsiteX9-8045" fmla="*/ 6697657 w 8477199"/>
                <a:gd name="connsiteY9-8046" fmla="*/ 275180 h 1734757"/>
                <a:gd name="connsiteX10-8047" fmla="*/ 5808796 w 8477199"/>
                <a:gd name="connsiteY10-8048" fmla="*/ 855594 h 1734757"/>
                <a:gd name="connsiteX11-8049" fmla="*/ 5680431 w 8477199"/>
                <a:gd name="connsiteY11-8050" fmla="*/ 987191 h 1734757"/>
                <a:gd name="connsiteX12-8051" fmla="*/ 5510509 w 8477199"/>
                <a:gd name="connsiteY12-8052" fmla="*/ 1166348 h 1734757"/>
                <a:gd name="connsiteX13-8053" fmla="*/ 5121257 w 8477199"/>
                <a:gd name="connsiteY13-8054" fmla="*/ 1556985 h 1734757"/>
                <a:gd name="connsiteX14-8055" fmla="*/ 4763866 w 8477199"/>
                <a:gd name="connsiteY14-8056" fmla="*/ 1734757 h 1734757"/>
                <a:gd name="connsiteX15-8057" fmla="*/ 4720924 w 8477199"/>
                <a:gd name="connsiteY15-8058" fmla="*/ 1730601 h 1734757"/>
                <a:gd name="connsiteX16-8059" fmla="*/ 4489128 w 8477199"/>
                <a:gd name="connsiteY16-8060" fmla="*/ 1387063 h 1734757"/>
                <a:gd name="connsiteX17-8061" fmla="*/ 4263335 w 8477199"/>
                <a:gd name="connsiteY17-8062" fmla="*/ 977494 h 1734757"/>
                <a:gd name="connsiteX18-8063" fmla="*/ 3440333 w 8477199"/>
                <a:gd name="connsiteY18-8064" fmla="*/ 1010362 h 1734757"/>
                <a:gd name="connsiteX19-8065" fmla="*/ 2222804 w 8477199"/>
                <a:gd name="connsiteY19-8066" fmla="*/ 1311196 h 1734757"/>
                <a:gd name="connsiteX20-8067" fmla="*/ 116247 w 8477199"/>
                <a:gd name="connsiteY20-8068" fmla="*/ 971172 h 1734757"/>
                <a:gd name="connsiteX21-8069" fmla="*/ 9979 w 8477199"/>
                <a:gd name="connsiteY21-8070" fmla="*/ 496270 h 1734757"/>
                <a:gd name="connsiteX22-8071" fmla="*/ 174672 w 8477199"/>
                <a:gd name="connsiteY22-8072" fmla="*/ 0 h 1734757"/>
                <a:gd name="connsiteX23-8073" fmla="*/ 248669 w 8477199"/>
                <a:gd name="connsiteY23-8074" fmla="*/ 55572 h 1734757"/>
                <a:gd name="connsiteX24-8075" fmla="*/ 307460 w 8477199"/>
                <a:gd name="connsiteY24-8076" fmla="*/ 1000075 h 1734757"/>
                <a:gd name="connsiteX25-8077" fmla="*/ 3216727 w 8477199"/>
                <a:gd name="connsiteY25-8078" fmla="*/ 923472 h 1734757"/>
                <a:gd name="connsiteX26-8079" fmla="*/ 4271282 w 8477199"/>
                <a:gd name="connsiteY26-8080" fmla="*/ 872053 h 1734757"/>
                <a:gd name="connsiteX27-8081" fmla="*/ 4534135 w 8477199"/>
                <a:gd name="connsiteY27-8082" fmla="*/ 1303743 h 1734757"/>
                <a:gd name="connsiteX28-8083" fmla="*/ 4824736 w 8477199"/>
                <a:gd name="connsiteY28-8084" fmla="*/ 1596007 h 1734757"/>
                <a:gd name="connsiteX29-8085" fmla="*/ 5803572 w 8477199"/>
                <a:gd name="connsiteY29-8086" fmla="*/ 744571 h 1734757"/>
                <a:gd name="connsiteX30-8087" fmla="*/ 6697195 w 8477199"/>
                <a:gd name="connsiteY30-8088" fmla="*/ 214691 h 1734757"/>
                <a:gd name="connsiteX0-8089" fmla="*/ 6697195 w 8477199"/>
                <a:gd name="connsiteY0-8090" fmla="*/ 214691 h 1734757"/>
                <a:gd name="connsiteX1-8091" fmla="*/ 6709662 w 8477199"/>
                <a:gd name="connsiteY1-8092" fmla="*/ 214691 h 1734757"/>
                <a:gd name="connsiteX2-8093" fmla="*/ 7145860 w 8477199"/>
                <a:gd name="connsiteY2-8094" fmla="*/ 789985 h 1734757"/>
                <a:gd name="connsiteX3-8095" fmla="*/ 7305314 w 8477199"/>
                <a:gd name="connsiteY3-8096" fmla="*/ 1114171 h 1734757"/>
                <a:gd name="connsiteX4-8097" fmla="*/ 8432561 w 8477199"/>
                <a:gd name="connsiteY4-8098" fmla="*/ 880513 h 1734757"/>
                <a:gd name="connsiteX5-8099" fmla="*/ 8477199 w 8477199"/>
                <a:gd name="connsiteY5-8100" fmla="*/ 929103 h 1734757"/>
                <a:gd name="connsiteX6-8101" fmla="*/ 7295156 w 8477199"/>
                <a:gd name="connsiteY6-8102" fmla="*/ 1173736 h 1734757"/>
                <a:gd name="connsiteX7-8103" fmla="*/ 7106764 w 8477199"/>
                <a:gd name="connsiteY7-8104" fmla="*/ 814498 h 1734757"/>
                <a:gd name="connsiteX8-8105" fmla="*/ 6708739 w 8477199"/>
                <a:gd name="connsiteY8-8106" fmla="*/ 275180 h 1734757"/>
                <a:gd name="connsiteX9-8107" fmla="*/ 6697657 w 8477199"/>
                <a:gd name="connsiteY9-8108" fmla="*/ 275180 h 1734757"/>
                <a:gd name="connsiteX10-8109" fmla="*/ 5808796 w 8477199"/>
                <a:gd name="connsiteY10-8110" fmla="*/ 855594 h 1734757"/>
                <a:gd name="connsiteX11-8111" fmla="*/ 5680431 w 8477199"/>
                <a:gd name="connsiteY11-8112" fmla="*/ 987191 h 1734757"/>
                <a:gd name="connsiteX12-8113" fmla="*/ 5510509 w 8477199"/>
                <a:gd name="connsiteY12-8114" fmla="*/ 1166348 h 1734757"/>
                <a:gd name="connsiteX13-8115" fmla="*/ 5121257 w 8477199"/>
                <a:gd name="connsiteY13-8116" fmla="*/ 1556985 h 1734757"/>
                <a:gd name="connsiteX14-8117" fmla="*/ 4763866 w 8477199"/>
                <a:gd name="connsiteY14-8118" fmla="*/ 1734757 h 1734757"/>
                <a:gd name="connsiteX15-8119" fmla="*/ 4720924 w 8477199"/>
                <a:gd name="connsiteY15-8120" fmla="*/ 1730601 h 1734757"/>
                <a:gd name="connsiteX16-8121" fmla="*/ 4489128 w 8477199"/>
                <a:gd name="connsiteY16-8122" fmla="*/ 1387063 h 1734757"/>
                <a:gd name="connsiteX17-8123" fmla="*/ 4263335 w 8477199"/>
                <a:gd name="connsiteY17-8124" fmla="*/ 977494 h 1734757"/>
                <a:gd name="connsiteX18-8125" fmla="*/ 3440333 w 8477199"/>
                <a:gd name="connsiteY18-8126" fmla="*/ 1010362 h 1734757"/>
                <a:gd name="connsiteX19-8127" fmla="*/ 2222804 w 8477199"/>
                <a:gd name="connsiteY19-8128" fmla="*/ 1311196 h 1734757"/>
                <a:gd name="connsiteX20-8129" fmla="*/ 116247 w 8477199"/>
                <a:gd name="connsiteY20-8130" fmla="*/ 971172 h 1734757"/>
                <a:gd name="connsiteX21-8131" fmla="*/ 9979 w 8477199"/>
                <a:gd name="connsiteY21-8132" fmla="*/ 496270 h 1734757"/>
                <a:gd name="connsiteX22-8133" fmla="*/ 174672 w 8477199"/>
                <a:gd name="connsiteY22-8134" fmla="*/ 0 h 1734757"/>
                <a:gd name="connsiteX23-8135" fmla="*/ 248669 w 8477199"/>
                <a:gd name="connsiteY23-8136" fmla="*/ 55572 h 1734757"/>
                <a:gd name="connsiteX24-8137" fmla="*/ 307460 w 8477199"/>
                <a:gd name="connsiteY24-8138" fmla="*/ 1000075 h 1734757"/>
                <a:gd name="connsiteX25-8139" fmla="*/ 3216727 w 8477199"/>
                <a:gd name="connsiteY25-8140" fmla="*/ 923472 h 1734757"/>
                <a:gd name="connsiteX26-8141" fmla="*/ 4271282 w 8477199"/>
                <a:gd name="connsiteY26-8142" fmla="*/ 872053 h 1734757"/>
                <a:gd name="connsiteX27-8143" fmla="*/ 4534135 w 8477199"/>
                <a:gd name="connsiteY27-8144" fmla="*/ 1303743 h 1734757"/>
                <a:gd name="connsiteX28-8145" fmla="*/ 4824736 w 8477199"/>
                <a:gd name="connsiteY28-8146" fmla="*/ 1596007 h 1734757"/>
                <a:gd name="connsiteX29-8147" fmla="*/ 5803572 w 8477199"/>
                <a:gd name="connsiteY29-8148" fmla="*/ 744571 h 1734757"/>
                <a:gd name="connsiteX30-8149" fmla="*/ 6697195 w 8477199"/>
                <a:gd name="connsiteY30-8150" fmla="*/ 214691 h 1734757"/>
                <a:gd name="connsiteX0-8151" fmla="*/ 6697195 w 8477199"/>
                <a:gd name="connsiteY0-8152" fmla="*/ 214691 h 1734757"/>
                <a:gd name="connsiteX1-8153" fmla="*/ 6709662 w 8477199"/>
                <a:gd name="connsiteY1-8154" fmla="*/ 214691 h 1734757"/>
                <a:gd name="connsiteX2-8155" fmla="*/ 7145860 w 8477199"/>
                <a:gd name="connsiteY2-8156" fmla="*/ 789985 h 1734757"/>
                <a:gd name="connsiteX3-8157" fmla="*/ 7305314 w 8477199"/>
                <a:gd name="connsiteY3-8158" fmla="*/ 1114171 h 1734757"/>
                <a:gd name="connsiteX4-8159" fmla="*/ 8432561 w 8477199"/>
                <a:gd name="connsiteY4-8160" fmla="*/ 880513 h 1734757"/>
                <a:gd name="connsiteX5-8161" fmla="*/ 8477199 w 8477199"/>
                <a:gd name="connsiteY5-8162" fmla="*/ 929103 h 1734757"/>
                <a:gd name="connsiteX6-8163" fmla="*/ 7295156 w 8477199"/>
                <a:gd name="connsiteY6-8164" fmla="*/ 1173736 h 1734757"/>
                <a:gd name="connsiteX7-8165" fmla="*/ 7106764 w 8477199"/>
                <a:gd name="connsiteY7-8166" fmla="*/ 814498 h 1734757"/>
                <a:gd name="connsiteX8-8167" fmla="*/ 6708739 w 8477199"/>
                <a:gd name="connsiteY8-8168" fmla="*/ 275180 h 1734757"/>
                <a:gd name="connsiteX9-8169" fmla="*/ 6697657 w 8477199"/>
                <a:gd name="connsiteY9-8170" fmla="*/ 275180 h 1734757"/>
                <a:gd name="connsiteX10-8171" fmla="*/ 5808796 w 8477199"/>
                <a:gd name="connsiteY10-8172" fmla="*/ 855594 h 1734757"/>
                <a:gd name="connsiteX11-8173" fmla="*/ 5680431 w 8477199"/>
                <a:gd name="connsiteY11-8174" fmla="*/ 987191 h 1734757"/>
                <a:gd name="connsiteX12-8175" fmla="*/ 5510509 w 8477199"/>
                <a:gd name="connsiteY12-8176" fmla="*/ 1166348 h 1734757"/>
                <a:gd name="connsiteX13-8177" fmla="*/ 5121257 w 8477199"/>
                <a:gd name="connsiteY13-8178" fmla="*/ 1556985 h 1734757"/>
                <a:gd name="connsiteX14-8179" fmla="*/ 4763866 w 8477199"/>
                <a:gd name="connsiteY14-8180" fmla="*/ 1734757 h 1734757"/>
                <a:gd name="connsiteX15-8181" fmla="*/ 4720924 w 8477199"/>
                <a:gd name="connsiteY15-8182" fmla="*/ 1730601 h 1734757"/>
                <a:gd name="connsiteX16-8183" fmla="*/ 4489128 w 8477199"/>
                <a:gd name="connsiteY16-8184" fmla="*/ 1387063 h 1734757"/>
                <a:gd name="connsiteX17-8185" fmla="*/ 4263335 w 8477199"/>
                <a:gd name="connsiteY17-8186" fmla="*/ 977494 h 1734757"/>
                <a:gd name="connsiteX18-8187" fmla="*/ 3440333 w 8477199"/>
                <a:gd name="connsiteY18-8188" fmla="*/ 1010362 h 1734757"/>
                <a:gd name="connsiteX19-8189" fmla="*/ 2222804 w 8477199"/>
                <a:gd name="connsiteY19-8190" fmla="*/ 1311196 h 1734757"/>
                <a:gd name="connsiteX20-8191" fmla="*/ 116247 w 8477199"/>
                <a:gd name="connsiteY20-8192" fmla="*/ 971172 h 1734757"/>
                <a:gd name="connsiteX21-8193" fmla="*/ 9979 w 8477199"/>
                <a:gd name="connsiteY21-8194" fmla="*/ 496270 h 1734757"/>
                <a:gd name="connsiteX22-8195" fmla="*/ 174672 w 8477199"/>
                <a:gd name="connsiteY22-8196" fmla="*/ 0 h 1734757"/>
                <a:gd name="connsiteX23-8197" fmla="*/ 248669 w 8477199"/>
                <a:gd name="connsiteY23-8198" fmla="*/ 55572 h 1734757"/>
                <a:gd name="connsiteX24-8199" fmla="*/ 313900 w 8477199"/>
                <a:gd name="connsiteY24-8200" fmla="*/ 944502 h 1734757"/>
                <a:gd name="connsiteX25-8201" fmla="*/ 3216727 w 8477199"/>
                <a:gd name="connsiteY25-8202" fmla="*/ 923472 h 1734757"/>
                <a:gd name="connsiteX26-8203" fmla="*/ 4271282 w 8477199"/>
                <a:gd name="connsiteY26-8204" fmla="*/ 872053 h 1734757"/>
                <a:gd name="connsiteX27-8205" fmla="*/ 4534135 w 8477199"/>
                <a:gd name="connsiteY27-8206" fmla="*/ 1303743 h 1734757"/>
                <a:gd name="connsiteX28-8207" fmla="*/ 4824736 w 8477199"/>
                <a:gd name="connsiteY28-8208" fmla="*/ 1596007 h 1734757"/>
                <a:gd name="connsiteX29-8209" fmla="*/ 5803572 w 8477199"/>
                <a:gd name="connsiteY29-8210" fmla="*/ 744571 h 1734757"/>
                <a:gd name="connsiteX30-8211" fmla="*/ 6697195 w 8477199"/>
                <a:gd name="connsiteY30-8212" fmla="*/ 214691 h 1734757"/>
                <a:gd name="connsiteX0-8213" fmla="*/ 6697195 w 8477199"/>
                <a:gd name="connsiteY0-8214" fmla="*/ 214691 h 1734757"/>
                <a:gd name="connsiteX1-8215" fmla="*/ 6709662 w 8477199"/>
                <a:gd name="connsiteY1-8216" fmla="*/ 214691 h 1734757"/>
                <a:gd name="connsiteX2-8217" fmla="*/ 7145860 w 8477199"/>
                <a:gd name="connsiteY2-8218" fmla="*/ 789985 h 1734757"/>
                <a:gd name="connsiteX3-8219" fmla="*/ 7305314 w 8477199"/>
                <a:gd name="connsiteY3-8220" fmla="*/ 1114171 h 1734757"/>
                <a:gd name="connsiteX4-8221" fmla="*/ 8432561 w 8477199"/>
                <a:gd name="connsiteY4-8222" fmla="*/ 880513 h 1734757"/>
                <a:gd name="connsiteX5-8223" fmla="*/ 8477199 w 8477199"/>
                <a:gd name="connsiteY5-8224" fmla="*/ 929103 h 1734757"/>
                <a:gd name="connsiteX6-8225" fmla="*/ 7295156 w 8477199"/>
                <a:gd name="connsiteY6-8226" fmla="*/ 1173736 h 1734757"/>
                <a:gd name="connsiteX7-8227" fmla="*/ 7106764 w 8477199"/>
                <a:gd name="connsiteY7-8228" fmla="*/ 814498 h 1734757"/>
                <a:gd name="connsiteX8-8229" fmla="*/ 6708739 w 8477199"/>
                <a:gd name="connsiteY8-8230" fmla="*/ 275180 h 1734757"/>
                <a:gd name="connsiteX9-8231" fmla="*/ 6697657 w 8477199"/>
                <a:gd name="connsiteY9-8232" fmla="*/ 275180 h 1734757"/>
                <a:gd name="connsiteX10-8233" fmla="*/ 5808796 w 8477199"/>
                <a:gd name="connsiteY10-8234" fmla="*/ 855594 h 1734757"/>
                <a:gd name="connsiteX11-8235" fmla="*/ 5680431 w 8477199"/>
                <a:gd name="connsiteY11-8236" fmla="*/ 987191 h 1734757"/>
                <a:gd name="connsiteX12-8237" fmla="*/ 5510509 w 8477199"/>
                <a:gd name="connsiteY12-8238" fmla="*/ 1166348 h 1734757"/>
                <a:gd name="connsiteX13-8239" fmla="*/ 5121257 w 8477199"/>
                <a:gd name="connsiteY13-8240" fmla="*/ 1556985 h 1734757"/>
                <a:gd name="connsiteX14-8241" fmla="*/ 4763866 w 8477199"/>
                <a:gd name="connsiteY14-8242" fmla="*/ 1734757 h 1734757"/>
                <a:gd name="connsiteX15-8243" fmla="*/ 4720924 w 8477199"/>
                <a:gd name="connsiteY15-8244" fmla="*/ 1730601 h 1734757"/>
                <a:gd name="connsiteX16-8245" fmla="*/ 4489128 w 8477199"/>
                <a:gd name="connsiteY16-8246" fmla="*/ 1387063 h 1734757"/>
                <a:gd name="connsiteX17-8247" fmla="*/ 4263335 w 8477199"/>
                <a:gd name="connsiteY17-8248" fmla="*/ 977494 h 1734757"/>
                <a:gd name="connsiteX18-8249" fmla="*/ 3440333 w 8477199"/>
                <a:gd name="connsiteY18-8250" fmla="*/ 1010362 h 1734757"/>
                <a:gd name="connsiteX19-8251" fmla="*/ 2222804 w 8477199"/>
                <a:gd name="connsiteY19-8252" fmla="*/ 1311196 h 1734757"/>
                <a:gd name="connsiteX20-8253" fmla="*/ 116247 w 8477199"/>
                <a:gd name="connsiteY20-8254" fmla="*/ 971172 h 1734757"/>
                <a:gd name="connsiteX21-8255" fmla="*/ 9979 w 8477199"/>
                <a:gd name="connsiteY21-8256" fmla="*/ 496270 h 1734757"/>
                <a:gd name="connsiteX22-8257" fmla="*/ 174672 w 8477199"/>
                <a:gd name="connsiteY22-8258" fmla="*/ 0 h 1734757"/>
                <a:gd name="connsiteX23-8259" fmla="*/ 248669 w 8477199"/>
                <a:gd name="connsiteY23-8260" fmla="*/ 55572 h 1734757"/>
                <a:gd name="connsiteX24-8261" fmla="*/ 313900 w 8477199"/>
                <a:gd name="connsiteY24-8262" fmla="*/ 944502 h 1734757"/>
                <a:gd name="connsiteX25-8263" fmla="*/ 3216727 w 8477199"/>
                <a:gd name="connsiteY25-8264" fmla="*/ 923472 h 1734757"/>
                <a:gd name="connsiteX26-8265" fmla="*/ 4271282 w 8477199"/>
                <a:gd name="connsiteY26-8266" fmla="*/ 872053 h 1734757"/>
                <a:gd name="connsiteX27-8267" fmla="*/ 4534135 w 8477199"/>
                <a:gd name="connsiteY27-8268" fmla="*/ 1303743 h 1734757"/>
                <a:gd name="connsiteX28-8269" fmla="*/ 4824736 w 8477199"/>
                <a:gd name="connsiteY28-8270" fmla="*/ 1596007 h 1734757"/>
                <a:gd name="connsiteX29-8271" fmla="*/ 5803572 w 8477199"/>
                <a:gd name="connsiteY29-8272" fmla="*/ 744571 h 1734757"/>
                <a:gd name="connsiteX30-8273" fmla="*/ 6697195 w 8477199"/>
                <a:gd name="connsiteY30-8274" fmla="*/ 214691 h 1734757"/>
                <a:gd name="connsiteX0-8275" fmla="*/ 6697195 w 8477199"/>
                <a:gd name="connsiteY0-8276" fmla="*/ 214691 h 1734757"/>
                <a:gd name="connsiteX1-8277" fmla="*/ 6709662 w 8477199"/>
                <a:gd name="connsiteY1-8278" fmla="*/ 214691 h 1734757"/>
                <a:gd name="connsiteX2-8279" fmla="*/ 7145860 w 8477199"/>
                <a:gd name="connsiteY2-8280" fmla="*/ 789985 h 1734757"/>
                <a:gd name="connsiteX3-8281" fmla="*/ 7305314 w 8477199"/>
                <a:gd name="connsiteY3-8282" fmla="*/ 1114171 h 1734757"/>
                <a:gd name="connsiteX4-8283" fmla="*/ 8432561 w 8477199"/>
                <a:gd name="connsiteY4-8284" fmla="*/ 880513 h 1734757"/>
                <a:gd name="connsiteX5-8285" fmla="*/ 8477199 w 8477199"/>
                <a:gd name="connsiteY5-8286" fmla="*/ 929103 h 1734757"/>
                <a:gd name="connsiteX6-8287" fmla="*/ 7295156 w 8477199"/>
                <a:gd name="connsiteY6-8288" fmla="*/ 1173736 h 1734757"/>
                <a:gd name="connsiteX7-8289" fmla="*/ 7106764 w 8477199"/>
                <a:gd name="connsiteY7-8290" fmla="*/ 814498 h 1734757"/>
                <a:gd name="connsiteX8-8291" fmla="*/ 6708739 w 8477199"/>
                <a:gd name="connsiteY8-8292" fmla="*/ 275180 h 1734757"/>
                <a:gd name="connsiteX9-8293" fmla="*/ 6697657 w 8477199"/>
                <a:gd name="connsiteY9-8294" fmla="*/ 275180 h 1734757"/>
                <a:gd name="connsiteX10-8295" fmla="*/ 5808796 w 8477199"/>
                <a:gd name="connsiteY10-8296" fmla="*/ 855594 h 1734757"/>
                <a:gd name="connsiteX11-8297" fmla="*/ 5680431 w 8477199"/>
                <a:gd name="connsiteY11-8298" fmla="*/ 987191 h 1734757"/>
                <a:gd name="connsiteX12-8299" fmla="*/ 5510509 w 8477199"/>
                <a:gd name="connsiteY12-8300" fmla="*/ 1166348 h 1734757"/>
                <a:gd name="connsiteX13-8301" fmla="*/ 5121257 w 8477199"/>
                <a:gd name="connsiteY13-8302" fmla="*/ 1556985 h 1734757"/>
                <a:gd name="connsiteX14-8303" fmla="*/ 4763866 w 8477199"/>
                <a:gd name="connsiteY14-8304" fmla="*/ 1734757 h 1734757"/>
                <a:gd name="connsiteX15-8305" fmla="*/ 4720924 w 8477199"/>
                <a:gd name="connsiteY15-8306" fmla="*/ 1730601 h 1734757"/>
                <a:gd name="connsiteX16-8307" fmla="*/ 4489128 w 8477199"/>
                <a:gd name="connsiteY16-8308" fmla="*/ 1387063 h 1734757"/>
                <a:gd name="connsiteX17-8309" fmla="*/ 4263335 w 8477199"/>
                <a:gd name="connsiteY17-8310" fmla="*/ 977494 h 1734757"/>
                <a:gd name="connsiteX18-8311" fmla="*/ 3440333 w 8477199"/>
                <a:gd name="connsiteY18-8312" fmla="*/ 1010362 h 1734757"/>
                <a:gd name="connsiteX19-8313" fmla="*/ 2222804 w 8477199"/>
                <a:gd name="connsiteY19-8314" fmla="*/ 1311196 h 1734757"/>
                <a:gd name="connsiteX20-8315" fmla="*/ 116247 w 8477199"/>
                <a:gd name="connsiteY20-8316" fmla="*/ 971172 h 1734757"/>
                <a:gd name="connsiteX21-8317" fmla="*/ 9979 w 8477199"/>
                <a:gd name="connsiteY21-8318" fmla="*/ 496270 h 1734757"/>
                <a:gd name="connsiteX22-8319" fmla="*/ 174672 w 8477199"/>
                <a:gd name="connsiteY22-8320" fmla="*/ 0 h 1734757"/>
                <a:gd name="connsiteX23-8321" fmla="*/ 248669 w 8477199"/>
                <a:gd name="connsiteY23-8322" fmla="*/ 55572 h 1734757"/>
                <a:gd name="connsiteX24-8323" fmla="*/ 313900 w 8477199"/>
                <a:gd name="connsiteY24-8324" fmla="*/ 944502 h 1734757"/>
                <a:gd name="connsiteX25-8325" fmla="*/ 3255368 w 8477199"/>
                <a:gd name="connsiteY25-8326" fmla="*/ 867898 h 1734757"/>
                <a:gd name="connsiteX26-8327" fmla="*/ 4271282 w 8477199"/>
                <a:gd name="connsiteY26-8328" fmla="*/ 872053 h 1734757"/>
                <a:gd name="connsiteX27-8329" fmla="*/ 4534135 w 8477199"/>
                <a:gd name="connsiteY27-8330" fmla="*/ 1303743 h 1734757"/>
                <a:gd name="connsiteX28-8331" fmla="*/ 4824736 w 8477199"/>
                <a:gd name="connsiteY28-8332" fmla="*/ 1596007 h 1734757"/>
                <a:gd name="connsiteX29-8333" fmla="*/ 5803572 w 8477199"/>
                <a:gd name="connsiteY29-8334" fmla="*/ 744571 h 1734757"/>
                <a:gd name="connsiteX30-8335" fmla="*/ 6697195 w 8477199"/>
                <a:gd name="connsiteY30-8336" fmla="*/ 214691 h 1734757"/>
                <a:gd name="connsiteX0-8337" fmla="*/ 6697195 w 8477199"/>
                <a:gd name="connsiteY0-8338" fmla="*/ 214691 h 1734757"/>
                <a:gd name="connsiteX1-8339" fmla="*/ 6709662 w 8477199"/>
                <a:gd name="connsiteY1-8340" fmla="*/ 214691 h 1734757"/>
                <a:gd name="connsiteX2-8341" fmla="*/ 7145860 w 8477199"/>
                <a:gd name="connsiteY2-8342" fmla="*/ 789985 h 1734757"/>
                <a:gd name="connsiteX3-8343" fmla="*/ 7305314 w 8477199"/>
                <a:gd name="connsiteY3-8344" fmla="*/ 1114171 h 1734757"/>
                <a:gd name="connsiteX4-8345" fmla="*/ 8432561 w 8477199"/>
                <a:gd name="connsiteY4-8346" fmla="*/ 880513 h 1734757"/>
                <a:gd name="connsiteX5-8347" fmla="*/ 8477199 w 8477199"/>
                <a:gd name="connsiteY5-8348" fmla="*/ 929103 h 1734757"/>
                <a:gd name="connsiteX6-8349" fmla="*/ 7295156 w 8477199"/>
                <a:gd name="connsiteY6-8350" fmla="*/ 1173736 h 1734757"/>
                <a:gd name="connsiteX7-8351" fmla="*/ 7106764 w 8477199"/>
                <a:gd name="connsiteY7-8352" fmla="*/ 814498 h 1734757"/>
                <a:gd name="connsiteX8-8353" fmla="*/ 6708739 w 8477199"/>
                <a:gd name="connsiteY8-8354" fmla="*/ 275180 h 1734757"/>
                <a:gd name="connsiteX9-8355" fmla="*/ 6697657 w 8477199"/>
                <a:gd name="connsiteY9-8356" fmla="*/ 275180 h 1734757"/>
                <a:gd name="connsiteX10-8357" fmla="*/ 5808796 w 8477199"/>
                <a:gd name="connsiteY10-8358" fmla="*/ 855594 h 1734757"/>
                <a:gd name="connsiteX11-8359" fmla="*/ 5680431 w 8477199"/>
                <a:gd name="connsiteY11-8360" fmla="*/ 987191 h 1734757"/>
                <a:gd name="connsiteX12-8361" fmla="*/ 5510509 w 8477199"/>
                <a:gd name="connsiteY12-8362" fmla="*/ 1166348 h 1734757"/>
                <a:gd name="connsiteX13-8363" fmla="*/ 5121257 w 8477199"/>
                <a:gd name="connsiteY13-8364" fmla="*/ 1556985 h 1734757"/>
                <a:gd name="connsiteX14-8365" fmla="*/ 4763866 w 8477199"/>
                <a:gd name="connsiteY14-8366" fmla="*/ 1734757 h 1734757"/>
                <a:gd name="connsiteX15-8367" fmla="*/ 4720924 w 8477199"/>
                <a:gd name="connsiteY15-8368" fmla="*/ 1730601 h 1734757"/>
                <a:gd name="connsiteX16-8369" fmla="*/ 4489128 w 8477199"/>
                <a:gd name="connsiteY16-8370" fmla="*/ 1387063 h 1734757"/>
                <a:gd name="connsiteX17-8371" fmla="*/ 4263335 w 8477199"/>
                <a:gd name="connsiteY17-8372" fmla="*/ 977494 h 1734757"/>
                <a:gd name="connsiteX18-8373" fmla="*/ 3440333 w 8477199"/>
                <a:gd name="connsiteY18-8374" fmla="*/ 1010362 h 1734757"/>
                <a:gd name="connsiteX19-8375" fmla="*/ 2222804 w 8477199"/>
                <a:gd name="connsiteY19-8376" fmla="*/ 1311196 h 1734757"/>
                <a:gd name="connsiteX20-8377" fmla="*/ 116247 w 8477199"/>
                <a:gd name="connsiteY20-8378" fmla="*/ 971172 h 1734757"/>
                <a:gd name="connsiteX21-8379" fmla="*/ 9979 w 8477199"/>
                <a:gd name="connsiteY21-8380" fmla="*/ 496270 h 1734757"/>
                <a:gd name="connsiteX22-8381" fmla="*/ 174672 w 8477199"/>
                <a:gd name="connsiteY22-8382" fmla="*/ 0 h 1734757"/>
                <a:gd name="connsiteX23-8383" fmla="*/ 248669 w 8477199"/>
                <a:gd name="connsiteY23-8384" fmla="*/ 55572 h 1734757"/>
                <a:gd name="connsiteX24-8385" fmla="*/ 313900 w 8477199"/>
                <a:gd name="connsiteY24-8386" fmla="*/ 944502 h 1734757"/>
                <a:gd name="connsiteX25-8387" fmla="*/ 3255368 w 8477199"/>
                <a:gd name="connsiteY25-8388" fmla="*/ 867898 h 1734757"/>
                <a:gd name="connsiteX26-8389" fmla="*/ 4271282 w 8477199"/>
                <a:gd name="connsiteY26-8390" fmla="*/ 872053 h 1734757"/>
                <a:gd name="connsiteX27-8391" fmla="*/ 4534135 w 8477199"/>
                <a:gd name="connsiteY27-8392" fmla="*/ 1303743 h 1734757"/>
                <a:gd name="connsiteX28-8393" fmla="*/ 4824736 w 8477199"/>
                <a:gd name="connsiteY28-8394" fmla="*/ 1596007 h 1734757"/>
                <a:gd name="connsiteX29-8395" fmla="*/ 5803572 w 8477199"/>
                <a:gd name="connsiteY29-8396" fmla="*/ 744571 h 1734757"/>
                <a:gd name="connsiteX30-8397" fmla="*/ 6697195 w 8477199"/>
                <a:gd name="connsiteY30-8398" fmla="*/ 214691 h 1734757"/>
                <a:gd name="connsiteX0-8399" fmla="*/ 6697195 w 8477199"/>
                <a:gd name="connsiteY0-8400" fmla="*/ 214691 h 1734757"/>
                <a:gd name="connsiteX1-8401" fmla="*/ 6709662 w 8477199"/>
                <a:gd name="connsiteY1-8402" fmla="*/ 214691 h 1734757"/>
                <a:gd name="connsiteX2-8403" fmla="*/ 7145860 w 8477199"/>
                <a:gd name="connsiteY2-8404" fmla="*/ 789985 h 1734757"/>
                <a:gd name="connsiteX3-8405" fmla="*/ 7305314 w 8477199"/>
                <a:gd name="connsiteY3-8406" fmla="*/ 1114171 h 1734757"/>
                <a:gd name="connsiteX4-8407" fmla="*/ 8432561 w 8477199"/>
                <a:gd name="connsiteY4-8408" fmla="*/ 880513 h 1734757"/>
                <a:gd name="connsiteX5-8409" fmla="*/ 8477199 w 8477199"/>
                <a:gd name="connsiteY5-8410" fmla="*/ 929103 h 1734757"/>
                <a:gd name="connsiteX6-8411" fmla="*/ 7295156 w 8477199"/>
                <a:gd name="connsiteY6-8412" fmla="*/ 1173736 h 1734757"/>
                <a:gd name="connsiteX7-8413" fmla="*/ 7106764 w 8477199"/>
                <a:gd name="connsiteY7-8414" fmla="*/ 814498 h 1734757"/>
                <a:gd name="connsiteX8-8415" fmla="*/ 6708739 w 8477199"/>
                <a:gd name="connsiteY8-8416" fmla="*/ 275180 h 1734757"/>
                <a:gd name="connsiteX9-8417" fmla="*/ 6697657 w 8477199"/>
                <a:gd name="connsiteY9-8418" fmla="*/ 275180 h 1734757"/>
                <a:gd name="connsiteX10-8419" fmla="*/ 5808796 w 8477199"/>
                <a:gd name="connsiteY10-8420" fmla="*/ 855594 h 1734757"/>
                <a:gd name="connsiteX11-8421" fmla="*/ 5680431 w 8477199"/>
                <a:gd name="connsiteY11-8422" fmla="*/ 987191 h 1734757"/>
                <a:gd name="connsiteX12-8423" fmla="*/ 5510509 w 8477199"/>
                <a:gd name="connsiteY12-8424" fmla="*/ 1166348 h 1734757"/>
                <a:gd name="connsiteX13-8425" fmla="*/ 5121257 w 8477199"/>
                <a:gd name="connsiteY13-8426" fmla="*/ 1556985 h 1734757"/>
                <a:gd name="connsiteX14-8427" fmla="*/ 4763866 w 8477199"/>
                <a:gd name="connsiteY14-8428" fmla="*/ 1734757 h 1734757"/>
                <a:gd name="connsiteX15-8429" fmla="*/ 4720924 w 8477199"/>
                <a:gd name="connsiteY15-8430" fmla="*/ 1730601 h 1734757"/>
                <a:gd name="connsiteX16-8431" fmla="*/ 4489128 w 8477199"/>
                <a:gd name="connsiteY16-8432" fmla="*/ 1387063 h 1734757"/>
                <a:gd name="connsiteX17-8433" fmla="*/ 4263335 w 8477199"/>
                <a:gd name="connsiteY17-8434" fmla="*/ 977494 h 1734757"/>
                <a:gd name="connsiteX18-8435" fmla="*/ 3440333 w 8477199"/>
                <a:gd name="connsiteY18-8436" fmla="*/ 1010362 h 1734757"/>
                <a:gd name="connsiteX19-8437" fmla="*/ 2222804 w 8477199"/>
                <a:gd name="connsiteY19-8438" fmla="*/ 1311196 h 1734757"/>
                <a:gd name="connsiteX20-8439" fmla="*/ 116247 w 8477199"/>
                <a:gd name="connsiteY20-8440" fmla="*/ 971172 h 1734757"/>
                <a:gd name="connsiteX21-8441" fmla="*/ 9979 w 8477199"/>
                <a:gd name="connsiteY21-8442" fmla="*/ 496270 h 1734757"/>
                <a:gd name="connsiteX22-8443" fmla="*/ 174672 w 8477199"/>
                <a:gd name="connsiteY22-8444" fmla="*/ 0 h 1734757"/>
                <a:gd name="connsiteX23-8445" fmla="*/ 248669 w 8477199"/>
                <a:gd name="connsiteY23-8446" fmla="*/ 55572 h 1734757"/>
                <a:gd name="connsiteX24-8447" fmla="*/ 313900 w 8477199"/>
                <a:gd name="connsiteY24-8448" fmla="*/ 944502 h 1734757"/>
                <a:gd name="connsiteX25-8449" fmla="*/ 2901161 w 8477199"/>
                <a:gd name="connsiteY25-8450" fmla="*/ 992937 h 1734757"/>
                <a:gd name="connsiteX26-8451" fmla="*/ 4271282 w 8477199"/>
                <a:gd name="connsiteY26-8452" fmla="*/ 872053 h 1734757"/>
                <a:gd name="connsiteX27-8453" fmla="*/ 4534135 w 8477199"/>
                <a:gd name="connsiteY27-8454" fmla="*/ 1303743 h 1734757"/>
                <a:gd name="connsiteX28-8455" fmla="*/ 4824736 w 8477199"/>
                <a:gd name="connsiteY28-8456" fmla="*/ 1596007 h 1734757"/>
                <a:gd name="connsiteX29-8457" fmla="*/ 5803572 w 8477199"/>
                <a:gd name="connsiteY29-8458" fmla="*/ 744571 h 1734757"/>
                <a:gd name="connsiteX30-8459" fmla="*/ 6697195 w 8477199"/>
                <a:gd name="connsiteY30-8460" fmla="*/ 214691 h 1734757"/>
                <a:gd name="connsiteX0-8461" fmla="*/ 6697195 w 8477199"/>
                <a:gd name="connsiteY0-8462" fmla="*/ 214691 h 1734757"/>
                <a:gd name="connsiteX1-8463" fmla="*/ 6709662 w 8477199"/>
                <a:gd name="connsiteY1-8464" fmla="*/ 214691 h 1734757"/>
                <a:gd name="connsiteX2-8465" fmla="*/ 7145860 w 8477199"/>
                <a:gd name="connsiteY2-8466" fmla="*/ 789985 h 1734757"/>
                <a:gd name="connsiteX3-8467" fmla="*/ 7305314 w 8477199"/>
                <a:gd name="connsiteY3-8468" fmla="*/ 1114171 h 1734757"/>
                <a:gd name="connsiteX4-8469" fmla="*/ 8432561 w 8477199"/>
                <a:gd name="connsiteY4-8470" fmla="*/ 880513 h 1734757"/>
                <a:gd name="connsiteX5-8471" fmla="*/ 8477199 w 8477199"/>
                <a:gd name="connsiteY5-8472" fmla="*/ 929103 h 1734757"/>
                <a:gd name="connsiteX6-8473" fmla="*/ 7295156 w 8477199"/>
                <a:gd name="connsiteY6-8474" fmla="*/ 1173736 h 1734757"/>
                <a:gd name="connsiteX7-8475" fmla="*/ 7106764 w 8477199"/>
                <a:gd name="connsiteY7-8476" fmla="*/ 814498 h 1734757"/>
                <a:gd name="connsiteX8-8477" fmla="*/ 6708739 w 8477199"/>
                <a:gd name="connsiteY8-8478" fmla="*/ 275180 h 1734757"/>
                <a:gd name="connsiteX9-8479" fmla="*/ 6697657 w 8477199"/>
                <a:gd name="connsiteY9-8480" fmla="*/ 275180 h 1734757"/>
                <a:gd name="connsiteX10-8481" fmla="*/ 5808796 w 8477199"/>
                <a:gd name="connsiteY10-8482" fmla="*/ 855594 h 1734757"/>
                <a:gd name="connsiteX11-8483" fmla="*/ 5680431 w 8477199"/>
                <a:gd name="connsiteY11-8484" fmla="*/ 987191 h 1734757"/>
                <a:gd name="connsiteX12-8485" fmla="*/ 5510509 w 8477199"/>
                <a:gd name="connsiteY12-8486" fmla="*/ 1166348 h 1734757"/>
                <a:gd name="connsiteX13-8487" fmla="*/ 5121257 w 8477199"/>
                <a:gd name="connsiteY13-8488" fmla="*/ 1556985 h 1734757"/>
                <a:gd name="connsiteX14-8489" fmla="*/ 4763866 w 8477199"/>
                <a:gd name="connsiteY14-8490" fmla="*/ 1734757 h 1734757"/>
                <a:gd name="connsiteX15-8491" fmla="*/ 4720924 w 8477199"/>
                <a:gd name="connsiteY15-8492" fmla="*/ 1730601 h 1734757"/>
                <a:gd name="connsiteX16-8493" fmla="*/ 4489128 w 8477199"/>
                <a:gd name="connsiteY16-8494" fmla="*/ 1387063 h 1734757"/>
                <a:gd name="connsiteX17-8495" fmla="*/ 4263335 w 8477199"/>
                <a:gd name="connsiteY17-8496" fmla="*/ 977494 h 1734757"/>
                <a:gd name="connsiteX18-8497" fmla="*/ 3440333 w 8477199"/>
                <a:gd name="connsiteY18-8498" fmla="*/ 1010362 h 1734757"/>
                <a:gd name="connsiteX19-8499" fmla="*/ 2222804 w 8477199"/>
                <a:gd name="connsiteY19-8500" fmla="*/ 1311196 h 1734757"/>
                <a:gd name="connsiteX20-8501" fmla="*/ 116247 w 8477199"/>
                <a:gd name="connsiteY20-8502" fmla="*/ 971172 h 1734757"/>
                <a:gd name="connsiteX21-8503" fmla="*/ 9979 w 8477199"/>
                <a:gd name="connsiteY21-8504" fmla="*/ 496270 h 1734757"/>
                <a:gd name="connsiteX22-8505" fmla="*/ 174672 w 8477199"/>
                <a:gd name="connsiteY22-8506" fmla="*/ 0 h 1734757"/>
                <a:gd name="connsiteX23-8507" fmla="*/ 248669 w 8477199"/>
                <a:gd name="connsiteY23-8508" fmla="*/ 55572 h 1734757"/>
                <a:gd name="connsiteX24-8509" fmla="*/ 313900 w 8477199"/>
                <a:gd name="connsiteY24-8510" fmla="*/ 944502 h 1734757"/>
                <a:gd name="connsiteX25-8511" fmla="*/ 2901161 w 8477199"/>
                <a:gd name="connsiteY25-8512" fmla="*/ 992937 h 1734757"/>
                <a:gd name="connsiteX26-8513" fmla="*/ 4271282 w 8477199"/>
                <a:gd name="connsiteY26-8514" fmla="*/ 872053 h 1734757"/>
                <a:gd name="connsiteX27-8515" fmla="*/ 4534135 w 8477199"/>
                <a:gd name="connsiteY27-8516" fmla="*/ 1303743 h 1734757"/>
                <a:gd name="connsiteX28-8517" fmla="*/ 4824736 w 8477199"/>
                <a:gd name="connsiteY28-8518" fmla="*/ 1596007 h 1734757"/>
                <a:gd name="connsiteX29-8519" fmla="*/ 5803572 w 8477199"/>
                <a:gd name="connsiteY29-8520" fmla="*/ 744571 h 1734757"/>
                <a:gd name="connsiteX30-8521" fmla="*/ 6697195 w 8477199"/>
                <a:gd name="connsiteY30-8522" fmla="*/ 214691 h 1734757"/>
                <a:gd name="connsiteX0-8523" fmla="*/ 6697195 w 8477199"/>
                <a:gd name="connsiteY0-8524" fmla="*/ 214691 h 1734757"/>
                <a:gd name="connsiteX1-8525" fmla="*/ 6709662 w 8477199"/>
                <a:gd name="connsiteY1-8526" fmla="*/ 214691 h 1734757"/>
                <a:gd name="connsiteX2-8527" fmla="*/ 7145860 w 8477199"/>
                <a:gd name="connsiteY2-8528" fmla="*/ 789985 h 1734757"/>
                <a:gd name="connsiteX3-8529" fmla="*/ 7305314 w 8477199"/>
                <a:gd name="connsiteY3-8530" fmla="*/ 1114171 h 1734757"/>
                <a:gd name="connsiteX4-8531" fmla="*/ 8432561 w 8477199"/>
                <a:gd name="connsiteY4-8532" fmla="*/ 880513 h 1734757"/>
                <a:gd name="connsiteX5-8533" fmla="*/ 8477199 w 8477199"/>
                <a:gd name="connsiteY5-8534" fmla="*/ 929103 h 1734757"/>
                <a:gd name="connsiteX6-8535" fmla="*/ 7295156 w 8477199"/>
                <a:gd name="connsiteY6-8536" fmla="*/ 1173736 h 1734757"/>
                <a:gd name="connsiteX7-8537" fmla="*/ 7106764 w 8477199"/>
                <a:gd name="connsiteY7-8538" fmla="*/ 814498 h 1734757"/>
                <a:gd name="connsiteX8-8539" fmla="*/ 6708739 w 8477199"/>
                <a:gd name="connsiteY8-8540" fmla="*/ 275180 h 1734757"/>
                <a:gd name="connsiteX9-8541" fmla="*/ 6697657 w 8477199"/>
                <a:gd name="connsiteY9-8542" fmla="*/ 275180 h 1734757"/>
                <a:gd name="connsiteX10-8543" fmla="*/ 5808796 w 8477199"/>
                <a:gd name="connsiteY10-8544" fmla="*/ 855594 h 1734757"/>
                <a:gd name="connsiteX11-8545" fmla="*/ 5680431 w 8477199"/>
                <a:gd name="connsiteY11-8546" fmla="*/ 987191 h 1734757"/>
                <a:gd name="connsiteX12-8547" fmla="*/ 5510509 w 8477199"/>
                <a:gd name="connsiteY12-8548" fmla="*/ 1166348 h 1734757"/>
                <a:gd name="connsiteX13-8549" fmla="*/ 5121257 w 8477199"/>
                <a:gd name="connsiteY13-8550" fmla="*/ 1556985 h 1734757"/>
                <a:gd name="connsiteX14-8551" fmla="*/ 4763866 w 8477199"/>
                <a:gd name="connsiteY14-8552" fmla="*/ 1734757 h 1734757"/>
                <a:gd name="connsiteX15-8553" fmla="*/ 4720924 w 8477199"/>
                <a:gd name="connsiteY15-8554" fmla="*/ 1730601 h 1734757"/>
                <a:gd name="connsiteX16-8555" fmla="*/ 4489128 w 8477199"/>
                <a:gd name="connsiteY16-8556" fmla="*/ 1387063 h 1734757"/>
                <a:gd name="connsiteX17-8557" fmla="*/ 4263335 w 8477199"/>
                <a:gd name="connsiteY17-8558" fmla="*/ 977494 h 1734757"/>
                <a:gd name="connsiteX18-8559" fmla="*/ 3440333 w 8477199"/>
                <a:gd name="connsiteY18-8560" fmla="*/ 1010362 h 1734757"/>
                <a:gd name="connsiteX19-8561" fmla="*/ 2222804 w 8477199"/>
                <a:gd name="connsiteY19-8562" fmla="*/ 1311196 h 1734757"/>
                <a:gd name="connsiteX20-8563" fmla="*/ 116247 w 8477199"/>
                <a:gd name="connsiteY20-8564" fmla="*/ 971172 h 1734757"/>
                <a:gd name="connsiteX21-8565" fmla="*/ 9979 w 8477199"/>
                <a:gd name="connsiteY21-8566" fmla="*/ 496270 h 1734757"/>
                <a:gd name="connsiteX22-8567" fmla="*/ 174672 w 8477199"/>
                <a:gd name="connsiteY22-8568" fmla="*/ 0 h 1734757"/>
                <a:gd name="connsiteX23-8569" fmla="*/ 248669 w 8477199"/>
                <a:gd name="connsiteY23-8570" fmla="*/ 55572 h 1734757"/>
                <a:gd name="connsiteX24-8571" fmla="*/ 313900 w 8477199"/>
                <a:gd name="connsiteY24-8572" fmla="*/ 944502 h 1734757"/>
                <a:gd name="connsiteX25-8573" fmla="*/ 2901161 w 8477199"/>
                <a:gd name="connsiteY25-8574" fmla="*/ 992937 h 1734757"/>
                <a:gd name="connsiteX26-8575" fmla="*/ 4251961 w 8477199"/>
                <a:gd name="connsiteY26-8576" fmla="*/ 816481 h 1734757"/>
                <a:gd name="connsiteX27-8577" fmla="*/ 4534135 w 8477199"/>
                <a:gd name="connsiteY27-8578" fmla="*/ 1303743 h 1734757"/>
                <a:gd name="connsiteX28-8579" fmla="*/ 4824736 w 8477199"/>
                <a:gd name="connsiteY28-8580" fmla="*/ 1596007 h 1734757"/>
                <a:gd name="connsiteX29-8581" fmla="*/ 5803572 w 8477199"/>
                <a:gd name="connsiteY29-8582" fmla="*/ 744571 h 1734757"/>
                <a:gd name="connsiteX30-8583" fmla="*/ 6697195 w 8477199"/>
                <a:gd name="connsiteY30-8584" fmla="*/ 214691 h 1734757"/>
                <a:gd name="connsiteX0-8585" fmla="*/ 6697195 w 8477199"/>
                <a:gd name="connsiteY0-8586" fmla="*/ 214691 h 1734757"/>
                <a:gd name="connsiteX1-8587" fmla="*/ 6709662 w 8477199"/>
                <a:gd name="connsiteY1-8588" fmla="*/ 214691 h 1734757"/>
                <a:gd name="connsiteX2-8589" fmla="*/ 7145860 w 8477199"/>
                <a:gd name="connsiteY2-8590" fmla="*/ 789985 h 1734757"/>
                <a:gd name="connsiteX3-8591" fmla="*/ 7305314 w 8477199"/>
                <a:gd name="connsiteY3-8592" fmla="*/ 1114171 h 1734757"/>
                <a:gd name="connsiteX4-8593" fmla="*/ 8432561 w 8477199"/>
                <a:gd name="connsiteY4-8594" fmla="*/ 880513 h 1734757"/>
                <a:gd name="connsiteX5-8595" fmla="*/ 8477199 w 8477199"/>
                <a:gd name="connsiteY5-8596" fmla="*/ 929103 h 1734757"/>
                <a:gd name="connsiteX6-8597" fmla="*/ 7295156 w 8477199"/>
                <a:gd name="connsiteY6-8598" fmla="*/ 1173736 h 1734757"/>
                <a:gd name="connsiteX7-8599" fmla="*/ 7106764 w 8477199"/>
                <a:gd name="connsiteY7-8600" fmla="*/ 814498 h 1734757"/>
                <a:gd name="connsiteX8-8601" fmla="*/ 6708739 w 8477199"/>
                <a:gd name="connsiteY8-8602" fmla="*/ 275180 h 1734757"/>
                <a:gd name="connsiteX9-8603" fmla="*/ 6697657 w 8477199"/>
                <a:gd name="connsiteY9-8604" fmla="*/ 275180 h 1734757"/>
                <a:gd name="connsiteX10-8605" fmla="*/ 5808796 w 8477199"/>
                <a:gd name="connsiteY10-8606" fmla="*/ 855594 h 1734757"/>
                <a:gd name="connsiteX11-8607" fmla="*/ 5680431 w 8477199"/>
                <a:gd name="connsiteY11-8608" fmla="*/ 987191 h 1734757"/>
                <a:gd name="connsiteX12-8609" fmla="*/ 5510509 w 8477199"/>
                <a:gd name="connsiteY12-8610" fmla="*/ 1166348 h 1734757"/>
                <a:gd name="connsiteX13-8611" fmla="*/ 5121257 w 8477199"/>
                <a:gd name="connsiteY13-8612" fmla="*/ 1556985 h 1734757"/>
                <a:gd name="connsiteX14-8613" fmla="*/ 4763866 w 8477199"/>
                <a:gd name="connsiteY14-8614" fmla="*/ 1734757 h 1734757"/>
                <a:gd name="connsiteX15-8615" fmla="*/ 4720924 w 8477199"/>
                <a:gd name="connsiteY15-8616" fmla="*/ 1730601 h 1734757"/>
                <a:gd name="connsiteX16-8617" fmla="*/ 4489128 w 8477199"/>
                <a:gd name="connsiteY16-8618" fmla="*/ 1387063 h 1734757"/>
                <a:gd name="connsiteX17-8619" fmla="*/ 4263335 w 8477199"/>
                <a:gd name="connsiteY17-8620" fmla="*/ 977494 h 1734757"/>
                <a:gd name="connsiteX18-8621" fmla="*/ 3440333 w 8477199"/>
                <a:gd name="connsiteY18-8622" fmla="*/ 1010362 h 1734757"/>
                <a:gd name="connsiteX19-8623" fmla="*/ 2222804 w 8477199"/>
                <a:gd name="connsiteY19-8624" fmla="*/ 1311196 h 1734757"/>
                <a:gd name="connsiteX20-8625" fmla="*/ 116247 w 8477199"/>
                <a:gd name="connsiteY20-8626" fmla="*/ 971172 h 1734757"/>
                <a:gd name="connsiteX21-8627" fmla="*/ 9979 w 8477199"/>
                <a:gd name="connsiteY21-8628" fmla="*/ 496270 h 1734757"/>
                <a:gd name="connsiteX22-8629" fmla="*/ 174672 w 8477199"/>
                <a:gd name="connsiteY22-8630" fmla="*/ 0 h 1734757"/>
                <a:gd name="connsiteX23-8631" fmla="*/ 248669 w 8477199"/>
                <a:gd name="connsiteY23-8632" fmla="*/ 55572 h 1734757"/>
                <a:gd name="connsiteX24-8633" fmla="*/ 313900 w 8477199"/>
                <a:gd name="connsiteY24-8634" fmla="*/ 944502 h 1734757"/>
                <a:gd name="connsiteX25-8635" fmla="*/ 2901161 w 8477199"/>
                <a:gd name="connsiteY25-8636" fmla="*/ 992937 h 1734757"/>
                <a:gd name="connsiteX26-8637" fmla="*/ 4206880 w 8477199"/>
                <a:gd name="connsiteY26-8638" fmla="*/ 816481 h 1734757"/>
                <a:gd name="connsiteX27-8639" fmla="*/ 4534135 w 8477199"/>
                <a:gd name="connsiteY27-8640" fmla="*/ 1303743 h 1734757"/>
                <a:gd name="connsiteX28-8641" fmla="*/ 4824736 w 8477199"/>
                <a:gd name="connsiteY28-8642" fmla="*/ 1596007 h 1734757"/>
                <a:gd name="connsiteX29-8643" fmla="*/ 5803572 w 8477199"/>
                <a:gd name="connsiteY29-8644" fmla="*/ 744571 h 1734757"/>
                <a:gd name="connsiteX30-8645" fmla="*/ 6697195 w 8477199"/>
                <a:gd name="connsiteY30-8646" fmla="*/ 214691 h 1734757"/>
                <a:gd name="connsiteX0-8647" fmla="*/ 6697195 w 8477199"/>
                <a:gd name="connsiteY0-8648" fmla="*/ 214691 h 1734757"/>
                <a:gd name="connsiteX1-8649" fmla="*/ 6709662 w 8477199"/>
                <a:gd name="connsiteY1-8650" fmla="*/ 214691 h 1734757"/>
                <a:gd name="connsiteX2-8651" fmla="*/ 7145860 w 8477199"/>
                <a:gd name="connsiteY2-8652" fmla="*/ 789985 h 1734757"/>
                <a:gd name="connsiteX3-8653" fmla="*/ 7305314 w 8477199"/>
                <a:gd name="connsiteY3-8654" fmla="*/ 1114171 h 1734757"/>
                <a:gd name="connsiteX4-8655" fmla="*/ 8432561 w 8477199"/>
                <a:gd name="connsiteY4-8656" fmla="*/ 880513 h 1734757"/>
                <a:gd name="connsiteX5-8657" fmla="*/ 8477199 w 8477199"/>
                <a:gd name="connsiteY5-8658" fmla="*/ 929103 h 1734757"/>
                <a:gd name="connsiteX6-8659" fmla="*/ 7295156 w 8477199"/>
                <a:gd name="connsiteY6-8660" fmla="*/ 1173736 h 1734757"/>
                <a:gd name="connsiteX7-8661" fmla="*/ 7106764 w 8477199"/>
                <a:gd name="connsiteY7-8662" fmla="*/ 814498 h 1734757"/>
                <a:gd name="connsiteX8-8663" fmla="*/ 6708739 w 8477199"/>
                <a:gd name="connsiteY8-8664" fmla="*/ 275180 h 1734757"/>
                <a:gd name="connsiteX9-8665" fmla="*/ 6697657 w 8477199"/>
                <a:gd name="connsiteY9-8666" fmla="*/ 275180 h 1734757"/>
                <a:gd name="connsiteX10-8667" fmla="*/ 5808796 w 8477199"/>
                <a:gd name="connsiteY10-8668" fmla="*/ 855594 h 1734757"/>
                <a:gd name="connsiteX11-8669" fmla="*/ 5680431 w 8477199"/>
                <a:gd name="connsiteY11-8670" fmla="*/ 987191 h 1734757"/>
                <a:gd name="connsiteX12-8671" fmla="*/ 5510509 w 8477199"/>
                <a:gd name="connsiteY12-8672" fmla="*/ 1166348 h 1734757"/>
                <a:gd name="connsiteX13-8673" fmla="*/ 5121257 w 8477199"/>
                <a:gd name="connsiteY13-8674" fmla="*/ 1556985 h 1734757"/>
                <a:gd name="connsiteX14-8675" fmla="*/ 4763866 w 8477199"/>
                <a:gd name="connsiteY14-8676" fmla="*/ 1734757 h 1734757"/>
                <a:gd name="connsiteX15-8677" fmla="*/ 4720924 w 8477199"/>
                <a:gd name="connsiteY15-8678" fmla="*/ 1730601 h 1734757"/>
                <a:gd name="connsiteX16-8679" fmla="*/ 4489128 w 8477199"/>
                <a:gd name="connsiteY16-8680" fmla="*/ 1387063 h 1734757"/>
                <a:gd name="connsiteX17-8681" fmla="*/ 4263335 w 8477199"/>
                <a:gd name="connsiteY17-8682" fmla="*/ 977494 h 1734757"/>
                <a:gd name="connsiteX18-8683" fmla="*/ 3440333 w 8477199"/>
                <a:gd name="connsiteY18-8684" fmla="*/ 1010362 h 1734757"/>
                <a:gd name="connsiteX19-8685" fmla="*/ 2222804 w 8477199"/>
                <a:gd name="connsiteY19-8686" fmla="*/ 1311196 h 1734757"/>
                <a:gd name="connsiteX20-8687" fmla="*/ 116247 w 8477199"/>
                <a:gd name="connsiteY20-8688" fmla="*/ 971172 h 1734757"/>
                <a:gd name="connsiteX21-8689" fmla="*/ 9979 w 8477199"/>
                <a:gd name="connsiteY21-8690" fmla="*/ 496270 h 1734757"/>
                <a:gd name="connsiteX22-8691" fmla="*/ 174672 w 8477199"/>
                <a:gd name="connsiteY22-8692" fmla="*/ 0 h 1734757"/>
                <a:gd name="connsiteX23-8693" fmla="*/ 248669 w 8477199"/>
                <a:gd name="connsiteY23-8694" fmla="*/ 55572 h 1734757"/>
                <a:gd name="connsiteX24-8695" fmla="*/ 313900 w 8477199"/>
                <a:gd name="connsiteY24-8696" fmla="*/ 944502 h 1734757"/>
                <a:gd name="connsiteX25-8697" fmla="*/ 2901161 w 8477199"/>
                <a:gd name="connsiteY25-8698" fmla="*/ 992937 h 1734757"/>
                <a:gd name="connsiteX26-8699" fmla="*/ 4206880 w 8477199"/>
                <a:gd name="connsiteY26-8700" fmla="*/ 816481 h 1734757"/>
                <a:gd name="connsiteX27-8701" fmla="*/ 4534135 w 8477199"/>
                <a:gd name="connsiteY27-8702" fmla="*/ 1303743 h 1734757"/>
                <a:gd name="connsiteX28-8703" fmla="*/ 4824736 w 8477199"/>
                <a:gd name="connsiteY28-8704" fmla="*/ 1596007 h 1734757"/>
                <a:gd name="connsiteX29-8705" fmla="*/ 5803572 w 8477199"/>
                <a:gd name="connsiteY29-8706" fmla="*/ 744571 h 1734757"/>
                <a:gd name="connsiteX30-8707" fmla="*/ 6697195 w 8477199"/>
                <a:gd name="connsiteY30-8708" fmla="*/ 214691 h 1734757"/>
                <a:gd name="connsiteX0-8709" fmla="*/ 6697195 w 8477199"/>
                <a:gd name="connsiteY0-8710" fmla="*/ 214691 h 1734757"/>
                <a:gd name="connsiteX1-8711" fmla="*/ 6709662 w 8477199"/>
                <a:gd name="connsiteY1-8712" fmla="*/ 214691 h 1734757"/>
                <a:gd name="connsiteX2-8713" fmla="*/ 7145860 w 8477199"/>
                <a:gd name="connsiteY2-8714" fmla="*/ 789985 h 1734757"/>
                <a:gd name="connsiteX3-8715" fmla="*/ 7305314 w 8477199"/>
                <a:gd name="connsiteY3-8716" fmla="*/ 1114171 h 1734757"/>
                <a:gd name="connsiteX4-8717" fmla="*/ 8432561 w 8477199"/>
                <a:gd name="connsiteY4-8718" fmla="*/ 880513 h 1734757"/>
                <a:gd name="connsiteX5-8719" fmla="*/ 8477199 w 8477199"/>
                <a:gd name="connsiteY5-8720" fmla="*/ 929103 h 1734757"/>
                <a:gd name="connsiteX6-8721" fmla="*/ 7295156 w 8477199"/>
                <a:gd name="connsiteY6-8722" fmla="*/ 1173736 h 1734757"/>
                <a:gd name="connsiteX7-8723" fmla="*/ 7106764 w 8477199"/>
                <a:gd name="connsiteY7-8724" fmla="*/ 814498 h 1734757"/>
                <a:gd name="connsiteX8-8725" fmla="*/ 6708739 w 8477199"/>
                <a:gd name="connsiteY8-8726" fmla="*/ 275180 h 1734757"/>
                <a:gd name="connsiteX9-8727" fmla="*/ 6697657 w 8477199"/>
                <a:gd name="connsiteY9-8728" fmla="*/ 275180 h 1734757"/>
                <a:gd name="connsiteX10-8729" fmla="*/ 5808796 w 8477199"/>
                <a:gd name="connsiteY10-8730" fmla="*/ 855594 h 1734757"/>
                <a:gd name="connsiteX11-8731" fmla="*/ 5680431 w 8477199"/>
                <a:gd name="connsiteY11-8732" fmla="*/ 987191 h 1734757"/>
                <a:gd name="connsiteX12-8733" fmla="*/ 5510509 w 8477199"/>
                <a:gd name="connsiteY12-8734" fmla="*/ 1166348 h 1734757"/>
                <a:gd name="connsiteX13-8735" fmla="*/ 5121257 w 8477199"/>
                <a:gd name="connsiteY13-8736" fmla="*/ 1556985 h 1734757"/>
                <a:gd name="connsiteX14-8737" fmla="*/ 4763866 w 8477199"/>
                <a:gd name="connsiteY14-8738" fmla="*/ 1734757 h 1734757"/>
                <a:gd name="connsiteX15-8739" fmla="*/ 4720924 w 8477199"/>
                <a:gd name="connsiteY15-8740" fmla="*/ 1730601 h 1734757"/>
                <a:gd name="connsiteX16-8741" fmla="*/ 4489128 w 8477199"/>
                <a:gd name="connsiteY16-8742" fmla="*/ 1387063 h 1734757"/>
                <a:gd name="connsiteX17-8743" fmla="*/ 4263335 w 8477199"/>
                <a:gd name="connsiteY17-8744" fmla="*/ 977494 h 1734757"/>
                <a:gd name="connsiteX18-8745" fmla="*/ 3440333 w 8477199"/>
                <a:gd name="connsiteY18-8746" fmla="*/ 1010362 h 1734757"/>
                <a:gd name="connsiteX19-8747" fmla="*/ 2222804 w 8477199"/>
                <a:gd name="connsiteY19-8748" fmla="*/ 1311196 h 1734757"/>
                <a:gd name="connsiteX20-8749" fmla="*/ 116247 w 8477199"/>
                <a:gd name="connsiteY20-8750" fmla="*/ 971172 h 1734757"/>
                <a:gd name="connsiteX21-8751" fmla="*/ 9979 w 8477199"/>
                <a:gd name="connsiteY21-8752" fmla="*/ 496270 h 1734757"/>
                <a:gd name="connsiteX22-8753" fmla="*/ 174672 w 8477199"/>
                <a:gd name="connsiteY22-8754" fmla="*/ 0 h 1734757"/>
                <a:gd name="connsiteX23-8755" fmla="*/ 248669 w 8477199"/>
                <a:gd name="connsiteY23-8756" fmla="*/ 55572 h 1734757"/>
                <a:gd name="connsiteX24-8757" fmla="*/ 313900 w 8477199"/>
                <a:gd name="connsiteY24-8758" fmla="*/ 944502 h 1734757"/>
                <a:gd name="connsiteX25-8759" fmla="*/ 1735499 w 8477199"/>
                <a:gd name="connsiteY25-8760" fmla="*/ 1229124 h 1734757"/>
                <a:gd name="connsiteX26-8761" fmla="*/ 4206880 w 8477199"/>
                <a:gd name="connsiteY26-8762" fmla="*/ 816481 h 1734757"/>
                <a:gd name="connsiteX27-8763" fmla="*/ 4534135 w 8477199"/>
                <a:gd name="connsiteY27-8764" fmla="*/ 1303743 h 1734757"/>
                <a:gd name="connsiteX28-8765" fmla="*/ 4824736 w 8477199"/>
                <a:gd name="connsiteY28-8766" fmla="*/ 1596007 h 1734757"/>
                <a:gd name="connsiteX29-8767" fmla="*/ 5803572 w 8477199"/>
                <a:gd name="connsiteY29-8768" fmla="*/ 744571 h 1734757"/>
                <a:gd name="connsiteX30-8769" fmla="*/ 6697195 w 8477199"/>
                <a:gd name="connsiteY30-8770" fmla="*/ 214691 h 1734757"/>
                <a:gd name="connsiteX0-8771" fmla="*/ 6697195 w 8477199"/>
                <a:gd name="connsiteY0-8772" fmla="*/ 214691 h 1734757"/>
                <a:gd name="connsiteX1-8773" fmla="*/ 6709662 w 8477199"/>
                <a:gd name="connsiteY1-8774" fmla="*/ 214691 h 1734757"/>
                <a:gd name="connsiteX2-8775" fmla="*/ 7145860 w 8477199"/>
                <a:gd name="connsiteY2-8776" fmla="*/ 789985 h 1734757"/>
                <a:gd name="connsiteX3-8777" fmla="*/ 7305314 w 8477199"/>
                <a:gd name="connsiteY3-8778" fmla="*/ 1114171 h 1734757"/>
                <a:gd name="connsiteX4-8779" fmla="*/ 8432561 w 8477199"/>
                <a:gd name="connsiteY4-8780" fmla="*/ 880513 h 1734757"/>
                <a:gd name="connsiteX5-8781" fmla="*/ 8477199 w 8477199"/>
                <a:gd name="connsiteY5-8782" fmla="*/ 929103 h 1734757"/>
                <a:gd name="connsiteX6-8783" fmla="*/ 7295156 w 8477199"/>
                <a:gd name="connsiteY6-8784" fmla="*/ 1173736 h 1734757"/>
                <a:gd name="connsiteX7-8785" fmla="*/ 7106764 w 8477199"/>
                <a:gd name="connsiteY7-8786" fmla="*/ 814498 h 1734757"/>
                <a:gd name="connsiteX8-8787" fmla="*/ 6708739 w 8477199"/>
                <a:gd name="connsiteY8-8788" fmla="*/ 275180 h 1734757"/>
                <a:gd name="connsiteX9-8789" fmla="*/ 6697657 w 8477199"/>
                <a:gd name="connsiteY9-8790" fmla="*/ 275180 h 1734757"/>
                <a:gd name="connsiteX10-8791" fmla="*/ 5808796 w 8477199"/>
                <a:gd name="connsiteY10-8792" fmla="*/ 855594 h 1734757"/>
                <a:gd name="connsiteX11-8793" fmla="*/ 5680431 w 8477199"/>
                <a:gd name="connsiteY11-8794" fmla="*/ 987191 h 1734757"/>
                <a:gd name="connsiteX12-8795" fmla="*/ 5510509 w 8477199"/>
                <a:gd name="connsiteY12-8796" fmla="*/ 1166348 h 1734757"/>
                <a:gd name="connsiteX13-8797" fmla="*/ 5121257 w 8477199"/>
                <a:gd name="connsiteY13-8798" fmla="*/ 1556985 h 1734757"/>
                <a:gd name="connsiteX14-8799" fmla="*/ 4763866 w 8477199"/>
                <a:gd name="connsiteY14-8800" fmla="*/ 1734757 h 1734757"/>
                <a:gd name="connsiteX15-8801" fmla="*/ 4720924 w 8477199"/>
                <a:gd name="connsiteY15-8802" fmla="*/ 1730601 h 1734757"/>
                <a:gd name="connsiteX16-8803" fmla="*/ 4489128 w 8477199"/>
                <a:gd name="connsiteY16-8804" fmla="*/ 1387063 h 1734757"/>
                <a:gd name="connsiteX17-8805" fmla="*/ 4263335 w 8477199"/>
                <a:gd name="connsiteY17-8806" fmla="*/ 977494 h 1734757"/>
                <a:gd name="connsiteX18-8807" fmla="*/ 3440333 w 8477199"/>
                <a:gd name="connsiteY18-8808" fmla="*/ 1010362 h 1734757"/>
                <a:gd name="connsiteX19-8809" fmla="*/ 2222804 w 8477199"/>
                <a:gd name="connsiteY19-8810" fmla="*/ 1311196 h 1734757"/>
                <a:gd name="connsiteX20-8811" fmla="*/ 116247 w 8477199"/>
                <a:gd name="connsiteY20-8812" fmla="*/ 971172 h 1734757"/>
                <a:gd name="connsiteX21-8813" fmla="*/ 9979 w 8477199"/>
                <a:gd name="connsiteY21-8814" fmla="*/ 496270 h 1734757"/>
                <a:gd name="connsiteX22-8815" fmla="*/ 174672 w 8477199"/>
                <a:gd name="connsiteY22-8816" fmla="*/ 0 h 1734757"/>
                <a:gd name="connsiteX23-8817" fmla="*/ 248669 w 8477199"/>
                <a:gd name="connsiteY23-8818" fmla="*/ 55572 h 1734757"/>
                <a:gd name="connsiteX24-8819" fmla="*/ 313900 w 8477199"/>
                <a:gd name="connsiteY24-8820" fmla="*/ 944502 h 1734757"/>
                <a:gd name="connsiteX25-8821" fmla="*/ 1735499 w 8477199"/>
                <a:gd name="connsiteY25-8822" fmla="*/ 1229124 h 1734757"/>
                <a:gd name="connsiteX26-8823" fmla="*/ 4206880 w 8477199"/>
                <a:gd name="connsiteY26-8824" fmla="*/ 816481 h 1734757"/>
                <a:gd name="connsiteX27-8825" fmla="*/ 4534135 w 8477199"/>
                <a:gd name="connsiteY27-8826" fmla="*/ 1303743 h 1734757"/>
                <a:gd name="connsiteX28-8827" fmla="*/ 4824736 w 8477199"/>
                <a:gd name="connsiteY28-8828" fmla="*/ 1596007 h 1734757"/>
                <a:gd name="connsiteX29-8829" fmla="*/ 5803572 w 8477199"/>
                <a:gd name="connsiteY29-8830" fmla="*/ 744571 h 1734757"/>
                <a:gd name="connsiteX30-8831" fmla="*/ 6697195 w 8477199"/>
                <a:gd name="connsiteY30-8832" fmla="*/ 214691 h 1734757"/>
                <a:gd name="connsiteX0-8833" fmla="*/ 6697195 w 8477199"/>
                <a:gd name="connsiteY0-8834" fmla="*/ 214691 h 1734757"/>
                <a:gd name="connsiteX1-8835" fmla="*/ 6709662 w 8477199"/>
                <a:gd name="connsiteY1-8836" fmla="*/ 214691 h 1734757"/>
                <a:gd name="connsiteX2-8837" fmla="*/ 7145860 w 8477199"/>
                <a:gd name="connsiteY2-8838" fmla="*/ 789985 h 1734757"/>
                <a:gd name="connsiteX3-8839" fmla="*/ 7305314 w 8477199"/>
                <a:gd name="connsiteY3-8840" fmla="*/ 1114171 h 1734757"/>
                <a:gd name="connsiteX4-8841" fmla="*/ 8432561 w 8477199"/>
                <a:gd name="connsiteY4-8842" fmla="*/ 880513 h 1734757"/>
                <a:gd name="connsiteX5-8843" fmla="*/ 8477199 w 8477199"/>
                <a:gd name="connsiteY5-8844" fmla="*/ 929103 h 1734757"/>
                <a:gd name="connsiteX6-8845" fmla="*/ 7295156 w 8477199"/>
                <a:gd name="connsiteY6-8846" fmla="*/ 1173736 h 1734757"/>
                <a:gd name="connsiteX7-8847" fmla="*/ 7106764 w 8477199"/>
                <a:gd name="connsiteY7-8848" fmla="*/ 814498 h 1734757"/>
                <a:gd name="connsiteX8-8849" fmla="*/ 6708739 w 8477199"/>
                <a:gd name="connsiteY8-8850" fmla="*/ 275180 h 1734757"/>
                <a:gd name="connsiteX9-8851" fmla="*/ 6697657 w 8477199"/>
                <a:gd name="connsiteY9-8852" fmla="*/ 275180 h 1734757"/>
                <a:gd name="connsiteX10-8853" fmla="*/ 5808796 w 8477199"/>
                <a:gd name="connsiteY10-8854" fmla="*/ 855594 h 1734757"/>
                <a:gd name="connsiteX11-8855" fmla="*/ 5680431 w 8477199"/>
                <a:gd name="connsiteY11-8856" fmla="*/ 987191 h 1734757"/>
                <a:gd name="connsiteX12-8857" fmla="*/ 5510509 w 8477199"/>
                <a:gd name="connsiteY12-8858" fmla="*/ 1166348 h 1734757"/>
                <a:gd name="connsiteX13-8859" fmla="*/ 5121257 w 8477199"/>
                <a:gd name="connsiteY13-8860" fmla="*/ 1556985 h 1734757"/>
                <a:gd name="connsiteX14-8861" fmla="*/ 4763866 w 8477199"/>
                <a:gd name="connsiteY14-8862" fmla="*/ 1734757 h 1734757"/>
                <a:gd name="connsiteX15-8863" fmla="*/ 4720924 w 8477199"/>
                <a:gd name="connsiteY15-8864" fmla="*/ 1730601 h 1734757"/>
                <a:gd name="connsiteX16-8865" fmla="*/ 4489128 w 8477199"/>
                <a:gd name="connsiteY16-8866" fmla="*/ 1387063 h 1734757"/>
                <a:gd name="connsiteX17-8867" fmla="*/ 4263335 w 8477199"/>
                <a:gd name="connsiteY17-8868" fmla="*/ 977494 h 1734757"/>
                <a:gd name="connsiteX18-8869" fmla="*/ 3440333 w 8477199"/>
                <a:gd name="connsiteY18-8870" fmla="*/ 1010362 h 1734757"/>
                <a:gd name="connsiteX19-8871" fmla="*/ 2222804 w 8477199"/>
                <a:gd name="connsiteY19-8872" fmla="*/ 1311196 h 1734757"/>
                <a:gd name="connsiteX20-8873" fmla="*/ 116247 w 8477199"/>
                <a:gd name="connsiteY20-8874" fmla="*/ 971172 h 1734757"/>
                <a:gd name="connsiteX21-8875" fmla="*/ 9979 w 8477199"/>
                <a:gd name="connsiteY21-8876" fmla="*/ 496270 h 1734757"/>
                <a:gd name="connsiteX22-8877" fmla="*/ 174672 w 8477199"/>
                <a:gd name="connsiteY22-8878" fmla="*/ 0 h 1734757"/>
                <a:gd name="connsiteX23-8879" fmla="*/ 248669 w 8477199"/>
                <a:gd name="connsiteY23-8880" fmla="*/ 55572 h 1734757"/>
                <a:gd name="connsiteX24-8881" fmla="*/ 313900 w 8477199"/>
                <a:gd name="connsiteY24-8882" fmla="*/ 944502 h 1734757"/>
                <a:gd name="connsiteX25-8883" fmla="*/ 1735499 w 8477199"/>
                <a:gd name="connsiteY25-8884" fmla="*/ 1229124 h 1734757"/>
                <a:gd name="connsiteX26-8885" fmla="*/ 4071638 w 8477199"/>
                <a:gd name="connsiteY26-8886" fmla="*/ 788693 h 1734757"/>
                <a:gd name="connsiteX27-8887" fmla="*/ 4534135 w 8477199"/>
                <a:gd name="connsiteY27-8888" fmla="*/ 1303743 h 1734757"/>
                <a:gd name="connsiteX28-8889" fmla="*/ 4824736 w 8477199"/>
                <a:gd name="connsiteY28-8890" fmla="*/ 1596007 h 1734757"/>
                <a:gd name="connsiteX29-8891" fmla="*/ 5803572 w 8477199"/>
                <a:gd name="connsiteY29-8892" fmla="*/ 744571 h 1734757"/>
                <a:gd name="connsiteX30-8893" fmla="*/ 6697195 w 8477199"/>
                <a:gd name="connsiteY30-8894" fmla="*/ 214691 h 1734757"/>
                <a:gd name="connsiteX0-8895" fmla="*/ 6697195 w 8477199"/>
                <a:gd name="connsiteY0-8896" fmla="*/ 214691 h 1734757"/>
                <a:gd name="connsiteX1-8897" fmla="*/ 6709662 w 8477199"/>
                <a:gd name="connsiteY1-8898" fmla="*/ 214691 h 1734757"/>
                <a:gd name="connsiteX2-8899" fmla="*/ 7145860 w 8477199"/>
                <a:gd name="connsiteY2-8900" fmla="*/ 789985 h 1734757"/>
                <a:gd name="connsiteX3-8901" fmla="*/ 7305314 w 8477199"/>
                <a:gd name="connsiteY3-8902" fmla="*/ 1114171 h 1734757"/>
                <a:gd name="connsiteX4-8903" fmla="*/ 8432561 w 8477199"/>
                <a:gd name="connsiteY4-8904" fmla="*/ 880513 h 1734757"/>
                <a:gd name="connsiteX5-8905" fmla="*/ 8477199 w 8477199"/>
                <a:gd name="connsiteY5-8906" fmla="*/ 929103 h 1734757"/>
                <a:gd name="connsiteX6-8907" fmla="*/ 7295156 w 8477199"/>
                <a:gd name="connsiteY6-8908" fmla="*/ 1173736 h 1734757"/>
                <a:gd name="connsiteX7-8909" fmla="*/ 7106764 w 8477199"/>
                <a:gd name="connsiteY7-8910" fmla="*/ 814498 h 1734757"/>
                <a:gd name="connsiteX8-8911" fmla="*/ 6708739 w 8477199"/>
                <a:gd name="connsiteY8-8912" fmla="*/ 275180 h 1734757"/>
                <a:gd name="connsiteX9-8913" fmla="*/ 6697657 w 8477199"/>
                <a:gd name="connsiteY9-8914" fmla="*/ 275180 h 1734757"/>
                <a:gd name="connsiteX10-8915" fmla="*/ 5808796 w 8477199"/>
                <a:gd name="connsiteY10-8916" fmla="*/ 855594 h 1734757"/>
                <a:gd name="connsiteX11-8917" fmla="*/ 5680431 w 8477199"/>
                <a:gd name="connsiteY11-8918" fmla="*/ 987191 h 1734757"/>
                <a:gd name="connsiteX12-8919" fmla="*/ 5510509 w 8477199"/>
                <a:gd name="connsiteY12-8920" fmla="*/ 1166348 h 1734757"/>
                <a:gd name="connsiteX13-8921" fmla="*/ 5121257 w 8477199"/>
                <a:gd name="connsiteY13-8922" fmla="*/ 1556985 h 1734757"/>
                <a:gd name="connsiteX14-8923" fmla="*/ 4763866 w 8477199"/>
                <a:gd name="connsiteY14-8924" fmla="*/ 1734757 h 1734757"/>
                <a:gd name="connsiteX15-8925" fmla="*/ 4720924 w 8477199"/>
                <a:gd name="connsiteY15-8926" fmla="*/ 1730601 h 1734757"/>
                <a:gd name="connsiteX16-8927" fmla="*/ 4489128 w 8477199"/>
                <a:gd name="connsiteY16-8928" fmla="*/ 1387063 h 1734757"/>
                <a:gd name="connsiteX17-8929" fmla="*/ 4263335 w 8477199"/>
                <a:gd name="connsiteY17-8930" fmla="*/ 977494 h 1734757"/>
                <a:gd name="connsiteX18-8931" fmla="*/ 3440333 w 8477199"/>
                <a:gd name="connsiteY18-8932" fmla="*/ 1010362 h 1734757"/>
                <a:gd name="connsiteX19-8933" fmla="*/ 2222804 w 8477199"/>
                <a:gd name="connsiteY19-8934" fmla="*/ 1311196 h 1734757"/>
                <a:gd name="connsiteX20-8935" fmla="*/ 116247 w 8477199"/>
                <a:gd name="connsiteY20-8936" fmla="*/ 971172 h 1734757"/>
                <a:gd name="connsiteX21-8937" fmla="*/ 9979 w 8477199"/>
                <a:gd name="connsiteY21-8938" fmla="*/ 496270 h 1734757"/>
                <a:gd name="connsiteX22-8939" fmla="*/ 174672 w 8477199"/>
                <a:gd name="connsiteY22-8940" fmla="*/ 0 h 1734757"/>
                <a:gd name="connsiteX23-8941" fmla="*/ 248669 w 8477199"/>
                <a:gd name="connsiteY23-8942" fmla="*/ 55572 h 1734757"/>
                <a:gd name="connsiteX24-8943" fmla="*/ 313900 w 8477199"/>
                <a:gd name="connsiteY24-8944" fmla="*/ 944502 h 1734757"/>
                <a:gd name="connsiteX25-8945" fmla="*/ 1735499 w 8477199"/>
                <a:gd name="connsiteY25-8946" fmla="*/ 1229124 h 1734757"/>
                <a:gd name="connsiteX26-8947" fmla="*/ 4052317 w 8477199"/>
                <a:gd name="connsiteY26-8948" fmla="*/ 760908 h 1734757"/>
                <a:gd name="connsiteX27-8949" fmla="*/ 4534135 w 8477199"/>
                <a:gd name="connsiteY27-8950" fmla="*/ 1303743 h 1734757"/>
                <a:gd name="connsiteX28-8951" fmla="*/ 4824736 w 8477199"/>
                <a:gd name="connsiteY28-8952" fmla="*/ 1596007 h 1734757"/>
                <a:gd name="connsiteX29-8953" fmla="*/ 5803572 w 8477199"/>
                <a:gd name="connsiteY29-8954" fmla="*/ 744571 h 1734757"/>
                <a:gd name="connsiteX30-8955" fmla="*/ 6697195 w 8477199"/>
                <a:gd name="connsiteY30-8956" fmla="*/ 214691 h 1734757"/>
                <a:gd name="connsiteX0-8957" fmla="*/ 6697195 w 8477199"/>
                <a:gd name="connsiteY0-8958" fmla="*/ 214691 h 1734757"/>
                <a:gd name="connsiteX1-8959" fmla="*/ 6709662 w 8477199"/>
                <a:gd name="connsiteY1-8960" fmla="*/ 214691 h 1734757"/>
                <a:gd name="connsiteX2-8961" fmla="*/ 7145860 w 8477199"/>
                <a:gd name="connsiteY2-8962" fmla="*/ 789985 h 1734757"/>
                <a:gd name="connsiteX3-8963" fmla="*/ 7305314 w 8477199"/>
                <a:gd name="connsiteY3-8964" fmla="*/ 1114171 h 1734757"/>
                <a:gd name="connsiteX4-8965" fmla="*/ 8432561 w 8477199"/>
                <a:gd name="connsiteY4-8966" fmla="*/ 880513 h 1734757"/>
                <a:gd name="connsiteX5-8967" fmla="*/ 8477199 w 8477199"/>
                <a:gd name="connsiteY5-8968" fmla="*/ 929103 h 1734757"/>
                <a:gd name="connsiteX6-8969" fmla="*/ 7295156 w 8477199"/>
                <a:gd name="connsiteY6-8970" fmla="*/ 1173736 h 1734757"/>
                <a:gd name="connsiteX7-8971" fmla="*/ 7106764 w 8477199"/>
                <a:gd name="connsiteY7-8972" fmla="*/ 814498 h 1734757"/>
                <a:gd name="connsiteX8-8973" fmla="*/ 6708739 w 8477199"/>
                <a:gd name="connsiteY8-8974" fmla="*/ 275180 h 1734757"/>
                <a:gd name="connsiteX9-8975" fmla="*/ 6697657 w 8477199"/>
                <a:gd name="connsiteY9-8976" fmla="*/ 275180 h 1734757"/>
                <a:gd name="connsiteX10-8977" fmla="*/ 5808796 w 8477199"/>
                <a:gd name="connsiteY10-8978" fmla="*/ 855594 h 1734757"/>
                <a:gd name="connsiteX11-8979" fmla="*/ 5680431 w 8477199"/>
                <a:gd name="connsiteY11-8980" fmla="*/ 987191 h 1734757"/>
                <a:gd name="connsiteX12-8981" fmla="*/ 5510509 w 8477199"/>
                <a:gd name="connsiteY12-8982" fmla="*/ 1166348 h 1734757"/>
                <a:gd name="connsiteX13-8983" fmla="*/ 5121257 w 8477199"/>
                <a:gd name="connsiteY13-8984" fmla="*/ 1556985 h 1734757"/>
                <a:gd name="connsiteX14-8985" fmla="*/ 4763866 w 8477199"/>
                <a:gd name="connsiteY14-8986" fmla="*/ 1734757 h 1734757"/>
                <a:gd name="connsiteX15-8987" fmla="*/ 4720924 w 8477199"/>
                <a:gd name="connsiteY15-8988" fmla="*/ 1730601 h 1734757"/>
                <a:gd name="connsiteX16-8989" fmla="*/ 4489128 w 8477199"/>
                <a:gd name="connsiteY16-8990" fmla="*/ 1387063 h 1734757"/>
                <a:gd name="connsiteX17-8991" fmla="*/ 4263335 w 8477199"/>
                <a:gd name="connsiteY17-8992" fmla="*/ 977494 h 1734757"/>
                <a:gd name="connsiteX18-8993" fmla="*/ 3440333 w 8477199"/>
                <a:gd name="connsiteY18-8994" fmla="*/ 1010362 h 1734757"/>
                <a:gd name="connsiteX19-8995" fmla="*/ 2222804 w 8477199"/>
                <a:gd name="connsiteY19-8996" fmla="*/ 1311196 h 1734757"/>
                <a:gd name="connsiteX20-8997" fmla="*/ 116247 w 8477199"/>
                <a:gd name="connsiteY20-8998" fmla="*/ 971172 h 1734757"/>
                <a:gd name="connsiteX21-8999" fmla="*/ 9979 w 8477199"/>
                <a:gd name="connsiteY21-9000" fmla="*/ 496270 h 1734757"/>
                <a:gd name="connsiteX22-9001" fmla="*/ 174672 w 8477199"/>
                <a:gd name="connsiteY22-9002" fmla="*/ 0 h 1734757"/>
                <a:gd name="connsiteX23-9003" fmla="*/ 248669 w 8477199"/>
                <a:gd name="connsiteY23-9004" fmla="*/ 55572 h 1734757"/>
                <a:gd name="connsiteX24-9005" fmla="*/ 313900 w 8477199"/>
                <a:gd name="connsiteY24-9006" fmla="*/ 944502 h 1734757"/>
                <a:gd name="connsiteX25-9007" fmla="*/ 1735499 w 8477199"/>
                <a:gd name="connsiteY25-9008" fmla="*/ 1229124 h 1734757"/>
                <a:gd name="connsiteX26-9009" fmla="*/ 4052317 w 8477199"/>
                <a:gd name="connsiteY26-9010" fmla="*/ 760908 h 1734757"/>
                <a:gd name="connsiteX27-9011" fmla="*/ 4534135 w 8477199"/>
                <a:gd name="connsiteY27-9012" fmla="*/ 1303743 h 1734757"/>
                <a:gd name="connsiteX28-9013" fmla="*/ 4824736 w 8477199"/>
                <a:gd name="connsiteY28-9014" fmla="*/ 1596007 h 1734757"/>
                <a:gd name="connsiteX29-9015" fmla="*/ 5803572 w 8477199"/>
                <a:gd name="connsiteY29-9016" fmla="*/ 744571 h 1734757"/>
                <a:gd name="connsiteX30-9017" fmla="*/ 6697195 w 8477199"/>
                <a:gd name="connsiteY30-9018" fmla="*/ 214691 h 1734757"/>
                <a:gd name="connsiteX0-9019" fmla="*/ 6697195 w 8477199"/>
                <a:gd name="connsiteY0-9020" fmla="*/ 214691 h 1734757"/>
                <a:gd name="connsiteX1-9021" fmla="*/ 6709662 w 8477199"/>
                <a:gd name="connsiteY1-9022" fmla="*/ 214691 h 1734757"/>
                <a:gd name="connsiteX2-9023" fmla="*/ 7145860 w 8477199"/>
                <a:gd name="connsiteY2-9024" fmla="*/ 789985 h 1734757"/>
                <a:gd name="connsiteX3-9025" fmla="*/ 7305314 w 8477199"/>
                <a:gd name="connsiteY3-9026" fmla="*/ 1114171 h 1734757"/>
                <a:gd name="connsiteX4-9027" fmla="*/ 8432561 w 8477199"/>
                <a:gd name="connsiteY4-9028" fmla="*/ 880513 h 1734757"/>
                <a:gd name="connsiteX5-9029" fmla="*/ 8477199 w 8477199"/>
                <a:gd name="connsiteY5-9030" fmla="*/ 929103 h 1734757"/>
                <a:gd name="connsiteX6-9031" fmla="*/ 7295156 w 8477199"/>
                <a:gd name="connsiteY6-9032" fmla="*/ 1173736 h 1734757"/>
                <a:gd name="connsiteX7-9033" fmla="*/ 7106764 w 8477199"/>
                <a:gd name="connsiteY7-9034" fmla="*/ 814498 h 1734757"/>
                <a:gd name="connsiteX8-9035" fmla="*/ 6708739 w 8477199"/>
                <a:gd name="connsiteY8-9036" fmla="*/ 275180 h 1734757"/>
                <a:gd name="connsiteX9-9037" fmla="*/ 6697657 w 8477199"/>
                <a:gd name="connsiteY9-9038" fmla="*/ 275180 h 1734757"/>
                <a:gd name="connsiteX10-9039" fmla="*/ 5808796 w 8477199"/>
                <a:gd name="connsiteY10-9040" fmla="*/ 855594 h 1734757"/>
                <a:gd name="connsiteX11-9041" fmla="*/ 5680431 w 8477199"/>
                <a:gd name="connsiteY11-9042" fmla="*/ 987191 h 1734757"/>
                <a:gd name="connsiteX12-9043" fmla="*/ 5510509 w 8477199"/>
                <a:gd name="connsiteY12-9044" fmla="*/ 1166348 h 1734757"/>
                <a:gd name="connsiteX13-9045" fmla="*/ 5121257 w 8477199"/>
                <a:gd name="connsiteY13-9046" fmla="*/ 1556985 h 1734757"/>
                <a:gd name="connsiteX14-9047" fmla="*/ 4763866 w 8477199"/>
                <a:gd name="connsiteY14-9048" fmla="*/ 1734757 h 1734757"/>
                <a:gd name="connsiteX15-9049" fmla="*/ 4720924 w 8477199"/>
                <a:gd name="connsiteY15-9050" fmla="*/ 1730601 h 1734757"/>
                <a:gd name="connsiteX16-9051" fmla="*/ 4489128 w 8477199"/>
                <a:gd name="connsiteY16-9052" fmla="*/ 1387063 h 1734757"/>
                <a:gd name="connsiteX17-9053" fmla="*/ 4263335 w 8477199"/>
                <a:gd name="connsiteY17-9054" fmla="*/ 977494 h 1734757"/>
                <a:gd name="connsiteX18-9055" fmla="*/ 3440333 w 8477199"/>
                <a:gd name="connsiteY18-9056" fmla="*/ 1010362 h 1734757"/>
                <a:gd name="connsiteX19-9057" fmla="*/ 2222804 w 8477199"/>
                <a:gd name="connsiteY19-9058" fmla="*/ 1311196 h 1734757"/>
                <a:gd name="connsiteX20-9059" fmla="*/ 116247 w 8477199"/>
                <a:gd name="connsiteY20-9060" fmla="*/ 971172 h 1734757"/>
                <a:gd name="connsiteX21-9061" fmla="*/ 9979 w 8477199"/>
                <a:gd name="connsiteY21-9062" fmla="*/ 496270 h 1734757"/>
                <a:gd name="connsiteX22-9063" fmla="*/ 174672 w 8477199"/>
                <a:gd name="connsiteY22-9064" fmla="*/ 0 h 1734757"/>
                <a:gd name="connsiteX23-9065" fmla="*/ 248669 w 8477199"/>
                <a:gd name="connsiteY23-9066" fmla="*/ 55572 h 1734757"/>
                <a:gd name="connsiteX24-9067" fmla="*/ 313900 w 8477199"/>
                <a:gd name="connsiteY24-9068" fmla="*/ 944502 h 1734757"/>
                <a:gd name="connsiteX25-9069" fmla="*/ 1735499 w 8477199"/>
                <a:gd name="connsiteY25-9070" fmla="*/ 1229124 h 1734757"/>
                <a:gd name="connsiteX26-9071" fmla="*/ 4052317 w 8477199"/>
                <a:gd name="connsiteY26-9072" fmla="*/ 760908 h 1734757"/>
                <a:gd name="connsiteX27-9073" fmla="*/ 4534135 w 8477199"/>
                <a:gd name="connsiteY27-9074" fmla="*/ 1303743 h 1734757"/>
                <a:gd name="connsiteX28-9075" fmla="*/ 4824736 w 8477199"/>
                <a:gd name="connsiteY28-9076" fmla="*/ 1596007 h 1734757"/>
                <a:gd name="connsiteX29-9077" fmla="*/ 5803572 w 8477199"/>
                <a:gd name="connsiteY29-9078" fmla="*/ 744571 h 1734757"/>
                <a:gd name="connsiteX30-9079" fmla="*/ 6697195 w 8477199"/>
                <a:gd name="connsiteY30-9080" fmla="*/ 214691 h 173475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8477199" h="1734757">
                  <a:moveTo>
                    <a:pt x="6697195" y="214691"/>
                  </a:moveTo>
                  <a:cubicBezTo>
                    <a:pt x="6701351" y="214691"/>
                    <a:pt x="6696569" y="216176"/>
                    <a:pt x="6709662" y="214691"/>
                  </a:cubicBezTo>
                  <a:cubicBezTo>
                    <a:pt x="6889701" y="194272"/>
                    <a:pt x="7085675" y="417196"/>
                    <a:pt x="7145860" y="789985"/>
                  </a:cubicBezTo>
                  <a:cubicBezTo>
                    <a:pt x="7164162" y="921824"/>
                    <a:pt x="7090864" y="1099083"/>
                    <a:pt x="7305314" y="1114171"/>
                  </a:cubicBezTo>
                  <a:cubicBezTo>
                    <a:pt x="7519764" y="1129259"/>
                    <a:pt x="8426559" y="886055"/>
                    <a:pt x="8432561" y="880513"/>
                  </a:cubicBezTo>
                  <a:cubicBezTo>
                    <a:pt x="8444518" y="893841"/>
                    <a:pt x="8462935" y="874208"/>
                    <a:pt x="8477199" y="929103"/>
                  </a:cubicBezTo>
                  <a:cubicBezTo>
                    <a:pt x="8287631" y="977974"/>
                    <a:pt x="7523562" y="1192837"/>
                    <a:pt x="7295156" y="1173736"/>
                  </a:cubicBezTo>
                  <a:cubicBezTo>
                    <a:pt x="7066750" y="1154635"/>
                    <a:pt x="7142780" y="995964"/>
                    <a:pt x="7106764" y="814498"/>
                  </a:cubicBezTo>
                  <a:cubicBezTo>
                    <a:pt x="7056895" y="565156"/>
                    <a:pt x="6955887" y="282106"/>
                    <a:pt x="6708739" y="275180"/>
                  </a:cubicBezTo>
                  <a:lnTo>
                    <a:pt x="6697657" y="275180"/>
                  </a:lnTo>
                  <a:cubicBezTo>
                    <a:pt x="6361044" y="275180"/>
                    <a:pt x="6029511" y="624259"/>
                    <a:pt x="5808796" y="855594"/>
                  </a:cubicBezTo>
                  <a:cubicBezTo>
                    <a:pt x="5759852" y="906848"/>
                    <a:pt x="5717832" y="951175"/>
                    <a:pt x="5680431" y="987191"/>
                  </a:cubicBezTo>
                  <a:cubicBezTo>
                    <a:pt x="5633795" y="1031519"/>
                    <a:pt x="5577001" y="1094316"/>
                    <a:pt x="5510509" y="1166348"/>
                  </a:cubicBezTo>
                  <a:cubicBezTo>
                    <a:pt x="5397843" y="1289634"/>
                    <a:pt x="5257472" y="1442934"/>
                    <a:pt x="5121257" y="1556985"/>
                  </a:cubicBezTo>
                  <a:cubicBezTo>
                    <a:pt x="4978116" y="1676115"/>
                    <a:pt x="4860833" y="1734757"/>
                    <a:pt x="4763866" y="1734757"/>
                  </a:cubicBezTo>
                  <a:cubicBezTo>
                    <a:pt x="4749090" y="1734757"/>
                    <a:pt x="4734776" y="1733371"/>
                    <a:pt x="4720924" y="1730601"/>
                  </a:cubicBezTo>
                  <a:cubicBezTo>
                    <a:pt x="4585633" y="1703820"/>
                    <a:pt x="4538997" y="1550059"/>
                    <a:pt x="4489128" y="1387063"/>
                  </a:cubicBezTo>
                  <a:cubicBezTo>
                    <a:pt x="4442954" y="1236072"/>
                    <a:pt x="4418813" y="1081958"/>
                    <a:pt x="4263335" y="977494"/>
                  </a:cubicBezTo>
                  <a:cubicBezTo>
                    <a:pt x="4109169" y="873912"/>
                    <a:pt x="3780422" y="954745"/>
                    <a:pt x="3440333" y="1010362"/>
                  </a:cubicBezTo>
                  <a:cubicBezTo>
                    <a:pt x="3100245" y="1065979"/>
                    <a:pt x="2562688" y="1258131"/>
                    <a:pt x="2222804" y="1311196"/>
                  </a:cubicBezTo>
                  <a:cubicBezTo>
                    <a:pt x="979697" y="1513066"/>
                    <a:pt x="626734" y="1273713"/>
                    <a:pt x="116247" y="971172"/>
                  </a:cubicBezTo>
                  <a:cubicBezTo>
                    <a:pt x="6439" y="799723"/>
                    <a:pt x="-16420" y="690908"/>
                    <a:pt x="9979" y="496270"/>
                  </a:cubicBezTo>
                  <a:cubicBezTo>
                    <a:pt x="45556" y="289166"/>
                    <a:pt x="119774" y="165423"/>
                    <a:pt x="174672" y="0"/>
                  </a:cubicBezTo>
                  <a:lnTo>
                    <a:pt x="248669" y="55572"/>
                  </a:lnTo>
                  <a:cubicBezTo>
                    <a:pt x="180252" y="231475"/>
                    <a:pt x="-152870" y="651658"/>
                    <a:pt x="313900" y="944502"/>
                  </a:cubicBezTo>
                  <a:cubicBezTo>
                    <a:pt x="581322" y="1112278"/>
                    <a:pt x="1112430" y="1259723"/>
                    <a:pt x="1735499" y="1229124"/>
                  </a:cubicBezTo>
                  <a:cubicBezTo>
                    <a:pt x="2358568" y="1198525"/>
                    <a:pt x="3585878" y="748472"/>
                    <a:pt x="4052317" y="760908"/>
                  </a:cubicBezTo>
                  <a:cubicBezTo>
                    <a:pt x="4518756" y="773344"/>
                    <a:pt x="4444040" y="1108986"/>
                    <a:pt x="4534135" y="1303743"/>
                  </a:cubicBezTo>
                  <a:cubicBezTo>
                    <a:pt x="4613736" y="1475815"/>
                    <a:pt x="4613163" y="1689202"/>
                    <a:pt x="4824736" y="1596007"/>
                  </a:cubicBezTo>
                  <a:cubicBezTo>
                    <a:pt x="5036309" y="1502812"/>
                    <a:pt x="5331566" y="1213294"/>
                    <a:pt x="5803572" y="744571"/>
                  </a:cubicBezTo>
                  <a:cubicBezTo>
                    <a:pt x="6030751" y="505386"/>
                    <a:pt x="6334725" y="214691"/>
                    <a:pt x="6697195" y="214691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7072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1" name="Rectangle 30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70"/>
          <p:cNvGrpSpPr/>
          <p:nvPr userDrawn="1"/>
        </p:nvGrpSpPr>
        <p:grpSpPr>
          <a:xfrm flipH="1">
            <a:off x="344152" y="5036080"/>
            <a:ext cx="1731984" cy="1655955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4" name="Freeform: Shape 3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Freeform: Shape 9"/>
          <p:cNvSpPr/>
          <p:nvPr userDrawn="1"/>
        </p:nvSpPr>
        <p:spPr>
          <a:xfrm>
            <a:off x="344152" y="372710"/>
            <a:ext cx="11503696" cy="6139485"/>
          </a:xfrm>
          <a:custGeom>
            <a:avLst/>
            <a:gdLst>
              <a:gd name="connsiteX0" fmla="*/ 0 w 11503696"/>
              <a:gd name="connsiteY0" fmla="*/ 0 h 6139485"/>
              <a:gd name="connsiteX1" fmla="*/ 11503696 w 11503696"/>
              <a:gd name="connsiteY1" fmla="*/ 0 h 6139485"/>
              <a:gd name="connsiteX2" fmla="*/ 11503696 w 11503696"/>
              <a:gd name="connsiteY2" fmla="*/ 6139485 h 6139485"/>
              <a:gd name="connsiteX3" fmla="*/ 1614578 w 11503696"/>
              <a:gd name="connsiteY3" fmla="*/ 6139485 h 6139485"/>
              <a:gd name="connsiteX4" fmla="*/ 1614578 w 11503696"/>
              <a:gd name="connsiteY4" fmla="*/ 6045674 h 6139485"/>
              <a:gd name="connsiteX5" fmla="*/ 11409885 w 11503696"/>
              <a:gd name="connsiteY5" fmla="*/ 6045674 h 6139485"/>
              <a:gd name="connsiteX6" fmla="*/ 11409885 w 11503696"/>
              <a:gd name="connsiteY6" fmla="*/ 93811 h 6139485"/>
              <a:gd name="connsiteX7" fmla="*/ 93811 w 11503696"/>
              <a:gd name="connsiteY7" fmla="*/ 93811 h 6139485"/>
              <a:gd name="connsiteX8" fmla="*/ 93811 w 11503696"/>
              <a:gd name="connsiteY8" fmla="*/ 4732690 h 6139485"/>
              <a:gd name="connsiteX9" fmla="*/ 0 w 11503696"/>
              <a:gd name="connsiteY9" fmla="*/ 4732690 h 613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503696" h="6139485">
                <a:moveTo>
                  <a:pt x="0" y="0"/>
                </a:moveTo>
                <a:lnTo>
                  <a:pt x="11503696" y="0"/>
                </a:lnTo>
                <a:lnTo>
                  <a:pt x="11503696" y="6139485"/>
                </a:lnTo>
                <a:lnTo>
                  <a:pt x="1614578" y="6139485"/>
                </a:lnTo>
                <a:lnTo>
                  <a:pt x="1614578" y="6045674"/>
                </a:lnTo>
                <a:lnTo>
                  <a:pt x="11409885" y="6045674"/>
                </a:lnTo>
                <a:lnTo>
                  <a:pt x="11409885" y="93811"/>
                </a:lnTo>
                <a:lnTo>
                  <a:pt x="93811" y="93811"/>
                </a:lnTo>
                <a:lnTo>
                  <a:pt x="93811" y="4732690"/>
                </a:lnTo>
                <a:lnTo>
                  <a:pt x="0" y="47326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PNG &amp; Shapes Layout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</a:p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</a:p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08212" y="6590035"/>
            <a:ext cx="524933" cy="274320"/>
          </a:xfrm>
        </p:spPr>
        <p:txBody>
          <a:bodyPr/>
          <a:lstStyle>
            <a:lvl1pPr>
              <a:defRPr sz="11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B6CE1EE5-6F3B-4F23-97BE-057AF705D0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8843" y="2559008"/>
            <a:ext cx="6251787" cy="1363133"/>
          </a:xfrm>
          <a:prstGeom prst="rect">
            <a:avLst/>
          </a:prstGeom>
        </p:spPr>
        <p:txBody>
          <a:bodyPr lIns="0" tIns="0" rIns="0" bIns="0"/>
          <a:lstStyle>
            <a:lvl1pPr>
              <a:defRPr sz="2935" b="0" i="0">
                <a:solidFill>
                  <a:srgbClr val="0D0D0D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3994" y="2066120"/>
            <a:ext cx="11012170" cy="4160097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4DB61F-F5AA-F508-919F-65617EFE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4D13-8953-4B4D-BCC9-93776D01C912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398BEC-338A-40BE-761B-4D524604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C4052-A4F7-D0D4-D770-5311BB37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068-23DC-0D40-B5D0-64521566B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1C43B-627C-4CA9-B5D1-77F4D3D861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securelist.com/gravityrat-the-spy-returns/99097/" TargetMode="External"/><Relationship Id="rId3" Type="http://schemas.openxmlformats.org/officeDocument/2006/relationships/image" Target="../media/image8.jpeg"/><Relationship Id="rId7" Type="http://schemas.openxmlformats.org/officeDocument/2006/relationships/hyperlink" Target="https://www.securityweek.com/android-macos-versions-gravityrat-spyware-spotted-ongoing-campaign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.xml"/><Relationship Id="rId6" Type="http://schemas.openxmlformats.org/officeDocument/2006/relationships/hyperlink" Target="https://cybersrcc.com/2024/06/26/pakistan-linked-malware-campaign-evolves-to-target-windows-android-and-macos/" TargetMode="External"/><Relationship Id="rId5" Type="http://schemas.openxmlformats.org/officeDocument/2006/relationships/hyperlink" Target="https://www.csk.gov.in/alerts/GravityRat_android_malware.html" TargetMode="External"/><Relationship Id="rId4" Type="http://schemas.openxmlformats.org/officeDocument/2006/relationships/hyperlink" Target="https://appleinsider.com/articles/20/10/20/gravityrat-windows-spyware-modified-to-infect-macos-android" TargetMode="External"/><Relationship Id="rId9" Type="http://schemas.openxmlformats.org/officeDocument/2006/relationships/hyperlink" Target="https://csirt.cy/en/alerts/windows-gravityrat-malware-now-also-targets-android-maco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3"/>
            <a:ext cx="12191999" cy="68579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3696" y="2780564"/>
            <a:ext cx="539002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rgbClr val="00A39D"/>
                </a:solidFill>
              </a:rPr>
              <a:t>Threat Hunting Report </a:t>
            </a:r>
          </a:p>
          <a:p>
            <a:r>
              <a:rPr lang="en-US" sz="3200" b="1">
                <a:solidFill>
                  <a:srgbClr val="F7AC3B"/>
                </a:solidFill>
              </a:rPr>
              <a:t>Security Operation Center</a:t>
            </a:r>
            <a:endParaRPr lang="en-US" sz="3200" b="1">
              <a:solidFill>
                <a:srgbClr val="F7AC3B"/>
              </a:solidFill>
              <a:cs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6AE0F1-2637-26D9-1A26-C8D4A5F79CA4}"/>
              </a:ext>
            </a:extLst>
          </p:cNvPr>
          <p:cNvSpPr/>
          <p:nvPr/>
        </p:nvSpPr>
        <p:spPr>
          <a:xfrm>
            <a:off x="4089160" y="3857782"/>
            <a:ext cx="7711822" cy="1635943"/>
          </a:xfrm>
          <a:prstGeom prst="roundRect">
            <a:avLst>
              <a:gd name="adj" fmla="val 30392"/>
            </a:avLst>
          </a:prstGeom>
          <a:solidFill>
            <a:srgbClr val="02A39E"/>
          </a:solidFill>
          <a:ln>
            <a:solidFill>
              <a:srgbClr val="FFC000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5FB7E6E-4AB8-34D7-C235-1861A78157DA}"/>
              </a:ext>
            </a:extLst>
          </p:cNvPr>
          <p:cNvSpPr>
            <a:spLocks noGrp="1"/>
          </p:cNvSpPr>
          <p:nvPr/>
        </p:nvSpPr>
        <p:spPr>
          <a:xfrm>
            <a:off x="4573467" y="4369253"/>
            <a:ext cx="6743207" cy="5657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Threat Hunting Report - </a:t>
            </a:r>
            <a:r>
              <a:rPr lang="en-US" sz="2000" b="1" dirty="0" err="1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FvncBot</a:t>
            </a:r>
            <a:r>
              <a:rPr lang="en-US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 Android Banking Malware, Keylogging &amp; Payload Injection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Ringkasan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Ancaman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73414" y="398491"/>
            <a:ext cx="6704967" cy="60631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b="1" dirty="0" err="1">
                <a:latin typeface="Poppins"/>
                <a:cs typeface="Poppins"/>
              </a:rPr>
              <a:t>FvncBot</a:t>
            </a:r>
            <a:r>
              <a:rPr lang="en-US" sz="1600" b="1" dirty="0">
                <a:latin typeface="Poppins"/>
                <a:cs typeface="Poppins"/>
              </a:rPr>
              <a:t> Android Banking Malware, Keylogging &amp; Payload Injection</a:t>
            </a:r>
            <a:r>
              <a:rPr lang="en-ID" b="1" dirty="0">
                <a:latin typeface="Poppins"/>
                <a:cs typeface="Poppins"/>
              </a:rPr>
              <a:t>:</a:t>
            </a:r>
            <a:endParaRPr lang="en-ID" b="1" dirty="0">
              <a:latin typeface="Poppins"/>
              <a:ea typeface="Arial Unicode MS"/>
              <a:cs typeface="Poppins"/>
            </a:endParaRPr>
          </a:p>
          <a:p>
            <a:pPr algn="just"/>
            <a:r>
              <a:rPr lang="en-ID" sz="1400" dirty="0" err="1"/>
              <a:t>FvncBot</a:t>
            </a:r>
            <a:r>
              <a:rPr lang="en-ID" sz="1400" dirty="0"/>
              <a:t> </a:t>
            </a:r>
            <a:r>
              <a:rPr lang="en-ID" sz="1400" dirty="0" err="1"/>
              <a:t>adalah</a:t>
            </a:r>
            <a:r>
              <a:rPr lang="en-ID" sz="1400" dirty="0"/>
              <a:t> malware </a:t>
            </a:r>
            <a:r>
              <a:rPr lang="en-ID" sz="1400" dirty="0" err="1"/>
              <a:t>perbankan</a:t>
            </a:r>
            <a:r>
              <a:rPr lang="en-ID" sz="1400" dirty="0"/>
              <a:t> Android yang </a:t>
            </a:r>
            <a:r>
              <a:rPr lang="en-ID" sz="1400" dirty="0" err="1"/>
              <a:t>menyamar</a:t>
            </a:r>
            <a:r>
              <a:rPr lang="en-ID" sz="1400" dirty="0"/>
              <a:t> 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dirty="0" err="1"/>
              <a:t>aplikasi</a:t>
            </a:r>
            <a:r>
              <a:rPr lang="en-ID" sz="1400" dirty="0"/>
              <a:t> </a:t>
            </a:r>
            <a:r>
              <a:rPr lang="en-ID" sz="1400" dirty="0" err="1"/>
              <a:t>keamanan</a:t>
            </a:r>
            <a:r>
              <a:rPr lang="en-ID" sz="1400" dirty="0"/>
              <a:t> </a:t>
            </a:r>
            <a:r>
              <a:rPr lang="en-ID" sz="1400" dirty="0" err="1"/>
              <a:t>mBank</a:t>
            </a:r>
            <a:r>
              <a:rPr lang="en-ID" sz="1400" dirty="0"/>
              <a:t> </a:t>
            </a:r>
            <a:r>
              <a:rPr lang="en-ID" sz="1400" dirty="0" err="1"/>
              <a:t>Polandia</a:t>
            </a:r>
            <a:r>
              <a:rPr lang="en-ID" sz="1400" dirty="0"/>
              <a:t>. </a:t>
            </a:r>
            <a:r>
              <a:rPr lang="en-ID" sz="1400" dirty="0" err="1"/>
              <a:t>Ia</a:t>
            </a:r>
            <a:r>
              <a:rPr lang="en-ID" sz="1400" dirty="0"/>
              <a:t> </a:t>
            </a:r>
            <a:r>
              <a:rPr lang="en-ID" sz="1400" dirty="0" err="1"/>
              <a:t>berfungsi</a:t>
            </a:r>
            <a:r>
              <a:rPr lang="en-ID" sz="1400" dirty="0"/>
              <a:t> </a:t>
            </a:r>
            <a:r>
              <a:rPr lang="en-ID" sz="1400" dirty="0" err="1"/>
              <a:t>sebagai</a:t>
            </a:r>
            <a:r>
              <a:rPr lang="en-ID" sz="1400" dirty="0"/>
              <a:t> loader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mengunduh</a:t>
            </a:r>
            <a:r>
              <a:rPr lang="en-ID" sz="1400" dirty="0"/>
              <a:t> payload </a:t>
            </a:r>
            <a:r>
              <a:rPr lang="en-ID" sz="1400" dirty="0" err="1"/>
              <a:t>berbahaya</a:t>
            </a:r>
            <a:r>
              <a:rPr lang="en-ID" sz="1400" dirty="0"/>
              <a:t> yang </a:t>
            </a:r>
            <a:r>
              <a:rPr lang="en-ID" sz="1400" dirty="0" err="1"/>
              <a:t>mampu</a:t>
            </a:r>
            <a:r>
              <a:rPr lang="en-ID" sz="1400" dirty="0"/>
              <a:t> </a:t>
            </a:r>
            <a:r>
              <a:rPr lang="en-ID" sz="1400" dirty="0" err="1"/>
              <a:t>mencuri</a:t>
            </a:r>
            <a:r>
              <a:rPr lang="en-ID" sz="1400" dirty="0"/>
              <a:t> </a:t>
            </a:r>
            <a:r>
              <a:rPr lang="en-ID" sz="1400" dirty="0" err="1"/>
              <a:t>kredensial</a:t>
            </a:r>
            <a:r>
              <a:rPr lang="en-ID" sz="1400" dirty="0"/>
              <a:t>, </a:t>
            </a:r>
            <a:r>
              <a:rPr lang="en-ID" sz="1400" dirty="0" err="1"/>
              <a:t>merekam</a:t>
            </a:r>
            <a:r>
              <a:rPr lang="en-ID" sz="1400" dirty="0"/>
              <a:t> input keyboard, dan </a:t>
            </a:r>
            <a:r>
              <a:rPr lang="en-ID" sz="1400" dirty="0" err="1"/>
              <a:t>melakukan</a:t>
            </a:r>
            <a:r>
              <a:rPr lang="en-ID" sz="1400" dirty="0"/>
              <a:t> streaming </a:t>
            </a:r>
            <a:r>
              <a:rPr lang="en-ID" sz="1400" dirty="0" err="1"/>
              <a:t>layar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real-time. Malware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menyasar</a:t>
            </a:r>
            <a:r>
              <a:rPr lang="en-ID" sz="1400" dirty="0"/>
              <a:t> </a:t>
            </a:r>
            <a:r>
              <a:rPr lang="en-ID" sz="1400" dirty="0" err="1"/>
              <a:t>pengguna</a:t>
            </a:r>
            <a:r>
              <a:rPr lang="en-ID" sz="1400" dirty="0"/>
              <a:t> </a:t>
            </a:r>
            <a:r>
              <a:rPr lang="en-ID" sz="1400" dirty="0" err="1"/>
              <a:t>individu</a:t>
            </a:r>
            <a:r>
              <a:rPr lang="en-ID" sz="1400" dirty="0"/>
              <a:t> dan </a:t>
            </a:r>
            <a:r>
              <a:rPr lang="en-ID" sz="1400" dirty="0" err="1"/>
              <a:t>lembaga</a:t>
            </a:r>
            <a:r>
              <a:rPr lang="en-ID" sz="1400" dirty="0"/>
              <a:t> </a:t>
            </a:r>
            <a:r>
              <a:rPr lang="en-ID" sz="1400" dirty="0" err="1"/>
              <a:t>keuangan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taktik</a:t>
            </a:r>
            <a:r>
              <a:rPr lang="en-ID" sz="1400" dirty="0"/>
              <a:t> </a:t>
            </a:r>
            <a:r>
              <a:rPr lang="en-ID" sz="1400" dirty="0" err="1"/>
              <a:t>manipulatif</a:t>
            </a:r>
            <a:r>
              <a:rPr lang="en-ID" sz="1400" dirty="0"/>
              <a:t> dan </a:t>
            </a:r>
            <a:r>
              <a:rPr lang="en-ID" sz="1400" dirty="0" err="1"/>
              <a:t>teknik</a:t>
            </a:r>
            <a:r>
              <a:rPr lang="en-ID" sz="1400" dirty="0"/>
              <a:t> </a:t>
            </a:r>
            <a:r>
              <a:rPr lang="en-ID" sz="1400" dirty="0" err="1"/>
              <a:t>penghindaran</a:t>
            </a:r>
            <a:r>
              <a:rPr lang="en-ID" sz="1400" dirty="0"/>
              <a:t> </a:t>
            </a:r>
            <a:r>
              <a:rPr lang="en-ID" sz="1400" dirty="0" err="1"/>
              <a:t>deteksi</a:t>
            </a:r>
            <a:r>
              <a:rPr lang="en-ID" sz="1400" dirty="0">
                <a:ea typeface="+mn-lt"/>
                <a:cs typeface="+mn-lt"/>
              </a:rPr>
              <a:t>.</a:t>
            </a:r>
            <a:endParaRPr lang="en-ID" sz="1400" dirty="0"/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Taktik</a:t>
            </a:r>
            <a:r>
              <a:rPr lang="en-ID" sz="1500" dirty="0">
                <a:ea typeface="+mn-lt"/>
                <a:cs typeface="+mn-lt"/>
              </a:rPr>
              <a:t> yang </a:t>
            </a:r>
            <a:r>
              <a:rPr lang="en-ID" sz="1500" dirty="0" err="1">
                <a:ea typeface="+mn-lt"/>
                <a:cs typeface="+mn-lt"/>
              </a:rPr>
              <a:t>digunakan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untuk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menyusup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mengumpulkan</a:t>
            </a:r>
            <a:r>
              <a:rPr lang="en-ID" sz="1500" dirty="0">
                <a:ea typeface="+mn-lt"/>
                <a:cs typeface="+mn-lt"/>
              </a:rPr>
              <a:t> data </a:t>
            </a:r>
            <a:r>
              <a:rPr lang="en-ID" sz="1500" dirty="0" err="1">
                <a:ea typeface="+mn-lt"/>
                <a:cs typeface="+mn-lt"/>
              </a:rPr>
              <a:t>sensitif</a:t>
            </a:r>
            <a:r>
              <a:rPr lang="en-ID" sz="1500" dirty="0">
                <a:ea typeface="+mn-lt"/>
                <a:cs typeface="+mn-lt"/>
              </a:rPr>
              <a:t>:</a:t>
            </a:r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User Social Engineering </a:t>
            </a:r>
            <a:r>
              <a:rPr lang="en-US" sz="1500" dirty="0" err="1">
                <a:ea typeface="+mn-lt"/>
                <a:cs typeface="+mn-lt"/>
              </a:rPr>
              <a:t>melalui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aplikasi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palsu</a:t>
            </a:r>
            <a:endParaRPr lang="en-US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Permission Abuse </a:t>
            </a:r>
            <a:r>
              <a:rPr lang="en-US" sz="1500" dirty="0" err="1">
                <a:ea typeface="+mn-lt"/>
                <a:cs typeface="+mn-lt"/>
              </a:rPr>
              <a:t>dengan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memanfaatkan</a:t>
            </a:r>
            <a:r>
              <a:rPr lang="en-US" sz="1500" dirty="0">
                <a:ea typeface="+mn-lt"/>
                <a:cs typeface="+mn-lt"/>
              </a:rPr>
              <a:t> Accessibility Service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Command &amp; Control (C2) Communicates with remote servers to exfiltrate sensitive 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Keylogging &amp; Screen Streaming </a:t>
            </a:r>
            <a:r>
              <a:rPr lang="en-US" sz="1500" dirty="0" err="1">
                <a:ea typeface="+mn-lt"/>
                <a:cs typeface="+mn-lt"/>
              </a:rPr>
              <a:t>untuk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mencuri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kredensial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secara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langsung</a:t>
            </a:r>
            <a:endParaRPr lang="en-US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Overlay Injection </a:t>
            </a:r>
            <a:r>
              <a:rPr lang="en-US" sz="1500" dirty="0" err="1">
                <a:ea typeface="+mn-lt"/>
                <a:cs typeface="+mn-lt"/>
              </a:rPr>
              <a:t>menampilkan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halaman</a:t>
            </a:r>
            <a:r>
              <a:rPr lang="en-US" sz="1500" dirty="0">
                <a:ea typeface="+mn-lt"/>
                <a:cs typeface="+mn-lt"/>
              </a:rPr>
              <a:t> login </a:t>
            </a:r>
            <a:r>
              <a:rPr lang="en-US" sz="1500" dirty="0" err="1">
                <a:ea typeface="+mn-lt"/>
                <a:cs typeface="+mn-lt"/>
              </a:rPr>
              <a:t>palsu</a:t>
            </a:r>
            <a:r>
              <a:rPr lang="en-US" sz="1500" dirty="0">
                <a:ea typeface="+mn-lt"/>
                <a:cs typeface="+mn-lt"/>
              </a:rPr>
              <a:t> di </a:t>
            </a:r>
            <a:r>
              <a:rPr lang="en-US" sz="1500" dirty="0" err="1">
                <a:ea typeface="+mn-lt"/>
                <a:cs typeface="+mn-lt"/>
              </a:rPr>
              <a:t>atas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aplikasi</a:t>
            </a:r>
            <a:r>
              <a:rPr lang="en-US" sz="1500" dirty="0">
                <a:ea typeface="+mn-lt"/>
                <a:cs typeface="+mn-lt"/>
              </a:rPr>
              <a:t> bank</a:t>
            </a: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Sektor</a:t>
            </a:r>
            <a:r>
              <a:rPr lang="en-ID" sz="1500" dirty="0">
                <a:ea typeface="+mn-lt"/>
                <a:cs typeface="+mn-lt"/>
              </a:rPr>
              <a:t> yang paling </a:t>
            </a:r>
            <a:r>
              <a:rPr lang="en-ID" sz="1500" dirty="0" err="1">
                <a:ea typeface="+mn-lt"/>
                <a:cs typeface="+mn-lt"/>
              </a:rPr>
              <a:t>sering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menjadi</a:t>
            </a:r>
            <a:r>
              <a:rPr lang="en-ID" sz="1500" dirty="0">
                <a:ea typeface="+mn-lt"/>
                <a:cs typeface="+mn-lt"/>
              </a:rPr>
              <a:t> target </a:t>
            </a:r>
            <a:r>
              <a:rPr lang="en-ID" sz="1500" dirty="0" err="1">
                <a:ea typeface="+mn-lt"/>
                <a:cs typeface="+mn-lt"/>
              </a:rPr>
              <a:t>adalah</a:t>
            </a:r>
            <a:r>
              <a:rPr lang="en-ID" sz="1500" dirty="0">
                <a:ea typeface="+mn-lt"/>
                <a:cs typeface="+mn-lt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Lembaga </a:t>
            </a:r>
            <a:r>
              <a:rPr lang="en-ID" sz="1500" dirty="0" err="1">
                <a:ea typeface="+mn-lt"/>
                <a:cs typeface="+mn-lt"/>
              </a:rPr>
              <a:t>Perbankan</a:t>
            </a:r>
            <a:r>
              <a:rPr lang="en-ID" sz="1500" dirty="0">
                <a:ea typeface="+mn-lt"/>
                <a:cs typeface="+mn-lt"/>
              </a:rPr>
              <a:t> &amp; </a:t>
            </a:r>
            <a:r>
              <a:rPr lang="en-ID" sz="1500" dirty="0" err="1">
                <a:ea typeface="+mn-lt"/>
                <a:cs typeface="+mn-lt"/>
              </a:rPr>
              <a:t>Keuangan</a:t>
            </a:r>
            <a:r>
              <a:rPr lang="en-ID" sz="1500" dirty="0">
                <a:ea typeface="+mn-lt"/>
                <a:cs typeface="+mn-lt"/>
              </a:rPr>
              <a:t> / Financial Institutions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Pengguna</a:t>
            </a:r>
            <a:r>
              <a:rPr lang="en-ID" sz="1500" dirty="0">
                <a:ea typeface="+mn-lt"/>
                <a:cs typeface="+mn-lt"/>
              </a:rPr>
              <a:t> Android di </a:t>
            </a:r>
            <a:r>
              <a:rPr lang="en-ID" sz="1500" dirty="0" err="1">
                <a:ea typeface="+mn-lt"/>
                <a:cs typeface="+mn-lt"/>
              </a:rPr>
              <a:t>Eropa</a:t>
            </a:r>
            <a:r>
              <a:rPr lang="en-ID" sz="1500" dirty="0">
                <a:ea typeface="+mn-lt"/>
                <a:cs typeface="+mn-lt"/>
              </a:rPr>
              <a:t> Timur / Android Users in Eastern Europe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Nasabah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mBank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aplikasi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keuangan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populer</a:t>
            </a:r>
            <a:r>
              <a:rPr lang="en-ID" sz="1500" dirty="0">
                <a:ea typeface="+mn-lt"/>
                <a:cs typeface="+mn-lt"/>
              </a:rPr>
              <a:t> / </a:t>
            </a:r>
            <a:r>
              <a:rPr lang="en-ID" sz="1500" dirty="0" err="1">
                <a:ea typeface="+mn-lt"/>
                <a:cs typeface="+mn-lt"/>
              </a:rPr>
              <a:t>mBank</a:t>
            </a:r>
            <a:r>
              <a:rPr lang="en-ID" sz="1500" dirty="0">
                <a:ea typeface="+mn-lt"/>
                <a:cs typeface="+mn-lt"/>
              </a:rPr>
              <a:t> Customers &amp; Popular Finance Apps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Individu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dengan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akses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ke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akun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bisnis</a:t>
            </a:r>
            <a:r>
              <a:rPr lang="en-ID" sz="1500" dirty="0">
                <a:ea typeface="+mn-lt"/>
                <a:cs typeface="+mn-lt"/>
              </a:rPr>
              <a:t> / Users with Corporate Banking Access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D109B-608E-44A8-B696-8FCCE4AD2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795" y="1210235"/>
            <a:ext cx="4733940" cy="317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3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217041" y="805523"/>
            <a:ext cx="1145244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D" sz="1600" dirty="0"/>
              <a:t>Tim SOC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mengidentifikasi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indikator</a:t>
            </a:r>
            <a:r>
              <a:rPr lang="en-ID" sz="1600" dirty="0"/>
              <a:t> </a:t>
            </a:r>
            <a:r>
              <a:rPr lang="en-ID" sz="1600" dirty="0" err="1"/>
              <a:t>kompromi</a:t>
            </a:r>
            <a:r>
              <a:rPr lang="en-ID" sz="1600" dirty="0"/>
              <a:t> (IoC) yang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b="1" dirty="0" err="1"/>
              <a:t>FvncBot</a:t>
            </a:r>
            <a:r>
              <a:rPr lang="en-US" sz="1600" b="1" dirty="0"/>
              <a:t> Android Banking Malware, Keylogging &amp; Payload Injection</a:t>
            </a:r>
            <a:r>
              <a:rPr lang="en-ID" sz="1600" dirty="0"/>
              <a:t>,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penelusuran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berbagai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intelijen</a:t>
            </a:r>
            <a:r>
              <a:rPr lang="en-ID" sz="1600" dirty="0"/>
              <a:t> </a:t>
            </a:r>
            <a:r>
              <a:rPr lang="en-ID" sz="1600" dirty="0" err="1"/>
              <a:t>resmi</a:t>
            </a:r>
            <a:r>
              <a:rPr lang="en-ID" sz="1600" dirty="0"/>
              <a:t>. IoC </a:t>
            </a:r>
            <a:r>
              <a:rPr lang="en-ID" sz="1600" dirty="0" err="1"/>
              <a:t>tersebut</a:t>
            </a:r>
            <a:r>
              <a:rPr lang="en-ID" sz="1600" dirty="0"/>
              <a:t> </a:t>
            </a:r>
            <a:r>
              <a:rPr lang="en-ID" sz="1600" dirty="0" err="1"/>
              <a:t>mencakup</a:t>
            </a:r>
            <a:r>
              <a:rPr lang="en-ID" sz="1600" dirty="0"/>
              <a:t> hash file, domain &amp; IP Address yang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dikonfirmasi</a:t>
            </a:r>
            <a:r>
              <a:rPr lang="en-ID" sz="1600" dirty="0"/>
              <a:t>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dirty="0" err="1"/>
              <a:t>FvncBot</a:t>
            </a:r>
            <a:r>
              <a:rPr lang="en-US" sz="1600" dirty="0"/>
              <a:t> Android Banking Malware, Keylogging &amp; Payload Injection.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(IOC)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836314"/>
              </p:ext>
            </p:extLst>
          </p:nvPr>
        </p:nvGraphicFramePr>
        <p:xfrm>
          <a:off x="346101" y="1875864"/>
          <a:ext cx="5521299" cy="4431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384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caf0a39318cfc1e65eae773a28de62ce08b7cf1b9d4264e843576165411e2a84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4ebdfa738ef74945f6165e337050889dfa0aad61115b738672bbeda648a59dab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e9edf3dce24f4e5057f56a3a68c8f4bc3528158e4431be64c031b7a738b312ab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c39270febb9097def21777c994d10738ba2a915c88f516fb1e896e5d7240cc0d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2de7e5863ff8d41aec1028c0eaf5e022e065a76e3a8b4923a5c590a7d463297e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71264d9c67800d3bedc6facb6915e855f7531c12445af58f47167e81c735c892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1e76eee21cfefb00b3f6374b00f328a91fa3dab6fcc9dba88b03bd2f296dc587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5de1179101f35ad885bccd234a8dc750983a58a77083cc9985c2b47692379e2a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666fd534ca14e5c3a2881cbff2156282e44953ba9b15db62b8d739f8fe0bba28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1060ab3241b3e62e89f5f4bae80664ad895b7c35f5a516bf2f83629c501e8d62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b0dec6e41d8933014c5b3197710ede57d50684751e1d1d5572464b272ac01beb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0627D2-A8AC-4DF8-AEBF-E621FADC0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454200"/>
              </p:ext>
            </p:extLst>
          </p:nvPr>
        </p:nvGraphicFramePr>
        <p:xfrm>
          <a:off x="6096000" y="1901230"/>
          <a:ext cx="5414489" cy="4372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164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04422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73903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2652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44bd4a5f338322e35e08dc666694da6fba56ec2c916de37cd69b51ef52fa4af3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13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770d646088c2feb2d0940625ad0157b0e6c3477181e59d0e98ab3dbff8f2e301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848c0c356f963de258702b0893fce8739f90509710cab15037f86ee19b5866f8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5bb50eb2eea26890819e5de23660990e18389b6dc5e0f5cbbae8ae59585c9885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7134f1112bb4a79c94f1a2aa9c97fd4036882c28105957e39e06347987891c82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35e20ad36ce7ccb8228032744647bdb1656d160395b4129354961df6815b3777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59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cb44a326914c5fab9186dfa4ca9cef556af27e45f5b8201df0a2a441fe31e177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59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3b51685afedcd7315ebe63cb339758cea98e1c507cdfe2209176519f52d91186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59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54c13bb3b3834971a043ab72ae0bed24707aa9212b8437f6b8ee1ceb06660075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59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65eef61ba8fc477771bcf37a1c6df5ea636ef61ac29187d49eb13ba93c228e9a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59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c29beeddff66d825e9a813b5bbfeca513aec5e4ba3cf1a45284eed9e2a9dfe0e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151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(IOC) </a:t>
            </a: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endParaRPr lang="en-AU" sz="3200" b="1" i="1" dirty="0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4955"/>
              </p:ext>
            </p:extLst>
          </p:nvPr>
        </p:nvGraphicFramePr>
        <p:xfrm>
          <a:off x="308001" y="1137272"/>
          <a:ext cx="5521299" cy="4489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2897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942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23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84d6372141166f87de9c557e030b866affaeb726d66da204b0a711b1167c83be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942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3d7c39362eaaccd75dbf2632e692adbdfda29c920505fd6f2a65340d194decbd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daily.windowsupdates</a:t>
                      </a: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[.]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eu</a:t>
                      </a:r>
                      <a:endParaRPr lang="en-US" sz="1200" b="0" i="0" u="none" strike="noStrike" baseline="0" noProof="0" dirty="0">
                        <a:solidFill>
                          <a:srgbClr val="242424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nightly.windowsupdates</a:t>
                      </a: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[.]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eu</a:t>
                      </a:r>
                      <a:endParaRPr lang="en-US" sz="1200" b="0" i="0" u="none" strike="noStrike" baseline="0" noProof="0" dirty="0">
                        <a:solidFill>
                          <a:srgbClr val="242424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dailybuild.mozillaupdates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[.]com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nightlybuild.mozillaupdates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[.]com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u01.msoftserver[.]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eu</a:t>
                      </a:r>
                      <a:endParaRPr lang="en-US" sz="1200" b="0" i="0" u="none" strike="noStrike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u02.msoftserver[.]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eu</a:t>
                      </a:r>
                      <a:endParaRPr lang="en-US" sz="1200" b="0" i="0" u="none" strike="noStrike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u03.msoftserver[.]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eu</a:t>
                      </a:r>
                      <a:endParaRPr lang="en-US" sz="1200" b="0" i="0" u="none" strike="noStrike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u04.msoftserver[.]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eu</a:t>
                      </a:r>
                      <a:endParaRPr lang="en-US" sz="1200" b="0" i="0" u="none" strike="noStrike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n1.nortonupdates[.]online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0627D2-A8AC-4DF8-AEBF-E621FADC0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107764"/>
              </p:ext>
            </p:extLst>
          </p:nvPr>
        </p:nvGraphicFramePr>
        <p:xfrm>
          <a:off x="5999286" y="1128172"/>
          <a:ext cx="5414489" cy="4498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164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04422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73903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2785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34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n2.nortonupdates[.]online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35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n3.nortonupdates[.]online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n4.nortonupdates[.]online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sake.mozillaupdates</a:t>
                      </a: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[.]us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gyzu.mozillaupdates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[.]us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chuki.mozillaupdates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[.]us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77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zen.mozillaupdates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[.]us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77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ud01.microsoftupdate[.]in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77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ud02.microsoftupdate[.]in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77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ud03.microsoftupdate[.]in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77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ud04.microsoftupdate[.]in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167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(IOC) </a:t>
            </a: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endParaRPr lang="en-AU" sz="3200" b="1" i="1" dirty="0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571432"/>
              </p:ext>
            </p:extLst>
          </p:nvPr>
        </p:nvGraphicFramePr>
        <p:xfrm>
          <a:off x="298476" y="1032956"/>
          <a:ext cx="5521299" cy="4405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256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45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chat2hire[.]net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46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wesharex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[.]net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click2chat[.]org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x-trust[.]net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bollywoods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enigma[.]net[.]in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titaniumx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sharify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strongbox[.]in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teraspace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gozap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0627D2-A8AC-4DF8-AEBF-E621FADC0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002549"/>
              </p:ext>
            </p:extLst>
          </p:nvPr>
        </p:nvGraphicFramePr>
        <p:xfrm>
          <a:off x="5989761" y="1032956"/>
          <a:ext cx="5414489" cy="2609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164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04422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73903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2785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56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orangevault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[.]net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57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savitabhabi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[.]co[.]in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melodymate</a:t>
                      </a: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[.]co[.]in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cvstyler</a:t>
                      </a: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[.]co[.]in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51.124.78.146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48.192.1.65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US" sz="1200" b="0" i="0" u="none" strike="noStrike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629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2CDFBF82-9B39-B448-339D-AEAB18C0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FF5E7DBD-AC9A-5035-C62A-6674E96605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4797E87B-C6F1-A6A1-83AD-818D4CAD0A3A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1C4F545D-F798-1FD8-9690-F09BA5DF268D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02E0B2BC-4AFA-2CA7-BFCC-453129FF834A}"/>
              </a:ext>
            </a:extLst>
          </p:cNvPr>
          <p:cNvSpPr txBox="1"/>
          <p:nvPr/>
        </p:nvSpPr>
        <p:spPr>
          <a:xfrm>
            <a:off x="217041" y="74863"/>
            <a:ext cx="9930894" cy="691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Pengecekan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Sampel Threat Intelligence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F1FF4-9A6A-19E4-BABE-DA4E9238A074}"/>
              </a:ext>
            </a:extLst>
          </p:cNvPr>
          <p:cNvSpPr txBox="1"/>
          <p:nvPr/>
        </p:nvSpPr>
        <p:spPr>
          <a:xfrm>
            <a:off x="3614484" y="5855512"/>
            <a:ext cx="40676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Segoe UI"/>
              </a:rPr>
              <a:t>Pengecekan</a:t>
            </a:r>
            <a:r>
              <a:rPr lang="en-US" sz="1200" i="1" dirty="0">
                <a:latin typeface="Poppins"/>
                <a:cs typeface="Segoe UI"/>
              </a:rPr>
              <a:t> </a:t>
            </a:r>
            <a:r>
              <a:rPr lang="en-US" sz="1200" i="1" dirty="0" err="1">
                <a:latin typeface="Poppins"/>
                <a:cs typeface="Segoe UI"/>
              </a:rPr>
              <a:t>Indikasi</a:t>
            </a:r>
            <a:r>
              <a:rPr lang="en-US" sz="1200" i="1" dirty="0">
                <a:latin typeface="Poppins"/>
                <a:cs typeface="Segoe UI"/>
              </a:rPr>
              <a:t> IoC Pada Threat Intelligence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4297DE-707B-4ECD-AD94-CD23DC52C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4624" y="765897"/>
            <a:ext cx="9076558" cy="12468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34682F-9D10-45B7-A7D8-F16F6C5ECD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4624" y="2049489"/>
            <a:ext cx="9076558" cy="12440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5709F32-B25E-4B70-92C4-340AC5FA15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4624" y="3345308"/>
            <a:ext cx="9076558" cy="12088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4C781E-DBA3-497A-81A5-71325C8804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4624" y="4626171"/>
            <a:ext cx="9076558" cy="120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4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02029FA3-04E6-BC2D-838E-209583DBD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685D5AD3-1423-AEF5-FFDE-596D976022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B8EE6E84-9320-DCF1-07FE-8035B52C7844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354F2CD-5EDE-E8CF-E605-6034F530936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1D05F805-DB6C-CA35-2FA3-2949D5790055}"/>
              </a:ext>
            </a:extLst>
          </p:cNvPr>
          <p:cNvSpPr txBox="1"/>
          <p:nvPr/>
        </p:nvSpPr>
        <p:spPr>
          <a:xfrm>
            <a:off x="217041" y="74863"/>
            <a:ext cx="9930894" cy="691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Pengecekan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Sampel Threat Intelligence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6EA5BF-8D8A-D408-0499-031CB9C10E39}"/>
              </a:ext>
            </a:extLst>
          </p:cNvPr>
          <p:cNvSpPr txBox="1"/>
          <p:nvPr/>
        </p:nvSpPr>
        <p:spPr>
          <a:xfrm>
            <a:off x="3631906" y="5976195"/>
            <a:ext cx="40676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Segoe UI"/>
              </a:rPr>
              <a:t>Pengecekan</a:t>
            </a:r>
            <a:r>
              <a:rPr lang="en-US" sz="1200" i="1">
                <a:latin typeface="Poppins"/>
                <a:cs typeface="Segoe UI"/>
              </a:rPr>
              <a:t> </a:t>
            </a:r>
            <a:r>
              <a:rPr lang="en-US" sz="1200" i="1" err="1">
                <a:latin typeface="Poppins"/>
                <a:cs typeface="Segoe UI"/>
              </a:rPr>
              <a:t>Indikasi</a:t>
            </a:r>
            <a:r>
              <a:rPr lang="en-US" sz="1200" i="1">
                <a:latin typeface="Poppins"/>
                <a:cs typeface="Segoe UI"/>
              </a:rPr>
              <a:t> IoC Pada Threat Intelligence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5DD017-EF4D-49FB-B610-DAFA0B9D75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5399" y="772569"/>
            <a:ext cx="8740697" cy="1201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500D98-1469-4EF5-8E03-BB087A3A81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5399" y="2049200"/>
            <a:ext cx="8740697" cy="12272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1D9CCA-BF5E-4059-B081-98578B41F6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399" y="3337571"/>
            <a:ext cx="8740697" cy="12272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65F54D-8853-443E-904D-CDF3F29A24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399" y="4616639"/>
            <a:ext cx="8740697" cy="130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835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46996" y="824702"/>
            <a:ext cx="1165035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Poppins"/>
                <a:ea typeface="+mn-lt"/>
                <a:cs typeface="Poppins"/>
              </a:rPr>
              <a:t>Tim SOC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retro hunt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IoC </a:t>
            </a:r>
            <a:r>
              <a:rPr lang="en-US" sz="1600" b="1" dirty="0" err="1">
                <a:latin typeface="Poppins"/>
                <a:ea typeface="+mn-lt"/>
                <a:cs typeface="Poppins"/>
              </a:rPr>
              <a:t>GravityRAT</a:t>
            </a:r>
            <a:r>
              <a:rPr lang="en-US" sz="1600" b="1" dirty="0">
                <a:latin typeface="Poppins"/>
                <a:ea typeface="+mn-lt"/>
                <a:cs typeface="Poppins"/>
              </a:rPr>
              <a:t> Malware Targets Windows, Android, and macOS Systems</a:t>
            </a:r>
            <a:r>
              <a:rPr lang="en-US" sz="1600" b="1" dirty="0">
                <a:latin typeface="Poppins"/>
                <a:ea typeface="Arial Unicode MS"/>
                <a:cs typeface="Poppins"/>
              </a:rPr>
              <a:t> </a:t>
            </a:r>
            <a:r>
              <a:rPr lang="en-US" sz="1600" dirty="0">
                <a:latin typeface="Poppins"/>
                <a:ea typeface="+mn-lt"/>
                <a:cs typeface="Poppins"/>
              </a:rPr>
              <a:t>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perangkat</a:t>
            </a:r>
            <a:r>
              <a:rPr lang="en-US" sz="1600" dirty="0">
                <a:latin typeface="Poppins"/>
                <a:ea typeface="+mn-lt"/>
                <a:cs typeface="Poppins"/>
              </a:rPr>
              <a:t> cortex,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pengecekan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ini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selama</a:t>
            </a:r>
            <a:r>
              <a:rPr lang="en-US" sz="1600" dirty="0">
                <a:latin typeface="Poppins"/>
                <a:ea typeface="+mn-lt"/>
                <a:cs typeface="Poppins"/>
              </a:rPr>
              <a:t> 3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bulan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terakhir</a:t>
            </a:r>
            <a:r>
              <a:rPr lang="en-US" sz="1600" dirty="0">
                <a:latin typeface="Poppins"/>
                <a:ea typeface="+mn-lt"/>
                <a:cs typeface="Poppins"/>
              </a:rPr>
              <a:t>, dan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tidak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ditemukan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adanya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aktivitas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tersebut</a:t>
            </a:r>
            <a:r>
              <a:rPr lang="en-US" sz="1600" dirty="0">
                <a:latin typeface="Poppins"/>
                <a:ea typeface="+mn-lt"/>
                <a:cs typeface="Poppins"/>
              </a:rPr>
              <a:t>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hostname yang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memiliki</a:t>
            </a:r>
            <a:r>
              <a:rPr lang="en-US" sz="1600" dirty="0">
                <a:latin typeface="Poppins"/>
                <a:ea typeface="+mn-lt"/>
                <a:cs typeface="Poppins"/>
              </a:rPr>
              <a:t> hash sha-256, request DNS, dan juga pada traffic Firewall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dengan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keterkaitan</a:t>
            </a:r>
            <a:r>
              <a:rPr lang="en-US" sz="1600" dirty="0">
                <a:latin typeface="Poppins"/>
                <a:ea typeface="+mn-lt"/>
                <a:cs typeface="Poppins"/>
              </a:rPr>
              <a:t> IoC 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halaman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sebelumnya</a:t>
            </a:r>
            <a:r>
              <a:rPr lang="en-US" sz="1600" dirty="0">
                <a:latin typeface="Poppins"/>
                <a:ea typeface="+mn-lt"/>
                <a:cs typeface="Poppins"/>
              </a:rPr>
              <a:t>.</a:t>
            </a:r>
            <a:endParaRPr lang="en-US" sz="1600" dirty="0">
              <a:cs typeface="Arial"/>
            </a:endParaRPr>
          </a:p>
        </p:txBody>
      </p:sp>
      <p:sp>
        <p:nvSpPr>
          <p:cNvPr id="9" name="Google Shape;547;p11">
            <a:extLst>
              <a:ext uri="{FF2B5EF4-FFF2-40B4-BE49-F238E27FC236}">
                <a16:creationId xmlns:a16="http://schemas.microsoft.com/office/drawing/2014/main" id="{1BE46949-E3F3-49C4-3DD9-A90D4E861D6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nb-NO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</a:t>
            </a:r>
            <a:endParaRPr lang="en-US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247A2-AA86-5776-2343-6535766D2B9D}"/>
              </a:ext>
            </a:extLst>
          </p:cNvPr>
          <p:cNvSpPr txBox="1"/>
          <p:nvPr/>
        </p:nvSpPr>
        <p:spPr>
          <a:xfrm>
            <a:off x="4540157" y="5812242"/>
            <a:ext cx="308971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SHA-256 pada XDR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780DED-396F-47DE-9642-92E49973D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6326" y="1960726"/>
            <a:ext cx="9791700" cy="37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54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AA35E168-48E9-D4A4-57F6-BB48B5DB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A41E3C48-1F66-5DB4-094C-1B55BAC25D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C20C757D-B22D-A7D7-B566-6717574EA752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263C1995-5423-E856-AAD6-A77615749EFF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68DE4C97-4598-F954-3584-16F643069A3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00EB8-8156-2AB5-3AC9-010AD50EF5D0}"/>
              </a:ext>
            </a:extLst>
          </p:cNvPr>
          <p:cNvSpPr txBox="1"/>
          <p:nvPr/>
        </p:nvSpPr>
        <p:spPr>
          <a:xfrm>
            <a:off x="4351117" y="5430499"/>
            <a:ext cx="348976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latin typeface="Poppins"/>
                <a:cs typeface="Poppins"/>
              </a:rPr>
              <a:t>Pengecekan Request DNS pada XDR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F6D6AC-CE4C-4067-AFF9-D2ED275EDF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751" y="765897"/>
            <a:ext cx="9791700" cy="454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8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3FFA6E84-04AC-EFFC-3CA1-7C3CBF0D4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DEE5EC9-361B-A9E0-A7BB-3190084D57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5DF21640-EE14-A6C9-C4E2-4361C7B86553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F0E31B0A-6038-5AFC-7FA3-AEC1C0C3DD1A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7A2523A7-709C-19F5-E04B-7D629ED064F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7C8F5-C502-58BA-10B8-98D1CB44D9AA}"/>
              </a:ext>
            </a:extLst>
          </p:cNvPr>
          <p:cNvSpPr txBox="1"/>
          <p:nvPr/>
        </p:nvSpPr>
        <p:spPr>
          <a:xfrm>
            <a:off x="4018645" y="5401925"/>
            <a:ext cx="41547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Traffic Firewall Inbound dan Outbound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0A51EA-D6BF-448F-8B8F-19BC2C6EDB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5850" y="866088"/>
            <a:ext cx="9486946" cy="435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21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5DB29657-CDFF-BF92-EAC8-E10660721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23A11E0-3C23-12B4-4946-4CF9B314D4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20183D52-A32F-459C-CA41-FD6EBBD6F8F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76310EAD-1764-F0EE-888D-91345717BD9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FA993AFB-76FF-08E4-4744-051F27C41CD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Action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3CFE129-15BB-E6CF-21CC-BC67FB266EAE}"/>
              </a:ext>
            </a:extLst>
          </p:cNvPr>
          <p:cNvSpPr txBox="1"/>
          <p:nvPr/>
        </p:nvSpPr>
        <p:spPr>
          <a:xfrm>
            <a:off x="124538" y="763881"/>
            <a:ext cx="10827923" cy="29238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 err="1">
                <a:latin typeface="Arial"/>
                <a:cs typeface="Arial"/>
              </a:rPr>
              <a:t>Melakukan</a:t>
            </a:r>
            <a:r>
              <a:rPr lang="en-US" sz="1300" dirty="0">
                <a:latin typeface="Arial"/>
                <a:cs typeface="Arial"/>
              </a:rPr>
              <a:t> </a:t>
            </a:r>
            <a:r>
              <a:rPr lang="en-US" sz="1300" dirty="0" err="1">
                <a:latin typeface="Arial"/>
                <a:cs typeface="Arial"/>
              </a:rPr>
              <a:t>mitigasi</a:t>
            </a:r>
            <a:r>
              <a:rPr lang="en-US" sz="1300" dirty="0">
                <a:latin typeface="Arial"/>
                <a:cs typeface="Arial"/>
              </a:rPr>
              <a:t> pada IoC </a:t>
            </a:r>
            <a:r>
              <a:rPr lang="en-US" sz="1300" dirty="0" err="1">
                <a:latin typeface="Arial"/>
                <a:cs typeface="Arial"/>
              </a:rPr>
              <a:t>GravityRAT</a:t>
            </a:r>
            <a:r>
              <a:rPr lang="en-US" sz="1300" dirty="0">
                <a:latin typeface="Arial"/>
                <a:cs typeface="Arial"/>
              </a:rPr>
              <a:t> Malware Targets Windows, Android, and macOS Systems.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706F7-8D1F-89F9-2953-45A0355F81DA}"/>
              </a:ext>
            </a:extLst>
          </p:cNvPr>
          <p:cNvSpPr txBox="1"/>
          <p:nvPr/>
        </p:nvSpPr>
        <p:spPr>
          <a:xfrm>
            <a:off x="3344374" y="6087937"/>
            <a:ext cx="53329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Poppins"/>
              </a:rPr>
              <a:t>Penambahan</a:t>
            </a:r>
            <a:r>
              <a:rPr lang="en-US" sz="1200" i="1" dirty="0">
                <a:latin typeface="Poppins"/>
                <a:cs typeface="Poppins"/>
              </a:rPr>
              <a:t> IoC pada Indicator XSIAM &amp; Block Hash pada XDR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B9132B-1678-4204-A59E-B318B1C29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080" y="1133505"/>
            <a:ext cx="5605577" cy="495443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BFC4C4B-2916-4873-B58B-0EAC72BF7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41" y="1133505"/>
            <a:ext cx="5878959" cy="495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984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9A61D53C-6BCF-45C4-344D-8003D5EC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05A16306-B83E-5847-F7F5-896AAD5477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19462B52-6E8B-5CE6-D542-AA240B33FBD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A5A6AC6B-8A58-9CF3-DC29-A935365DDB75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343085D8-FCEA-BB95-A872-2B63DE61D176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v-SE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FvncBot Android Banking Malware via MITRE ATT&amp;CK</a:t>
            </a:r>
            <a:endParaRPr lang="en-AU" sz="3200" b="1" i="1" dirty="0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C288FD-39BE-5E1E-241C-BD0DD08CC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221006"/>
              </p:ext>
            </p:extLst>
          </p:nvPr>
        </p:nvGraphicFramePr>
        <p:xfrm>
          <a:off x="629462" y="776538"/>
          <a:ext cx="10755713" cy="5224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138">
                  <a:extLst>
                    <a:ext uri="{9D8B030D-6E8A-4147-A177-3AD203B41FA5}">
                      <a16:colId xmlns:a16="http://schemas.microsoft.com/office/drawing/2014/main" val="1242384055"/>
                    </a:ext>
                  </a:extLst>
                </a:gridCol>
                <a:gridCol w="1766047">
                  <a:extLst>
                    <a:ext uri="{9D8B030D-6E8A-4147-A177-3AD203B41FA5}">
                      <a16:colId xmlns:a16="http://schemas.microsoft.com/office/drawing/2014/main" val="2499822785"/>
                    </a:ext>
                  </a:extLst>
                </a:gridCol>
                <a:gridCol w="2795999">
                  <a:extLst>
                    <a:ext uri="{9D8B030D-6E8A-4147-A177-3AD203B41FA5}">
                      <a16:colId xmlns:a16="http://schemas.microsoft.com/office/drawing/2014/main" val="2250613113"/>
                    </a:ext>
                  </a:extLst>
                </a:gridCol>
                <a:gridCol w="4689529">
                  <a:extLst>
                    <a:ext uri="{9D8B030D-6E8A-4147-A177-3AD203B41FA5}">
                      <a16:colId xmlns:a16="http://schemas.microsoft.com/office/drawing/2014/main" val="2360790866"/>
                    </a:ext>
                  </a:extLst>
                </a:gridCol>
              </a:tblGrid>
              <a:tr h="4002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Tactic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Technique ID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Technique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820655"/>
                  </a:ext>
                </a:extLst>
              </a:tr>
              <a:tr h="516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Initial Access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T1566.001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Phishing: Spearphishing Attachment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Phishing emails or malicious applications are used to trick victims into installing </a:t>
                      </a:r>
                      <a:r>
                        <a:rPr lang="en-US" sz="1250" b="0" i="0" u="none" strike="noStrike" baseline="0" noProof="0" dirty="0" err="1">
                          <a:solidFill>
                            <a:srgbClr val="000000"/>
                          </a:solidFill>
                          <a:effectLst/>
                        </a:rPr>
                        <a:t>FvncBot</a:t>
                      </a: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 malware on Android devices.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568865"/>
                  </a:ext>
                </a:extLst>
              </a:tr>
              <a:tr h="35706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Execution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T1059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Command and Scripting Interpreter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The malware executes malicious scripts or commands through Android application components to perform attacker-controlled actions.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566780"/>
                  </a:ext>
                </a:extLst>
              </a:tr>
              <a:tr h="31710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Persistence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T1547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Boot or Logon </a:t>
                      </a:r>
                      <a:r>
                        <a:rPr lang="en-US" sz="1250" b="0" i="0" u="none" strike="noStrike" baseline="0" noProof="0" dirty="0" err="1">
                          <a:solidFill>
                            <a:srgbClr val="000000"/>
                          </a:solidFill>
                          <a:effectLst/>
                        </a:rPr>
                        <a:t>Autostart</a:t>
                      </a: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 Execution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 err="1">
                          <a:solidFill>
                            <a:srgbClr val="000000"/>
                          </a:solidFill>
                        </a:rPr>
                        <a:t>FvncBot</a:t>
                      </a: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 establishes persistence by configuring auto-start mechanisms, allowing it to remain active after device reboot.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02558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Defense Evasion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T1027</a:t>
                      </a:r>
                      <a:endParaRPr lang="en-US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dirty="0"/>
                        <a:t>Obfuscated Files or Information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The malware employs code obfuscation techniques to evade detection and hinder static and dynamic analysis.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240965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Credential Access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T1056</a:t>
                      </a:r>
                      <a:endParaRPr lang="en-US" sz="1400" dirty="0"/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dirty="0"/>
                        <a:t>Input Capture (Keylogging)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 err="1">
                          <a:solidFill>
                            <a:srgbClr val="000000"/>
                          </a:solidFill>
                        </a:rPr>
                        <a:t>FvncBot</a:t>
                      </a: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 captures user input through keylogging to steal banking credentials, passwords, and sensitive authentication data.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823044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>
                          <a:latin typeface="+mn-lt"/>
                        </a:rPr>
                        <a:t>Collection</a:t>
                      </a:r>
                      <a:endParaRPr lang="en-US" sz="125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T1005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D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 from Local System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The malware collects sensitive information from the local system, including SMS messages, contacts, device details, and financial application data.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575062"/>
                  </a:ext>
                </a:extLst>
              </a:tr>
              <a:tr h="516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Command and Control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T1071.001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Application Layer Protocol: Web Protocols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FvncBot</a:t>
                      </a: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 communicates with command-and-control servers over HTTP/HTTPS to receive commands and exfiltrate stolen data.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753900"/>
                  </a:ext>
                </a:extLst>
              </a:tr>
              <a:tr h="52028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Exfiltration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T1041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Exfiltration Over C2 Channel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Stolen data is exfiltrated to remote attacker-controlled servers through established C2 communication channels.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1263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276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178941" y="3246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Kesimpulan dan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Rekomendasi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791DCAAB-8555-4A61-B575-562875ECB99C}"/>
              </a:ext>
            </a:extLst>
          </p:cNvPr>
          <p:cNvSpPr/>
          <p:nvPr/>
        </p:nvSpPr>
        <p:spPr>
          <a:xfrm>
            <a:off x="427121" y="766560"/>
            <a:ext cx="11482411" cy="5510999"/>
          </a:xfrm>
          <a:custGeom>
            <a:avLst/>
            <a:gdLst/>
            <a:ahLst/>
            <a:cxnLst/>
            <a:rect l="l" t="t" r="r" b="b"/>
            <a:pathLst>
              <a:path w="1554321" h="1369365">
                <a:moveTo>
                  <a:pt x="58312" y="0"/>
                </a:moveTo>
                <a:lnTo>
                  <a:pt x="1496009" y="0"/>
                </a:lnTo>
                <a:cubicBezTo>
                  <a:pt x="1511474" y="0"/>
                  <a:pt x="1526306" y="6144"/>
                  <a:pt x="1537241" y="17079"/>
                </a:cubicBezTo>
                <a:cubicBezTo>
                  <a:pt x="1548177" y="28015"/>
                  <a:pt x="1554321" y="42846"/>
                  <a:pt x="1554321" y="58312"/>
                </a:cubicBezTo>
                <a:lnTo>
                  <a:pt x="1554321" y="1311054"/>
                </a:lnTo>
                <a:cubicBezTo>
                  <a:pt x="1554321" y="1326519"/>
                  <a:pt x="1548177" y="1341351"/>
                  <a:pt x="1537241" y="1352286"/>
                </a:cubicBezTo>
                <a:cubicBezTo>
                  <a:pt x="1526306" y="1363222"/>
                  <a:pt x="1511474" y="1369365"/>
                  <a:pt x="1496009" y="1369365"/>
                </a:cubicBezTo>
                <a:lnTo>
                  <a:pt x="58312" y="1369365"/>
                </a:lnTo>
                <a:cubicBezTo>
                  <a:pt x="42846" y="1369365"/>
                  <a:pt x="28015" y="1363222"/>
                  <a:pt x="17079" y="1352286"/>
                </a:cubicBezTo>
                <a:cubicBezTo>
                  <a:pt x="6144" y="1341351"/>
                  <a:pt x="0" y="1326519"/>
                  <a:pt x="0" y="1311054"/>
                </a:cubicBezTo>
                <a:lnTo>
                  <a:pt x="0" y="58312"/>
                </a:lnTo>
                <a:cubicBezTo>
                  <a:pt x="0" y="42846"/>
                  <a:pt x="6144" y="28015"/>
                  <a:pt x="17079" y="17079"/>
                </a:cubicBezTo>
                <a:cubicBezTo>
                  <a:pt x="28015" y="6144"/>
                  <a:pt x="42846" y="0"/>
                  <a:pt x="58312" y="0"/>
                </a:cubicBezTo>
                <a:close/>
              </a:path>
            </a:pathLst>
          </a:custGeom>
          <a:solidFill>
            <a:srgbClr val="02A39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10623DB6-3711-5154-2E15-BB9A2510927A}"/>
              </a:ext>
            </a:extLst>
          </p:cNvPr>
          <p:cNvSpPr/>
          <p:nvPr/>
        </p:nvSpPr>
        <p:spPr>
          <a:xfrm>
            <a:off x="397948" y="829267"/>
            <a:ext cx="11476445" cy="5409562"/>
          </a:xfrm>
          <a:custGeom>
            <a:avLst/>
            <a:gdLst/>
            <a:ahLst/>
            <a:cxnLst/>
            <a:rect l="l" t="t" r="r" b="b"/>
            <a:pathLst>
              <a:path w="3841588" h="1340288">
                <a:moveTo>
                  <a:pt x="9023" y="0"/>
                </a:moveTo>
                <a:lnTo>
                  <a:pt x="3832565" y="0"/>
                </a:lnTo>
                <a:cubicBezTo>
                  <a:pt x="3837548" y="0"/>
                  <a:pt x="3841588" y="4040"/>
                  <a:pt x="3841588" y="9023"/>
                </a:cubicBezTo>
                <a:lnTo>
                  <a:pt x="3841588" y="1331265"/>
                </a:lnTo>
                <a:cubicBezTo>
                  <a:pt x="3841588" y="1336248"/>
                  <a:pt x="3837548" y="1340288"/>
                  <a:pt x="3832565" y="1340288"/>
                </a:cubicBezTo>
                <a:lnTo>
                  <a:pt x="9023" y="1340288"/>
                </a:lnTo>
                <a:cubicBezTo>
                  <a:pt x="4040" y="1340288"/>
                  <a:pt x="0" y="1336248"/>
                  <a:pt x="0" y="1331265"/>
                </a:cubicBezTo>
                <a:lnTo>
                  <a:pt x="0" y="9023"/>
                </a:lnTo>
                <a:cubicBezTo>
                  <a:pt x="0" y="4040"/>
                  <a:pt x="4040" y="0"/>
                  <a:pt x="9023" y="0"/>
                </a:cubicBezTo>
                <a:close/>
              </a:path>
            </a:pathLst>
          </a:custGeom>
          <a:solidFill>
            <a:srgbClr val="FDFDFD"/>
          </a:solidFill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ea typeface="+mn-lt"/>
                <a:cs typeface="+mn-lt"/>
              </a:rPr>
              <a:t>Kesimpulan:</a:t>
            </a:r>
            <a:endParaRPr lang="en-US" b="1">
              <a:cs typeface="Arial"/>
            </a:endParaRPr>
          </a:p>
          <a:p>
            <a:r>
              <a:rPr lang="en-US">
                <a:ea typeface="+mn-lt"/>
                <a:cs typeface="+mn-lt"/>
              </a:rPr>
              <a:t>Tim SOC </a:t>
            </a:r>
            <a:r>
              <a:rPr lang="en-US" err="1">
                <a:ea typeface="+mn-lt"/>
                <a:cs typeface="+mn-lt"/>
              </a:rPr>
              <a:t>telah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melakukan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pencarian</a:t>
            </a:r>
            <a:r>
              <a:rPr lang="en-US">
                <a:ea typeface="+mn-lt"/>
                <a:cs typeface="+mn-lt"/>
              </a:rPr>
              <a:t> IoC pada </a:t>
            </a:r>
            <a:r>
              <a:rPr lang="en-US" err="1">
                <a:ea typeface="+mn-lt"/>
                <a:cs typeface="+mn-lt"/>
              </a:rPr>
              <a:t>beberapa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sumber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terbuka</a:t>
            </a:r>
            <a:r>
              <a:rPr lang="en-US">
                <a:ea typeface="+mn-lt"/>
                <a:cs typeface="+mn-lt"/>
              </a:rPr>
              <a:t> yang </a:t>
            </a:r>
            <a:r>
              <a:rPr lang="en-US" err="1">
                <a:ea typeface="+mn-lt"/>
                <a:cs typeface="+mn-lt"/>
              </a:rPr>
              <a:t>ada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terkait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ancaman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trend </a:t>
            </a:r>
            <a:r>
              <a:rPr lang="en-US" err="1">
                <a:ea typeface="+mn-lt"/>
                <a:cs typeface="+mn-lt"/>
              </a:rPr>
              <a:t>serangan</a:t>
            </a:r>
            <a:r>
              <a:rPr lang="en-US">
                <a:ea typeface="+mn-lt"/>
                <a:cs typeface="+mn-lt"/>
              </a:rPr>
              <a:t> yang </a:t>
            </a:r>
            <a:r>
              <a:rPr lang="en-US" err="1">
                <a:ea typeface="+mn-lt"/>
                <a:cs typeface="+mn-lt"/>
              </a:rPr>
              <a:t>sedang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ada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setelah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menemukan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beberapa</a:t>
            </a:r>
            <a:r>
              <a:rPr lang="en-US">
                <a:ea typeface="+mn-lt"/>
                <a:cs typeface="+mn-lt"/>
              </a:rPr>
              <a:t> IoC </a:t>
            </a:r>
            <a:r>
              <a:rPr lang="en-US" err="1">
                <a:ea typeface="+mn-lt"/>
                <a:cs typeface="+mn-lt"/>
              </a:rPr>
              <a:t>tim</a:t>
            </a:r>
            <a:r>
              <a:rPr lang="en-US">
                <a:ea typeface="+mn-lt"/>
                <a:cs typeface="+mn-lt"/>
              </a:rPr>
              <a:t> SOC </a:t>
            </a:r>
            <a:r>
              <a:rPr lang="en-US" err="1">
                <a:ea typeface="+mn-lt"/>
                <a:cs typeface="+mn-lt"/>
              </a:rPr>
              <a:t>melakukan</a:t>
            </a:r>
            <a:r>
              <a:rPr lang="en-US">
                <a:ea typeface="+mn-lt"/>
                <a:cs typeface="+mn-lt"/>
              </a:rPr>
              <a:t> retro hunt </a:t>
            </a:r>
            <a:r>
              <a:rPr lang="en-US" err="1">
                <a:ea typeface="+mn-lt"/>
                <a:cs typeface="+mn-lt"/>
              </a:rPr>
              <a:t>selama</a:t>
            </a:r>
            <a:r>
              <a:rPr lang="en-US">
                <a:ea typeface="+mn-lt"/>
                <a:cs typeface="+mn-lt"/>
              </a:rPr>
              <a:t> 3 </a:t>
            </a:r>
            <a:r>
              <a:rPr lang="en-US" err="1">
                <a:ea typeface="+mn-lt"/>
                <a:cs typeface="+mn-lt"/>
              </a:rPr>
              <a:t>bulan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terakhir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sama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dengan</a:t>
            </a:r>
            <a:r>
              <a:rPr lang="en-US">
                <a:ea typeface="+mn-lt"/>
                <a:cs typeface="+mn-lt"/>
              </a:rPr>
              <a:t> 90 </a:t>
            </a:r>
            <a:r>
              <a:rPr lang="en-US" err="1">
                <a:ea typeface="+mn-lt"/>
                <a:cs typeface="+mn-lt"/>
              </a:rPr>
              <a:t>hari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kebelakang</a:t>
            </a:r>
            <a:r>
              <a:rPr lang="en-US">
                <a:ea typeface="+mn-lt"/>
                <a:cs typeface="+mn-lt"/>
              </a:rPr>
              <a:t> dan </a:t>
            </a:r>
            <a:r>
              <a:rPr lang="en-US" err="1">
                <a:ea typeface="+mn-lt"/>
                <a:cs typeface="+mn-lt"/>
              </a:rPr>
              <a:t>hasil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dari</a:t>
            </a:r>
            <a:r>
              <a:rPr lang="en-US">
                <a:ea typeface="+mn-lt"/>
                <a:cs typeface="+mn-lt"/>
              </a:rPr>
              <a:t> retro hunt </a:t>
            </a:r>
            <a:r>
              <a:rPr lang="en-US" err="1">
                <a:ea typeface="+mn-lt"/>
                <a:cs typeface="+mn-lt"/>
              </a:rPr>
              <a:t>tersebut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tidak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terdeteksi</a:t>
            </a:r>
            <a:r>
              <a:rPr lang="en-US">
                <a:ea typeface="+mn-lt"/>
                <a:cs typeface="+mn-lt"/>
              </a:rPr>
              <a:t> host yang </a:t>
            </a:r>
            <a:r>
              <a:rPr lang="en-US" err="1">
                <a:ea typeface="+mn-lt"/>
                <a:cs typeface="+mn-lt"/>
              </a:rPr>
              <a:t>memiliki</a:t>
            </a:r>
            <a:r>
              <a:rPr lang="en-US">
                <a:ea typeface="+mn-lt"/>
                <a:cs typeface="+mn-lt"/>
              </a:rPr>
              <a:t> file hash, </a:t>
            </a:r>
            <a:r>
              <a:rPr lang="en-US" err="1">
                <a:ea typeface="+mn-lt"/>
                <a:cs typeface="+mn-lt"/>
              </a:rPr>
              <a:t>sebuah</a:t>
            </a:r>
            <a:r>
              <a:rPr lang="en-US">
                <a:ea typeface="+mn-lt"/>
                <a:cs typeface="+mn-lt"/>
              </a:rPr>
              <a:t> request DNS, </a:t>
            </a:r>
            <a:r>
              <a:rPr lang="en-US" err="1">
                <a:ea typeface="+mn-lt"/>
                <a:cs typeface="+mn-lt"/>
              </a:rPr>
              <a:t>maupun</a:t>
            </a:r>
            <a:r>
              <a:rPr lang="en-US">
                <a:ea typeface="+mn-lt"/>
                <a:cs typeface="+mn-lt"/>
              </a:rPr>
              <a:t> juga traffic yang </a:t>
            </a:r>
            <a:r>
              <a:rPr lang="en-US" err="1">
                <a:ea typeface="+mn-lt"/>
                <a:cs typeface="+mn-lt"/>
              </a:rPr>
              <a:t>memiliki</a:t>
            </a:r>
            <a:r>
              <a:rPr lang="en-US">
                <a:ea typeface="+mn-lt"/>
                <a:cs typeface="+mn-lt"/>
              </a:rPr>
              <a:t> action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berhasil</a:t>
            </a:r>
            <a:r>
              <a:rPr lang="en-US">
                <a:ea typeface="+mn-lt"/>
                <a:cs typeface="+mn-lt"/>
              </a:rPr>
              <a:t> allow pada system Firewall yang </a:t>
            </a:r>
            <a:r>
              <a:rPr lang="en-US" err="1">
                <a:ea typeface="+mn-lt"/>
                <a:cs typeface="+mn-lt"/>
              </a:rPr>
              <a:t>terkait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dengan</a:t>
            </a:r>
            <a:r>
              <a:rPr lang="en-US">
                <a:ea typeface="+mn-lt"/>
                <a:cs typeface="+mn-lt"/>
              </a:rPr>
              <a:t> IoC </a:t>
            </a:r>
            <a:r>
              <a:rPr lang="en-US" err="1">
                <a:ea typeface="+mn-lt"/>
                <a:cs typeface="+mn-lt"/>
              </a:rPr>
              <a:t>tersebut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  <a:p>
            <a:endParaRPr lang="en-US">
              <a:latin typeface="Arial"/>
              <a:cs typeface="Poppins"/>
            </a:endParaRPr>
          </a:p>
          <a:p>
            <a:r>
              <a:rPr lang="en-US" b="1" err="1">
                <a:latin typeface="Arial"/>
                <a:cs typeface="Poppins"/>
              </a:rPr>
              <a:t>Rekomendasi</a:t>
            </a:r>
            <a:r>
              <a:rPr lang="en-US" b="1">
                <a:latin typeface="Arial"/>
                <a:cs typeface="Poppins"/>
              </a:rPr>
              <a:t>:</a:t>
            </a:r>
            <a:endParaRPr lang="sv-SE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Hash SHA 256 pada Cortex XDR.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Domain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IP Address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ID" sz="1600"/>
              <a:t>Email </a:t>
            </a:r>
            <a:r>
              <a:rPr lang="en-ID" sz="1600" err="1"/>
              <a:t>dari</a:t>
            </a:r>
            <a:r>
              <a:rPr lang="en-ID" sz="1600"/>
              <a:t> </a:t>
            </a:r>
            <a:r>
              <a:rPr lang="en-ID" sz="1600" err="1"/>
              <a:t>pengirim</a:t>
            </a:r>
            <a:r>
              <a:rPr lang="en-ID" sz="1600"/>
              <a:t> yang </a:t>
            </a:r>
            <a:r>
              <a:rPr lang="en-ID" sz="1600" err="1"/>
              <a:t>tidak</a:t>
            </a:r>
            <a:r>
              <a:rPr lang="en-ID" sz="1600"/>
              <a:t> </a:t>
            </a:r>
            <a:r>
              <a:rPr lang="en-ID" sz="1600" err="1"/>
              <a:t>dikenal</a:t>
            </a:r>
            <a:r>
              <a:rPr lang="en-ID" sz="1600"/>
              <a:t> </a:t>
            </a:r>
            <a:r>
              <a:rPr lang="en-ID" sz="1600" err="1"/>
              <a:t>harus</a:t>
            </a:r>
            <a:r>
              <a:rPr lang="en-ID" sz="1600"/>
              <a:t> </a:t>
            </a:r>
            <a:r>
              <a:rPr lang="en-ID" sz="1600" err="1"/>
              <a:t>selalu</a:t>
            </a:r>
            <a:r>
              <a:rPr lang="en-ID" sz="1600"/>
              <a:t> </a:t>
            </a:r>
            <a:r>
              <a:rPr lang="en-ID" sz="1600" err="1"/>
              <a:t>diwaspadai</a:t>
            </a:r>
            <a:r>
              <a:rPr lang="en-ID" sz="1600"/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ID" sz="1600" err="1"/>
              <a:t>Jangan</a:t>
            </a:r>
            <a:r>
              <a:rPr lang="en-ID" sz="1600"/>
              <a:t> </a:t>
            </a:r>
            <a:r>
              <a:rPr lang="en-ID" sz="1600" err="1"/>
              <a:t>pernah</a:t>
            </a:r>
            <a:r>
              <a:rPr lang="en-ID" sz="1600"/>
              <a:t> </a:t>
            </a:r>
            <a:r>
              <a:rPr lang="en-ID" sz="1600" err="1"/>
              <a:t>mempercayai</a:t>
            </a:r>
            <a:r>
              <a:rPr lang="en-ID" sz="1600"/>
              <a:t> </a:t>
            </a:r>
            <a:r>
              <a:rPr lang="en-ID" sz="1600" err="1"/>
              <a:t>atau</a:t>
            </a:r>
            <a:r>
              <a:rPr lang="en-ID" sz="1600"/>
              <a:t> </a:t>
            </a:r>
            <a:r>
              <a:rPr lang="en-ID" sz="1600" err="1"/>
              <a:t>membuka</a:t>
            </a:r>
            <a:r>
              <a:rPr lang="en-ID" sz="1600"/>
              <a:t> </a:t>
            </a:r>
            <a:r>
              <a:rPr lang="en-ID" sz="1600" err="1"/>
              <a:t>tautan</a:t>
            </a:r>
            <a:r>
              <a:rPr lang="en-ID" sz="1600"/>
              <a:t> dan </a:t>
            </a:r>
            <a:r>
              <a:rPr lang="en-ID" sz="1600" err="1"/>
              <a:t>lampiran</a:t>
            </a:r>
            <a:r>
              <a:rPr lang="en-ID" sz="1600"/>
              <a:t> yang </a:t>
            </a:r>
            <a:r>
              <a:rPr lang="en-ID" sz="1600" err="1"/>
              <a:t>diterima</a:t>
            </a:r>
            <a:r>
              <a:rPr lang="en-ID" sz="1600"/>
              <a:t> </a:t>
            </a:r>
            <a:r>
              <a:rPr lang="en-ID" sz="1600" err="1"/>
              <a:t>dari</a:t>
            </a:r>
            <a:r>
              <a:rPr lang="en-ID" sz="1600"/>
              <a:t> </a:t>
            </a:r>
            <a:r>
              <a:rPr lang="en-ID" sz="1600" err="1"/>
              <a:t>sumber</a:t>
            </a:r>
            <a:r>
              <a:rPr lang="en-ID" sz="1600"/>
              <a:t>/</a:t>
            </a:r>
            <a:r>
              <a:rPr lang="en-ID" sz="1600" err="1"/>
              <a:t>pengirim</a:t>
            </a:r>
            <a:r>
              <a:rPr lang="en-ID" sz="1600"/>
              <a:t> yang </a:t>
            </a:r>
            <a:r>
              <a:rPr lang="en-ID" sz="1600" err="1"/>
              <a:t>tidak</a:t>
            </a:r>
            <a:r>
              <a:rPr lang="en-ID" sz="1600"/>
              <a:t> </a:t>
            </a:r>
            <a:r>
              <a:rPr lang="en-ID" sz="1600" err="1"/>
              <a:t>dikenal</a:t>
            </a:r>
            <a:r>
              <a:rPr lang="en-ID" sz="1600"/>
              <a:t>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02A39E"/>
              </a:solidFill>
              <a:latin typeface="Arial"/>
              <a:cs typeface="Poppins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02A39E"/>
              </a:solidFill>
              <a:latin typeface="Arial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19795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F1F58CFD-E728-CE6B-8D3D-34098955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5DCA375F-91B9-021B-E0C2-BB50DCEFC0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>
            <a:extLst>
              <a:ext uri="{FF2B5EF4-FFF2-40B4-BE49-F238E27FC236}">
                <a16:creationId xmlns:a16="http://schemas.microsoft.com/office/drawing/2014/main" id="{1D432D12-A595-38BD-829F-BC6556B45DF3}"/>
              </a:ext>
            </a:extLst>
          </p:cNvPr>
          <p:cNvSpPr txBox="1"/>
          <p:nvPr/>
        </p:nvSpPr>
        <p:spPr>
          <a:xfrm>
            <a:off x="492838" y="150207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Referensi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: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BC70BEA5-7413-5B86-B6A0-925F5FD6A9C9}"/>
              </a:ext>
            </a:extLst>
          </p:cNvPr>
          <p:cNvCxnSpPr>
            <a:cxnSpLocks/>
          </p:cNvCxnSpPr>
          <p:nvPr/>
        </p:nvCxnSpPr>
        <p:spPr>
          <a:xfrm>
            <a:off x="268304" y="233224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EB043533-BA3B-EF10-4E1D-D218114F3BE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EE115-14E8-9445-6C02-F1410B77207F}"/>
              </a:ext>
            </a:extLst>
          </p:cNvPr>
          <p:cNvSpPr txBox="1"/>
          <p:nvPr/>
        </p:nvSpPr>
        <p:spPr>
          <a:xfrm>
            <a:off x="268304" y="974990"/>
            <a:ext cx="1147644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4"/>
              </a:rPr>
              <a:t>https://appleinsider.com/articles/20/10/20/gravityrat-windows-spyware-modified-to-infect-macos-android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5"/>
              </a:rPr>
              <a:t>https://www.csk.gov.in/alerts/GravityRat_android_malware.html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6"/>
              </a:rPr>
              <a:t>https://cybersrcc.com/2024/06/26/pakistan-linked-malware-campaign-evolves-to-target-windows-android-and-macos/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solidFill>
                  <a:srgbClr val="00A39D"/>
                </a:solidFill>
                <a:ea typeface="Arial Unicode MS"/>
                <a:cs typeface="+mn-lt"/>
                <a:hlinkClick r:id="rId7"/>
              </a:rPr>
              <a:t>https://www.securityweek.com/android-macos-versions-gravityrat-spyware-spotted-ongoing-campaign/</a:t>
            </a:r>
            <a:endParaRPr lang="en-ID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solidFill>
                  <a:srgbClr val="00A39D"/>
                </a:solidFill>
                <a:ea typeface="Arial Unicode MS"/>
                <a:cs typeface="+mn-lt"/>
                <a:hlinkClick r:id="rId8"/>
              </a:rPr>
              <a:t>https://securelist.com/gravityrat-the-spy-returns/99097/</a:t>
            </a:r>
            <a:endParaRPr lang="en-ID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9"/>
              </a:rPr>
              <a:t>https://csirt.cy/en/alerts/windows-gravityrat-malware-now-also-targets-android-macos</a:t>
            </a:r>
            <a:endParaRPr lang="en-ID" dirty="0">
              <a:solidFill>
                <a:srgbClr val="00A39D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1441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screen"/>
          <a:srcRect t="52605" r="31593"/>
          <a:stretch>
            <a:fillRect/>
          </a:stretch>
        </p:blipFill>
        <p:spPr>
          <a:xfrm flipH="1">
            <a:off x="5036294" y="1900255"/>
            <a:ext cx="7155705" cy="495774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928254" y="3736181"/>
            <a:ext cx="6858001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8983" y="133296"/>
            <a:ext cx="2437388" cy="99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Google Shape;547;p11">
            <a:extLst>
              <a:ext uri="{FF2B5EF4-FFF2-40B4-BE49-F238E27FC236}">
                <a16:creationId xmlns:a16="http://schemas.microsoft.com/office/drawing/2014/main" id="{A892B3CC-991D-5288-ABFC-A2A169A14051}"/>
              </a:ext>
            </a:extLst>
          </p:cNvPr>
          <p:cNvSpPr txBox="1"/>
          <p:nvPr/>
        </p:nvSpPr>
        <p:spPr>
          <a:xfrm>
            <a:off x="930358" y="298521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40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Terima</a:t>
            </a:r>
            <a:r>
              <a:rPr lang="en-AU" sz="40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kasih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7A398"/>
      </a:accent1>
      <a:accent2>
        <a:srgbClr val="0680C3"/>
      </a:accent2>
      <a:accent3>
        <a:srgbClr val="FBA200"/>
      </a:accent3>
      <a:accent4>
        <a:srgbClr val="E62601"/>
      </a:accent4>
      <a:accent5>
        <a:srgbClr val="2C2F45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4E7E36F916C8458AE46A87B856E61A" ma:contentTypeVersion="0" ma:contentTypeDescription="Create a new document." ma:contentTypeScope="" ma:versionID="ed97744b4bc727eb33a8c0d2b2de8c5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723398-5FBA-4AA5-BC9B-0AE627939380}">
  <ds:schemaRefs>
    <ds:schemaRef ds:uri="19cb4bf7-b363-4189-8a82-51580d3c8b5f"/>
    <ds:schemaRef ds:uri="4793531e-eda2-49eb-b64b-f3892dc2a6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1FCADE8-9D8A-4A38-B270-A259692C501E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81BB09E-D344-4F86-8FF4-F0AE62DDD3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1161</Words>
  <Application>Microsoft Office PowerPoint</Application>
  <PresentationFormat>Widescreen</PresentationFormat>
  <Paragraphs>296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Lato</vt:lpstr>
      <vt:lpstr>Lato</vt:lpstr>
      <vt:lpstr>Poppins</vt:lpstr>
      <vt:lpstr>Office Theme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</dc:title>
  <dc:creator>AF</dc:creator>
  <cp:lastModifiedBy>L2-SOC-OnDuty</cp:lastModifiedBy>
  <cp:revision>110</cp:revision>
  <dcterms:created xsi:type="dcterms:W3CDTF">2020-06-05T02:05:00Z</dcterms:created>
  <dcterms:modified xsi:type="dcterms:W3CDTF">2026-02-01T09:19:13Z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7CF76305F8AB4F91A26DDE17D14FE13A</vt:lpwstr>
  </property>
  <property fmtid="{D5CDD505-2E9C-101B-9397-08002B2CF9AE}" pid="3" name="KSOProductBuildVer">
    <vt:lpwstr>1033-11.2.0.11191</vt:lpwstr>
  </property>
  <property fmtid="{D5CDD505-2E9C-101B-9397-08002B2CF9AE}" pid="4" name="ContentTypeId">
    <vt:lpwstr>0x010100424E7E36F916C8458AE46A87B856E61A</vt:lpwstr>
  </property>
  <property fmtid="{D5CDD505-2E9C-101B-9397-08002B2CF9AE}" pid="5" name="MediaServiceImageTags">
    <vt:lpwstr/>
  </property>
</Properties>
</file>